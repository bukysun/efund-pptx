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charts/chart3.xml" ContentType="application/vnd.openxmlformats-officedocument.drawingml.chart+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7.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style3.xml" ContentType="application/vnd.ms-office.chartstyle+xml"/>
  <Override PartName="/ppt/charts/colors3.xml" ContentType="application/vnd.ms-office.chartcolorstyle+xml"/>
  <Override PartName="/ppt/charts/chart7.xml" ContentType="application/vnd.openxmlformats-officedocument.drawingml.chart+xml"/>
  <Override PartName="/ppt/charts/chart8.xml" ContentType="application/vnd.openxmlformats-officedocument.drawingml.chart+xml"/>
  <Override PartName="/ppt/charts/style4.xml" ContentType="application/vnd.ms-office.chartstyle+xml"/>
  <Override PartName="/ppt/charts/colors4.xml" ContentType="application/vnd.ms-office.chartcolorstyle+xml"/>
  <Override PartName="/ppt/charts/chart9.xml" ContentType="application/vnd.openxmlformats-officedocument.drawingml.chart+xml"/>
  <Override PartName="/ppt/charts/style5.xml" ContentType="application/vnd.ms-office.chartstyle+xml"/>
  <Override PartName="/ppt/charts/colors5.xml" ContentType="application/vnd.ms-office.chartcolorstyle+xml"/>
  <Override PartName="/ppt/charts/chart10.xml" ContentType="application/vnd.openxmlformats-officedocument.drawingml.chart+xml"/>
  <Override PartName="/ppt/charts/style6.xml" ContentType="application/vnd.ms-office.chartstyle+xml"/>
  <Override PartName="/ppt/charts/colors6.xml" ContentType="application/vnd.ms-office.chartcolorstyle+xml"/>
  <Override PartName="/ppt/charts/chart11.xml" ContentType="application/vnd.openxmlformats-officedocument.drawingml.chart+xml"/>
  <Override PartName="/ppt/theme/themeOverride1.xml" ContentType="application/vnd.openxmlformats-officedocument.themeOverride+xml"/>
  <Override PartName="/ppt/charts/chart12.xml" ContentType="application/vnd.openxmlformats-officedocument.drawingml.chart+xml"/>
  <Override PartName="/ppt/theme/themeOverride2.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48" r:id="rId1"/>
    <p:sldMasterId id="2147483780" r:id="rId2"/>
  </p:sldMasterIdLst>
  <p:notesMasterIdLst>
    <p:notesMasterId r:id="rId49"/>
  </p:notesMasterIdLst>
  <p:handoutMasterIdLst>
    <p:handoutMasterId r:id="rId50"/>
  </p:handoutMasterIdLst>
  <p:sldIdLst>
    <p:sldId id="350" r:id="rId3"/>
    <p:sldId id="334" r:id="rId4"/>
    <p:sldId id="283" r:id="rId5"/>
    <p:sldId id="313" r:id="rId6"/>
    <p:sldId id="323" r:id="rId7"/>
    <p:sldId id="312" r:id="rId8"/>
    <p:sldId id="336" r:id="rId9"/>
    <p:sldId id="342" r:id="rId10"/>
    <p:sldId id="345" r:id="rId11"/>
    <p:sldId id="347" r:id="rId12"/>
    <p:sldId id="315" r:id="rId13"/>
    <p:sldId id="318" r:id="rId14"/>
    <p:sldId id="277" r:id="rId15"/>
    <p:sldId id="343" r:id="rId16"/>
    <p:sldId id="338" r:id="rId17"/>
    <p:sldId id="276" r:id="rId18"/>
    <p:sldId id="316" r:id="rId19"/>
    <p:sldId id="317" r:id="rId20"/>
    <p:sldId id="339" r:id="rId21"/>
    <p:sldId id="344" r:id="rId22"/>
    <p:sldId id="272" r:id="rId23"/>
    <p:sldId id="288" r:id="rId24"/>
    <p:sldId id="289" r:id="rId25"/>
    <p:sldId id="290" r:id="rId26"/>
    <p:sldId id="301" r:id="rId27"/>
    <p:sldId id="324" r:id="rId28"/>
    <p:sldId id="304" r:id="rId29"/>
    <p:sldId id="302" r:id="rId30"/>
    <p:sldId id="303" r:id="rId31"/>
    <p:sldId id="292" r:id="rId32"/>
    <p:sldId id="293" r:id="rId33"/>
    <p:sldId id="300" r:id="rId34"/>
    <p:sldId id="294" r:id="rId35"/>
    <p:sldId id="340" r:id="rId36"/>
    <p:sldId id="286" r:id="rId37"/>
    <p:sldId id="330" r:id="rId38"/>
    <p:sldId id="309" r:id="rId39"/>
    <p:sldId id="332" r:id="rId40"/>
    <p:sldId id="348" r:id="rId41"/>
    <p:sldId id="349" r:id="rId42"/>
    <p:sldId id="310" r:id="rId43"/>
    <p:sldId id="333" r:id="rId44"/>
    <p:sldId id="341" r:id="rId45"/>
    <p:sldId id="274" r:id="rId46"/>
    <p:sldId id="322" r:id="rId47"/>
    <p:sldId id="346" r:id="rId48"/>
  </p:sldIdLst>
  <p:sldSz cx="9144000" cy="5148263"/>
  <p:notesSz cx="6797675" cy="9928225"/>
  <p:defaultTextStyle>
    <a:defPPr>
      <a:defRPr lang="en-US"/>
    </a:defPPr>
    <a:lvl1pPr algn="l" rtl="0" fontAlgn="base">
      <a:spcBef>
        <a:spcPct val="0"/>
      </a:spcBef>
      <a:spcAft>
        <a:spcPct val="0"/>
      </a:spcAft>
      <a:defRPr sz="2400"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sz="2400"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sz="2400"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sz="2400"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3" orient="horz" pos="782" userDrawn="1">
          <p15:clr>
            <a:srgbClr val="A4A3A4"/>
          </p15:clr>
        </p15:guide>
        <p15:guide id="4" pos="204" userDrawn="1">
          <p15:clr>
            <a:srgbClr val="A4A3A4"/>
          </p15:clr>
        </p15:guide>
        <p15:guide id="5" pos="2925" userDrawn="1">
          <p15:clr>
            <a:srgbClr val="A4A3A4"/>
          </p15:clr>
        </p15:guide>
        <p15:guide id="6" pos="3492" userDrawn="1">
          <p15:clr>
            <a:srgbClr val="A4A3A4"/>
          </p15:clr>
        </p15:guide>
        <p15:guide id="7" pos="5488"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B1E"/>
    <a:srgbClr val="FFD71E"/>
    <a:srgbClr val="FFC819"/>
    <a:srgbClr val="CCCCCC"/>
    <a:srgbClr val="C1C6C8"/>
    <a:srgbClr val="3C3C3C"/>
    <a:srgbClr val="00BEE6"/>
    <a:srgbClr val="005096"/>
    <a:srgbClr val="969696"/>
    <a:srgbClr val="0078B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385" autoAdjust="0"/>
    <p:restoredTop sz="99873" autoAdjust="0"/>
  </p:normalViewPr>
  <p:slideViewPr>
    <p:cSldViewPr snapToGrid="0">
      <p:cViewPr varScale="1">
        <p:scale>
          <a:sx n="80" d="100"/>
          <a:sy n="80" d="100"/>
        </p:scale>
        <p:origin x="932" y="48"/>
      </p:cViewPr>
      <p:guideLst>
        <p:guide orient="horz" pos="782"/>
        <p:guide pos="204"/>
        <p:guide pos="2925"/>
        <p:guide pos="3492"/>
        <p:guide pos="5488"/>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0" d="100"/>
          <a:sy n="60" d="100"/>
        </p:scale>
        <p:origin x="3396" y="6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3" Type="http://schemas.openxmlformats.org/officeDocument/2006/relationships/oleObject" Target="file:///d:\Users\guanzefan\Desktop\&#20135;&#21697;&#19994;&#32489;.xlsx" TargetMode="External"/><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1" Type="http://schemas.openxmlformats.org/officeDocument/2006/relationships/oleObject" Target="file:///D:\Users\guanzefan\EFund\00.Document\98.&#36335;&#28436;&#30456;&#20851;\20170103_&#31038;&#20445;&#37327;&#21270;&#22686;&#24378;&#26041;&#26696;&#31572;&#36777;\&#21103;&#26412;&#26131;&#26041;&#36798;&#27818;&#28145;300&#37327;&#21270;&#22686;&#24378;&#21516;&#19994;&#27604;&#36739;.xls" TargetMode="External"/></Relationships>
</file>

<file path=ppt/charts/_rels/chart4.xml.rels><?xml version="1.0" encoding="UTF-8" standalone="yes"?>
<Relationships xmlns="http://schemas.openxmlformats.org/package/2006/relationships"><Relationship Id="rId3" Type="http://schemas.openxmlformats.org/officeDocument/2006/relationships/oleObject" Target="&#22270;&#34920;%20&#22312;%20&#24635;&#35009;&#26032;&#21592;&#24037;&#22521;&#35757;(0721)%20%20(&#20860;&#23481;&#27169;&#24335;)" TargetMode="External"/><Relationship Id="rId2" Type="http://schemas.microsoft.com/office/2011/relationships/chartColorStyle" Target="colors2.xml"/><Relationship Id="rId1" Type="http://schemas.microsoft.com/office/2011/relationships/chartStyle" Target="style2.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___2.xlsx"/><Relationship Id="rId2" Type="http://schemas.microsoft.com/office/2011/relationships/chartColorStyle" Target="colors3.xml"/><Relationship Id="rId1" Type="http://schemas.microsoft.com/office/2011/relationships/chartStyle" Target="style3.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___4.xlsx"/><Relationship Id="rId2" Type="http://schemas.microsoft.com/office/2011/relationships/chartColorStyle" Target="colors4.xml"/><Relationship Id="rId1" Type="http://schemas.microsoft.com/office/2011/relationships/chartStyle" Target="style4.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___5.xlsx"/><Relationship Id="rId2" Type="http://schemas.microsoft.com/office/2011/relationships/chartColorStyle" Target="colors5.xml"/><Relationship Id="rId1" Type="http://schemas.microsoft.com/office/2011/relationships/chartStyle" Target="style5.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Yashan\Desktop\&#23439;&#35266;&#21450;&#26435;&#30410;&#24066;&#22330;&#19987;&#39064;201612.xlsx" TargetMode="External"/><Relationship Id="rId2" Type="http://schemas.microsoft.com/office/2011/relationships/chartColorStyle" Target="colors6.xml"/><Relationship Id="rId1" Type="http://schemas.microsoft.com/office/2011/relationships/chartStyle" Target="style6.xml"/></Relationships>
</file>

<file path=ppt/charts/_rels/chart11.xml.rels><?xml version="1.0" encoding="UTF-8" standalone="yes"?>
<Relationships xmlns="http://schemas.openxmlformats.org/package/2006/relationships"><Relationship Id="rId2" Type="http://schemas.openxmlformats.org/officeDocument/2006/relationships/package" Target="../embeddings/Microsoft_Excel____6.xlsx"/><Relationship Id="rId1" Type="http://schemas.openxmlformats.org/officeDocument/2006/relationships/themeOverride" Target="../theme/themeOverride1.xml"/></Relationships>
</file>

<file path=ppt/charts/_rels/chart12.xml.rels><?xml version="1.0" encoding="UTF-8" standalone="yes"?>
<Relationships xmlns="http://schemas.openxmlformats.org/package/2006/relationships"><Relationship Id="rId2" Type="http://schemas.openxmlformats.org/officeDocument/2006/relationships/package" Target="../embeddings/Microsoft_Excel____7.xlsx"/><Relationship Id="rId1" Type="http://schemas.openxmlformats.org/officeDocument/2006/relationships/themeOverride" Target="../theme/themeOverrid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pieChart>
        <c:varyColors val="1"/>
        <c:ser>
          <c:idx val="0"/>
          <c:order val="0"/>
          <c:tx>
            <c:strRef>
              <c:f>Sheet1!$B$1</c:f>
              <c:strCache>
                <c:ptCount val="1"/>
                <c:pt idx="0">
                  <c:v>Column2</c:v>
                </c:pt>
              </c:strCache>
            </c:strRef>
          </c:tx>
          <c:spPr>
            <a:effectLst/>
          </c:spPr>
          <c:dPt>
            <c:idx val="0"/>
            <c:bubble3D val="0"/>
            <c:spPr>
              <a:solidFill>
                <a:srgbClr val="005096"/>
              </a:solidFill>
              <a:effectLst/>
            </c:spPr>
            <c:extLst>
              <c:ext xmlns:c16="http://schemas.microsoft.com/office/drawing/2014/chart" uri="{C3380CC4-5D6E-409C-BE32-E72D297353CC}">
                <c16:uniqueId val="{00000001-7DB3-4793-B0E1-5F1AB68EAFFE}"/>
              </c:ext>
            </c:extLst>
          </c:dPt>
          <c:dPt>
            <c:idx val="1"/>
            <c:bubble3D val="0"/>
            <c:spPr>
              <a:solidFill>
                <a:srgbClr val="00BEE6"/>
              </a:solidFill>
              <a:effectLst/>
            </c:spPr>
            <c:extLst>
              <c:ext xmlns:c16="http://schemas.microsoft.com/office/drawing/2014/chart" uri="{C3380CC4-5D6E-409C-BE32-E72D297353CC}">
                <c16:uniqueId val="{00000003-7DB3-4793-B0E1-5F1AB68EAFFE}"/>
              </c:ext>
            </c:extLst>
          </c:dPt>
          <c:dPt>
            <c:idx val="3"/>
            <c:bubble3D val="0"/>
            <c:spPr>
              <a:solidFill>
                <a:srgbClr val="0078B4"/>
              </a:solidFill>
              <a:effectLst/>
            </c:spPr>
            <c:extLst>
              <c:ext xmlns:c16="http://schemas.microsoft.com/office/drawing/2014/chart" uri="{C3380CC4-5D6E-409C-BE32-E72D297353CC}">
                <c16:uniqueId val="{00000005-7DB3-4793-B0E1-5F1AB68EAFFE}"/>
              </c:ext>
            </c:extLst>
          </c:dPt>
          <c:dPt>
            <c:idx val="4"/>
            <c:bubble3D val="0"/>
            <c:spPr>
              <a:solidFill>
                <a:srgbClr val="969696"/>
              </a:solidFill>
              <a:effectLst/>
            </c:spPr>
            <c:extLst>
              <c:ext xmlns:c16="http://schemas.microsoft.com/office/drawing/2014/chart" uri="{C3380CC4-5D6E-409C-BE32-E72D297353CC}">
                <c16:uniqueId val="{00000007-7DB3-4793-B0E1-5F1AB68EAFFE}"/>
              </c:ext>
            </c:extLst>
          </c:dPt>
          <c:dPt>
            <c:idx val="5"/>
            <c:bubble3D val="0"/>
            <c:spPr>
              <a:solidFill>
                <a:srgbClr val="505050"/>
              </a:solidFill>
              <a:effectLst/>
            </c:spPr>
            <c:extLst>
              <c:ext xmlns:c16="http://schemas.microsoft.com/office/drawing/2014/chart" uri="{C3380CC4-5D6E-409C-BE32-E72D297353CC}">
                <c16:uniqueId val="{00000009-7DB3-4793-B0E1-5F1AB68EAFFE}"/>
              </c:ext>
            </c:extLst>
          </c:dPt>
          <c:dPt>
            <c:idx val="6"/>
            <c:bubble3D val="0"/>
            <c:spPr>
              <a:solidFill>
                <a:srgbClr val="B3EBFF"/>
              </a:solidFill>
              <a:effectLst/>
            </c:spPr>
            <c:extLst>
              <c:ext xmlns:c16="http://schemas.microsoft.com/office/drawing/2014/chart" uri="{C3380CC4-5D6E-409C-BE32-E72D297353CC}">
                <c16:uniqueId val="{0000000B-7DB3-4793-B0E1-5F1AB68EAFFE}"/>
              </c:ext>
            </c:extLst>
          </c:dPt>
          <c:dLbls>
            <c:dLbl>
              <c:idx val="2"/>
              <c:spPr/>
              <c:txPr>
                <a:bodyPr anchorCtr="0"/>
                <a:lstStyle/>
                <a:p>
                  <a:pPr algn="ctr">
                    <a:defRPr lang="zh-CN" altLang="en-US" sz="800" b="0" i="0" u="none" strike="noStrike" kern="1200" baseline="0">
                      <a:solidFill>
                        <a:schemeClr val="bg1"/>
                      </a:solidFill>
                      <a:latin typeface="Arial"/>
                      <a:ea typeface="Arial"/>
                      <a:cs typeface="Arial"/>
                    </a:defRPr>
                  </a:pPr>
                  <a:endParaRPr lang="zh-CN"/>
                </a:p>
              </c:txPr>
              <c:showLegendKey val="0"/>
              <c:showVal val="0"/>
              <c:showCatName val="0"/>
              <c:showSerName val="0"/>
              <c:showPercent val="1"/>
              <c:showBubbleSize val="0"/>
              <c:extLst>
                <c:ext xmlns:c16="http://schemas.microsoft.com/office/drawing/2014/chart" uri="{C3380CC4-5D6E-409C-BE32-E72D297353CC}">
                  <c16:uniqueId val="{0000000C-7DB3-4793-B0E1-5F1AB68EAFFE}"/>
                </c:ext>
              </c:extLst>
            </c:dLbl>
            <c:dLbl>
              <c:idx val="6"/>
              <c:spPr/>
              <c:txPr>
                <a:bodyPr anchorCtr="0"/>
                <a:lstStyle/>
                <a:p>
                  <a:pPr algn="ctr">
                    <a:defRPr lang="zh-CN" altLang="en-US" sz="800" b="0" i="0" u="none" strike="noStrike" kern="1200" baseline="0">
                      <a:solidFill>
                        <a:schemeClr val="bg1"/>
                      </a:solidFill>
                      <a:latin typeface="Arial"/>
                      <a:ea typeface="Arial"/>
                      <a:cs typeface="Arial"/>
                    </a:defRPr>
                  </a:pPr>
                  <a:endParaRPr lang="zh-CN"/>
                </a:p>
              </c:txPr>
              <c:showLegendKey val="0"/>
              <c:showVal val="0"/>
              <c:showCatName val="0"/>
              <c:showSerName val="0"/>
              <c:showPercent val="1"/>
              <c:showBubbleSize val="0"/>
              <c:extLst>
                <c:ext xmlns:c16="http://schemas.microsoft.com/office/drawing/2014/chart" uri="{C3380CC4-5D6E-409C-BE32-E72D297353CC}">
                  <c16:uniqueId val="{0000000B-7DB3-4793-B0E1-5F1AB68EAFFE}"/>
                </c:ext>
              </c:extLst>
            </c:dLbl>
            <c:spPr>
              <a:noFill/>
              <a:ln>
                <a:noFill/>
              </a:ln>
              <a:effectLst/>
            </c:spPr>
            <c:txPr>
              <a:bodyPr anchorCtr="0"/>
              <a:lstStyle/>
              <a:p>
                <a:pPr algn="ctr">
                  <a:defRPr lang="zh-CN" altLang="en-US" sz="800" b="0" i="0" u="none" strike="noStrike" kern="1200" baseline="0">
                    <a:solidFill>
                      <a:schemeClr val="bg1"/>
                    </a:solidFill>
                    <a:latin typeface="Arial"/>
                    <a:ea typeface="Arial"/>
                    <a:cs typeface="Arial"/>
                  </a:defRPr>
                </a:pPr>
                <a:endParaRPr lang="zh-CN"/>
              </a:p>
            </c:txPr>
            <c:showLegendKey val="0"/>
            <c:showVal val="0"/>
            <c:showCatName val="0"/>
            <c:showSerName val="0"/>
            <c:showPercent val="1"/>
            <c:showBubbleSize val="0"/>
            <c:showLeaderLines val="1"/>
            <c:extLst>
              <c:ext xmlns:c15="http://schemas.microsoft.com/office/drawing/2012/chart" uri="{CE6537A1-D6FC-4f65-9D91-7224C49458BB}">
                <c15:layout/>
              </c:ext>
            </c:extLst>
          </c:dLbls>
          <c:cat>
            <c:strRef>
              <c:f>Sheet1!$A$2:$A$8</c:f>
              <c:strCache>
                <c:ptCount val="7"/>
                <c:pt idx="0">
                  <c:v>禾翝䪾昼敮比</c:v>
                </c:pt>
                <c:pt idx="1">
                  <c:v>外者常县飞布</c:v>
                </c:pt>
                <c:pt idx="2">
                  <c:v>者例派对量队参少 </c:v>
                </c:pt>
                <c:pt idx="3">
                  <c:v>构内专及心就些</c:v>
                </c:pt>
                <c:pt idx="4">
                  <c:v>战此劳上位都量</c:v>
                </c:pt>
                <c:pt idx="5">
                  <c:v>打不豆花取吴敌</c:v>
                </c:pt>
                <c:pt idx="6">
                  <c:v>任使况委南话后</c:v>
                </c:pt>
              </c:strCache>
            </c:strRef>
          </c:cat>
          <c:val>
            <c:numRef>
              <c:f>Sheet1!$B$2:$B$8</c:f>
              <c:numCache>
                <c:formatCode>General</c:formatCode>
                <c:ptCount val="7"/>
                <c:pt idx="0">
                  <c:v>8.1999999999999993</c:v>
                </c:pt>
                <c:pt idx="1">
                  <c:v>3.2</c:v>
                </c:pt>
                <c:pt idx="2">
                  <c:v>1.4</c:v>
                </c:pt>
                <c:pt idx="3">
                  <c:v>1.2</c:v>
                </c:pt>
                <c:pt idx="4">
                  <c:v>2</c:v>
                </c:pt>
                <c:pt idx="5">
                  <c:v>2.5</c:v>
                </c:pt>
                <c:pt idx="6">
                  <c:v>1</c:v>
                </c:pt>
              </c:numCache>
            </c:numRef>
          </c:val>
          <c:extLst>
            <c:ext xmlns:c16="http://schemas.microsoft.com/office/drawing/2014/chart" uri="{C3380CC4-5D6E-409C-BE32-E72D297353CC}">
              <c16:uniqueId val="{0000000D-7DB3-4793-B0E1-5F1AB68EAFFE}"/>
            </c:ext>
          </c:extLst>
        </c:ser>
        <c:dLbls>
          <c:showLegendKey val="0"/>
          <c:showVal val="0"/>
          <c:showCatName val="0"/>
          <c:showSerName val="0"/>
          <c:showPercent val="1"/>
          <c:showBubbleSize val="0"/>
          <c:showLeaderLines val="1"/>
        </c:dLbls>
        <c:firstSliceAng val="0"/>
      </c:pieChart>
    </c:plotArea>
    <c:legend>
      <c:legendPos val="tr"/>
      <c:layout/>
      <c:overlay val="0"/>
      <c:txPr>
        <a:bodyPr/>
        <a:lstStyle/>
        <a:p>
          <a:pPr>
            <a:defRPr sz="600" baseline="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legend>
    <c:plotVisOnly val="1"/>
    <c:dispBlanksAs val="gap"/>
    <c:showDLblsOverMax val="0"/>
  </c:chart>
  <c:txPr>
    <a:bodyPr/>
    <a:lstStyle/>
    <a:p>
      <a:pPr>
        <a:defRPr sz="800">
          <a:latin typeface="华文细黑"/>
          <a:ea typeface="华文细黑"/>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accent1"/>
                </a:solidFill>
                <a:latin typeface="华文黑体_易方达" panose="02010600040101010101" pitchFamily="2" charset="-122"/>
                <a:ea typeface="华文黑体_易方达" panose="02010600040101010101" pitchFamily="2" charset="-122"/>
                <a:cs typeface="+mn-cs"/>
              </a:defRPr>
            </a:pPr>
            <a:r>
              <a:rPr lang="zh-CN" sz="1000" b="0" dirty="0">
                <a:solidFill>
                  <a:schemeClr val="accent1"/>
                </a:solidFill>
              </a:rPr>
              <a:t>净值表现与累计超额收益</a:t>
            </a: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accent1"/>
              </a:solidFill>
              <a:latin typeface="华文黑体_易方达" panose="02010600040101010101" pitchFamily="2" charset="-122"/>
              <a:ea typeface="华文黑体_易方达" panose="02010600040101010101" pitchFamily="2" charset="-122"/>
              <a:cs typeface="+mn-cs"/>
            </a:defRPr>
          </a:pPr>
          <a:endParaRPr lang="zh-CN"/>
        </a:p>
      </c:txPr>
    </c:title>
    <c:autoTitleDeleted val="0"/>
    <c:plotArea>
      <c:layout>
        <c:manualLayout>
          <c:layoutTarget val="inner"/>
          <c:xMode val="edge"/>
          <c:yMode val="edge"/>
          <c:x val="6.713466027343705E-2"/>
          <c:y val="0.16764168747017277"/>
          <c:w val="0.84603642761047293"/>
          <c:h val="0.57929919382485218"/>
        </c:manualLayout>
      </c:layout>
      <c:areaChart>
        <c:grouping val="standard"/>
        <c:varyColors val="0"/>
        <c:ser>
          <c:idx val="2"/>
          <c:order val="2"/>
          <c:tx>
            <c:strRef>
              <c:f>沪深300增强_Wind!$K$9</c:f>
              <c:strCache>
                <c:ptCount val="1"/>
                <c:pt idx="0">
                  <c:v>累计超额收益</c:v>
                </c:pt>
              </c:strCache>
            </c:strRef>
          </c:tx>
          <c:spPr>
            <a:solidFill>
              <a:srgbClr val="C1C6C8"/>
            </a:solidFill>
            <a:ln>
              <a:noFill/>
            </a:ln>
            <a:effectLst/>
          </c:spPr>
          <c:cat>
            <c:numRef>
              <c:f>沪深300增强_Wind!$B$11:$B$1165</c:f>
              <c:numCache>
                <c:formatCode>yyyy/mm/dd</c:formatCode>
                <c:ptCount val="1155"/>
                <c:pt idx="0">
                  <c:v>41094</c:v>
                </c:pt>
                <c:pt idx="1">
                  <c:v>41095</c:v>
                </c:pt>
                <c:pt idx="2">
                  <c:v>41096</c:v>
                </c:pt>
                <c:pt idx="3">
                  <c:v>41099</c:v>
                </c:pt>
                <c:pt idx="4">
                  <c:v>41100</c:v>
                </c:pt>
                <c:pt idx="5">
                  <c:v>41101</c:v>
                </c:pt>
                <c:pt idx="6">
                  <c:v>41102</c:v>
                </c:pt>
                <c:pt idx="7">
                  <c:v>41103</c:v>
                </c:pt>
                <c:pt idx="8">
                  <c:v>41106</c:v>
                </c:pt>
                <c:pt idx="9">
                  <c:v>41107</c:v>
                </c:pt>
                <c:pt idx="10">
                  <c:v>41108</c:v>
                </c:pt>
                <c:pt idx="11">
                  <c:v>41109</c:v>
                </c:pt>
                <c:pt idx="12">
                  <c:v>41110</c:v>
                </c:pt>
                <c:pt idx="13">
                  <c:v>41113</c:v>
                </c:pt>
                <c:pt idx="14">
                  <c:v>41114</c:v>
                </c:pt>
                <c:pt idx="15">
                  <c:v>41115</c:v>
                </c:pt>
                <c:pt idx="16">
                  <c:v>41116</c:v>
                </c:pt>
                <c:pt idx="17">
                  <c:v>41117</c:v>
                </c:pt>
                <c:pt idx="18">
                  <c:v>41120</c:v>
                </c:pt>
                <c:pt idx="19">
                  <c:v>41121</c:v>
                </c:pt>
                <c:pt idx="20">
                  <c:v>41122</c:v>
                </c:pt>
                <c:pt idx="21">
                  <c:v>41123</c:v>
                </c:pt>
                <c:pt idx="22">
                  <c:v>41124</c:v>
                </c:pt>
                <c:pt idx="23">
                  <c:v>41127</c:v>
                </c:pt>
                <c:pt idx="24">
                  <c:v>41128</c:v>
                </c:pt>
                <c:pt idx="25">
                  <c:v>41129</c:v>
                </c:pt>
                <c:pt idx="26">
                  <c:v>41130</c:v>
                </c:pt>
                <c:pt idx="27">
                  <c:v>41131</c:v>
                </c:pt>
                <c:pt idx="28">
                  <c:v>41134</c:v>
                </c:pt>
                <c:pt idx="29">
                  <c:v>41135</c:v>
                </c:pt>
                <c:pt idx="30">
                  <c:v>41136</c:v>
                </c:pt>
                <c:pt idx="31">
                  <c:v>41137</c:v>
                </c:pt>
                <c:pt idx="32">
                  <c:v>41138</c:v>
                </c:pt>
                <c:pt idx="33">
                  <c:v>41141</c:v>
                </c:pt>
                <c:pt idx="34">
                  <c:v>41142</c:v>
                </c:pt>
                <c:pt idx="35">
                  <c:v>41143</c:v>
                </c:pt>
                <c:pt idx="36">
                  <c:v>41144</c:v>
                </c:pt>
                <c:pt idx="37">
                  <c:v>41145</c:v>
                </c:pt>
                <c:pt idx="38">
                  <c:v>41148</c:v>
                </c:pt>
                <c:pt idx="39">
                  <c:v>41149</c:v>
                </c:pt>
                <c:pt idx="40">
                  <c:v>41150</c:v>
                </c:pt>
                <c:pt idx="41">
                  <c:v>41151</c:v>
                </c:pt>
                <c:pt idx="42">
                  <c:v>41152</c:v>
                </c:pt>
                <c:pt idx="43">
                  <c:v>41155</c:v>
                </c:pt>
                <c:pt idx="44">
                  <c:v>41156</c:v>
                </c:pt>
                <c:pt idx="45">
                  <c:v>41157</c:v>
                </c:pt>
                <c:pt idx="46">
                  <c:v>41158</c:v>
                </c:pt>
                <c:pt idx="47">
                  <c:v>41159</c:v>
                </c:pt>
                <c:pt idx="48">
                  <c:v>41162</c:v>
                </c:pt>
                <c:pt idx="49">
                  <c:v>41163</c:v>
                </c:pt>
                <c:pt idx="50">
                  <c:v>41164</c:v>
                </c:pt>
                <c:pt idx="51">
                  <c:v>41165</c:v>
                </c:pt>
                <c:pt idx="52">
                  <c:v>41166</c:v>
                </c:pt>
                <c:pt idx="53">
                  <c:v>41169</c:v>
                </c:pt>
                <c:pt idx="54">
                  <c:v>41170</c:v>
                </c:pt>
                <c:pt idx="55">
                  <c:v>41171</c:v>
                </c:pt>
                <c:pt idx="56">
                  <c:v>41172</c:v>
                </c:pt>
                <c:pt idx="57">
                  <c:v>41173</c:v>
                </c:pt>
                <c:pt idx="58">
                  <c:v>41176</c:v>
                </c:pt>
                <c:pt idx="59">
                  <c:v>41177</c:v>
                </c:pt>
                <c:pt idx="60">
                  <c:v>41178</c:v>
                </c:pt>
                <c:pt idx="61">
                  <c:v>41179</c:v>
                </c:pt>
                <c:pt idx="62">
                  <c:v>41180</c:v>
                </c:pt>
                <c:pt idx="63">
                  <c:v>41190</c:v>
                </c:pt>
                <c:pt idx="64">
                  <c:v>41191</c:v>
                </c:pt>
                <c:pt idx="65">
                  <c:v>41192</c:v>
                </c:pt>
                <c:pt idx="66">
                  <c:v>41193</c:v>
                </c:pt>
                <c:pt idx="67">
                  <c:v>41194</c:v>
                </c:pt>
                <c:pt idx="68">
                  <c:v>41197</c:v>
                </c:pt>
                <c:pt idx="69">
                  <c:v>41198</c:v>
                </c:pt>
                <c:pt idx="70">
                  <c:v>41199</c:v>
                </c:pt>
                <c:pt idx="71">
                  <c:v>41200</c:v>
                </c:pt>
                <c:pt idx="72">
                  <c:v>41201</c:v>
                </c:pt>
                <c:pt idx="73">
                  <c:v>41204</c:v>
                </c:pt>
                <c:pt idx="74">
                  <c:v>41205</c:v>
                </c:pt>
                <c:pt idx="75">
                  <c:v>41206</c:v>
                </c:pt>
                <c:pt idx="76">
                  <c:v>41207</c:v>
                </c:pt>
                <c:pt idx="77">
                  <c:v>41208</c:v>
                </c:pt>
                <c:pt idx="78">
                  <c:v>41211</c:v>
                </c:pt>
                <c:pt idx="79">
                  <c:v>41212</c:v>
                </c:pt>
                <c:pt idx="80">
                  <c:v>41213</c:v>
                </c:pt>
                <c:pt idx="81">
                  <c:v>41214</c:v>
                </c:pt>
                <c:pt idx="82">
                  <c:v>41215</c:v>
                </c:pt>
                <c:pt idx="83">
                  <c:v>41218</c:v>
                </c:pt>
                <c:pt idx="84">
                  <c:v>41219</c:v>
                </c:pt>
                <c:pt idx="85">
                  <c:v>41220</c:v>
                </c:pt>
                <c:pt idx="86">
                  <c:v>41221</c:v>
                </c:pt>
                <c:pt idx="87">
                  <c:v>41222</c:v>
                </c:pt>
                <c:pt idx="88">
                  <c:v>41225</c:v>
                </c:pt>
                <c:pt idx="89">
                  <c:v>41226</c:v>
                </c:pt>
                <c:pt idx="90">
                  <c:v>41227</c:v>
                </c:pt>
                <c:pt idx="91">
                  <c:v>41228</c:v>
                </c:pt>
                <c:pt idx="92">
                  <c:v>41229</c:v>
                </c:pt>
                <c:pt idx="93">
                  <c:v>41232</c:v>
                </c:pt>
                <c:pt idx="94">
                  <c:v>41233</c:v>
                </c:pt>
                <c:pt idx="95">
                  <c:v>41234</c:v>
                </c:pt>
                <c:pt idx="96">
                  <c:v>41235</c:v>
                </c:pt>
                <c:pt idx="97">
                  <c:v>41236</c:v>
                </c:pt>
                <c:pt idx="98">
                  <c:v>41239</c:v>
                </c:pt>
                <c:pt idx="99">
                  <c:v>41240</c:v>
                </c:pt>
                <c:pt idx="100">
                  <c:v>41241</c:v>
                </c:pt>
                <c:pt idx="101">
                  <c:v>41242</c:v>
                </c:pt>
                <c:pt idx="102">
                  <c:v>41243</c:v>
                </c:pt>
                <c:pt idx="103">
                  <c:v>41246</c:v>
                </c:pt>
                <c:pt idx="104">
                  <c:v>41247</c:v>
                </c:pt>
                <c:pt idx="105">
                  <c:v>41248</c:v>
                </c:pt>
                <c:pt idx="106">
                  <c:v>41249</c:v>
                </c:pt>
                <c:pt idx="107">
                  <c:v>41250</c:v>
                </c:pt>
                <c:pt idx="108">
                  <c:v>41253</c:v>
                </c:pt>
                <c:pt idx="109">
                  <c:v>41254</c:v>
                </c:pt>
                <c:pt idx="110">
                  <c:v>41255</c:v>
                </c:pt>
                <c:pt idx="111">
                  <c:v>41256</c:v>
                </c:pt>
                <c:pt idx="112">
                  <c:v>41257</c:v>
                </c:pt>
                <c:pt idx="113">
                  <c:v>41260</c:v>
                </c:pt>
                <c:pt idx="114">
                  <c:v>41261</c:v>
                </c:pt>
                <c:pt idx="115">
                  <c:v>41262</c:v>
                </c:pt>
                <c:pt idx="116">
                  <c:v>41263</c:v>
                </c:pt>
                <c:pt idx="117">
                  <c:v>41264</c:v>
                </c:pt>
                <c:pt idx="118">
                  <c:v>41267</c:v>
                </c:pt>
                <c:pt idx="119">
                  <c:v>41268</c:v>
                </c:pt>
                <c:pt idx="120">
                  <c:v>41269</c:v>
                </c:pt>
                <c:pt idx="121">
                  <c:v>41270</c:v>
                </c:pt>
                <c:pt idx="122">
                  <c:v>41271</c:v>
                </c:pt>
                <c:pt idx="123">
                  <c:v>41274</c:v>
                </c:pt>
                <c:pt idx="124">
                  <c:v>41278</c:v>
                </c:pt>
                <c:pt idx="125">
                  <c:v>41281</c:v>
                </c:pt>
                <c:pt idx="126">
                  <c:v>41282</c:v>
                </c:pt>
                <c:pt idx="127">
                  <c:v>41283</c:v>
                </c:pt>
                <c:pt idx="128">
                  <c:v>41284</c:v>
                </c:pt>
                <c:pt idx="129">
                  <c:v>41285</c:v>
                </c:pt>
                <c:pt idx="130">
                  <c:v>41288</c:v>
                </c:pt>
                <c:pt idx="131">
                  <c:v>41289</c:v>
                </c:pt>
                <c:pt idx="132">
                  <c:v>41290</c:v>
                </c:pt>
                <c:pt idx="133">
                  <c:v>41291</c:v>
                </c:pt>
                <c:pt idx="134">
                  <c:v>41292</c:v>
                </c:pt>
                <c:pt idx="135">
                  <c:v>41295</c:v>
                </c:pt>
                <c:pt idx="136">
                  <c:v>41296</c:v>
                </c:pt>
                <c:pt idx="137">
                  <c:v>41297</c:v>
                </c:pt>
                <c:pt idx="138">
                  <c:v>41298</c:v>
                </c:pt>
                <c:pt idx="139">
                  <c:v>41299</c:v>
                </c:pt>
                <c:pt idx="140">
                  <c:v>41302</c:v>
                </c:pt>
                <c:pt idx="141">
                  <c:v>41303</c:v>
                </c:pt>
                <c:pt idx="142">
                  <c:v>41304</c:v>
                </c:pt>
                <c:pt idx="143">
                  <c:v>41305</c:v>
                </c:pt>
                <c:pt idx="144">
                  <c:v>41306</c:v>
                </c:pt>
                <c:pt idx="145">
                  <c:v>41309</c:v>
                </c:pt>
                <c:pt idx="146">
                  <c:v>41310</c:v>
                </c:pt>
                <c:pt idx="147">
                  <c:v>41311</c:v>
                </c:pt>
                <c:pt idx="148">
                  <c:v>41312</c:v>
                </c:pt>
                <c:pt idx="149">
                  <c:v>41313</c:v>
                </c:pt>
                <c:pt idx="150">
                  <c:v>41323</c:v>
                </c:pt>
                <c:pt idx="151">
                  <c:v>41324</c:v>
                </c:pt>
                <c:pt idx="152">
                  <c:v>41325</c:v>
                </c:pt>
                <c:pt idx="153">
                  <c:v>41326</c:v>
                </c:pt>
                <c:pt idx="154">
                  <c:v>41327</c:v>
                </c:pt>
                <c:pt idx="155">
                  <c:v>41330</c:v>
                </c:pt>
                <c:pt idx="156">
                  <c:v>41331</c:v>
                </c:pt>
                <c:pt idx="157">
                  <c:v>41332</c:v>
                </c:pt>
                <c:pt idx="158">
                  <c:v>41333</c:v>
                </c:pt>
                <c:pt idx="159">
                  <c:v>41334</c:v>
                </c:pt>
                <c:pt idx="160">
                  <c:v>41337</c:v>
                </c:pt>
                <c:pt idx="161">
                  <c:v>41338</c:v>
                </c:pt>
                <c:pt idx="162">
                  <c:v>41339</c:v>
                </c:pt>
                <c:pt idx="163">
                  <c:v>41340</c:v>
                </c:pt>
                <c:pt idx="164">
                  <c:v>41341</c:v>
                </c:pt>
                <c:pt idx="165">
                  <c:v>41344</c:v>
                </c:pt>
                <c:pt idx="166">
                  <c:v>41345</c:v>
                </c:pt>
                <c:pt idx="167">
                  <c:v>41346</c:v>
                </c:pt>
                <c:pt idx="168">
                  <c:v>41347</c:v>
                </c:pt>
                <c:pt idx="169">
                  <c:v>41348</c:v>
                </c:pt>
                <c:pt idx="170">
                  <c:v>41351</c:v>
                </c:pt>
                <c:pt idx="171">
                  <c:v>41352</c:v>
                </c:pt>
                <c:pt idx="172">
                  <c:v>41353</c:v>
                </c:pt>
                <c:pt idx="173">
                  <c:v>41354</c:v>
                </c:pt>
                <c:pt idx="174">
                  <c:v>41355</c:v>
                </c:pt>
                <c:pt idx="175">
                  <c:v>41358</c:v>
                </c:pt>
                <c:pt idx="176">
                  <c:v>41359</c:v>
                </c:pt>
                <c:pt idx="177">
                  <c:v>41360</c:v>
                </c:pt>
                <c:pt idx="178">
                  <c:v>41361</c:v>
                </c:pt>
                <c:pt idx="179">
                  <c:v>41362</c:v>
                </c:pt>
                <c:pt idx="180">
                  <c:v>41365</c:v>
                </c:pt>
                <c:pt idx="181">
                  <c:v>41366</c:v>
                </c:pt>
                <c:pt idx="182">
                  <c:v>41367</c:v>
                </c:pt>
                <c:pt idx="183">
                  <c:v>41372</c:v>
                </c:pt>
                <c:pt idx="184">
                  <c:v>41373</c:v>
                </c:pt>
                <c:pt idx="185">
                  <c:v>41374</c:v>
                </c:pt>
                <c:pt idx="186">
                  <c:v>41375</c:v>
                </c:pt>
                <c:pt idx="187">
                  <c:v>41376</c:v>
                </c:pt>
                <c:pt idx="188">
                  <c:v>41379</c:v>
                </c:pt>
                <c:pt idx="189">
                  <c:v>41380</c:v>
                </c:pt>
                <c:pt idx="190">
                  <c:v>41381</c:v>
                </c:pt>
                <c:pt idx="191">
                  <c:v>41382</c:v>
                </c:pt>
                <c:pt idx="192">
                  <c:v>41383</c:v>
                </c:pt>
                <c:pt idx="193">
                  <c:v>41386</c:v>
                </c:pt>
                <c:pt idx="194">
                  <c:v>41387</c:v>
                </c:pt>
                <c:pt idx="195">
                  <c:v>41388</c:v>
                </c:pt>
                <c:pt idx="196">
                  <c:v>41389</c:v>
                </c:pt>
                <c:pt idx="197">
                  <c:v>41390</c:v>
                </c:pt>
                <c:pt idx="198">
                  <c:v>41396</c:v>
                </c:pt>
                <c:pt idx="199">
                  <c:v>41397</c:v>
                </c:pt>
                <c:pt idx="200">
                  <c:v>41400</c:v>
                </c:pt>
                <c:pt idx="201">
                  <c:v>41401</c:v>
                </c:pt>
                <c:pt idx="202">
                  <c:v>41402</c:v>
                </c:pt>
                <c:pt idx="203">
                  <c:v>41403</c:v>
                </c:pt>
                <c:pt idx="204">
                  <c:v>41404</c:v>
                </c:pt>
                <c:pt idx="205">
                  <c:v>41407</c:v>
                </c:pt>
                <c:pt idx="206">
                  <c:v>41408</c:v>
                </c:pt>
                <c:pt idx="207">
                  <c:v>41409</c:v>
                </c:pt>
                <c:pt idx="208">
                  <c:v>41410</c:v>
                </c:pt>
                <c:pt idx="209">
                  <c:v>41411</c:v>
                </c:pt>
                <c:pt idx="210">
                  <c:v>41414</c:v>
                </c:pt>
                <c:pt idx="211">
                  <c:v>41415</c:v>
                </c:pt>
                <c:pt idx="212">
                  <c:v>41416</c:v>
                </c:pt>
                <c:pt idx="213">
                  <c:v>41417</c:v>
                </c:pt>
                <c:pt idx="214">
                  <c:v>41418</c:v>
                </c:pt>
                <c:pt idx="215">
                  <c:v>41421</c:v>
                </c:pt>
                <c:pt idx="216">
                  <c:v>41422</c:v>
                </c:pt>
                <c:pt idx="217">
                  <c:v>41423</c:v>
                </c:pt>
                <c:pt idx="218">
                  <c:v>41424</c:v>
                </c:pt>
                <c:pt idx="219">
                  <c:v>41425</c:v>
                </c:pt>
                <c:pt idx="220">
                  <c:v>41428</c:v>
                </c:pt>
                <c:pt idx="221">
                  <c:v>41429</c:v>
                </c:pt>
                <c:pt idx="222">
                  <c:v>41430</c:v>
                </c:pt>
                <c:pt idx="223">
                  <c:v>41431</c:v>
                </c:pt>
                <c:pt idx="224">
                  <c:v>41432</c:v>
                </c:pt>
                <c:pt idx="225">
                  <c:v>41438</c:v>
                </c:pt>
                <c:pt idx="226">
                  <c:v>41439</c:v>
                </c:pt>
                <c:pt idx="227">
                  <c:v>41442</c:v>
                </c:pt>
                <c:pt idx="228">
                  <c:v>41443</c:v>
                </c:pt>
                <c:pt idx="229">
                  <c:v>41444</c:v>
                </c:pt>
                <c:pt idx="230">
                  <c:v>41445</c:v>
                </c:pt>
                <c:pt idx="231">
                  <c:v>41446</c:v>
                </c:pt>
                <c:pt idx="232">
                  <c:v>41449</c:v>
                </c:pt>
                <c:pt idx="233">
                  <c:v>41450</c:v>
                </c:pt>
                <c:pt idx="234">
                  <c:v>41451</c:v>
                </c:pt>
                <c:pt idx="235">
                  <c:v>41452</c:v>
                </c:pt>
                <c:pt idx="236">
                  <c:v>41453</c:v>
                </c:pt>
                <c:pt idx="237">
                  <c:v>41456</c:v>
                </c:pt>
                <c:pt idx="238">
                  <c:v>41457</c:v>
                </c:pt>
                <c:pt idx="239">
                  <c:v>41458</c:v>
                </c:pt>
                <c:pt idx="240">
                  <c:v>41459</c:v>
                </c:pt>
                <c:pt idx="241">
                  <c:v>41460</c:v>
                </c:pt>
                <c:pt idx="242">
                  <c:v>41463</c:v>
                </c:pt>
                <c:pt idx="243">
                  <c:v>41464</c:v>
                </c:pt>
                <c:pt idx="244">
                  <c:v>41465</c:v>
                </c:pt>
                <c:pt idx="245">
                  <c:v>41466</c:v>
                </c:pt>
                <c:pt idx="246">
                  <c:v>41467</c:v>
                </c:pt>
                <c:pt idx="247">
                  <c:v>41470</c:v>
                </c:pt>
                <c:pt idx="248">
                  <c:v>41471</c:v>
                </c:pt>
                <c:pt idx="249">
                  <c:v>41472</c:v>
                </c:pt>
                <c:pt idx="250">
                  <c:v>41473</c:v>
                </c:pt>
                <c:pt idx="251">
                  <c:v>41474</c:v>
                </c:pt>
                <c:pt idx="252">
                  <c:v>41477</c:v>
                </c:pt>
                <c:pt idx="253">
                  <c:v>41478</c:v>
                </c:pt>
                <c:pt idx="254">
                  <c:v>41479</c:v>
                </c:pt>
                <c:pt idx="255">
                  <c:v>41480</c:v>
                </c:pt>
                <c:pt idx="256">
                  <c:v>41481</c:v>
                </c:pt>
                <c:pt idx="257">
                  <c:v>41484</c:v>
                </c:pt>
                <c:pt idx="258">
                  <c:v>41485</c:v>
                </c:pt>
                <c:pt idx="259">
                  <c:v>41486</c:v>
                </c:pt>
                <c:pt idx="260">
                  <c:v>41487</c:v>
                </c:pt>
                <c:pt idx="261">
                  <c:v>41488</c:v>
                </c:pt>
                <c:pt idx="262">
                  <c:v>41491</c:v>
                </c:pt>
                <c:pt idx="263">
                  <c:v>41492</c:v>
                </c:pt>
                <c:pt idx="264">
                  <c:v>41493</c:v>
                </c:pt>
                <c:pt idx="265">
                  <c:v>41494</c:v>
                </c:pt>
                <c:pt idx="266">
                  <c:v>41495</c:v>
                </c:pt>
                <c:pt idx="267">
                  <c:v>41498</c:v>
                </c:pt>
                <c:pt idx="268">
                  <c:v>41499</c:v>
                </c:pt>
                <c:pt idx="269">
                  <c:v>41500</c:v>
                </c:pt>
                <c:pt idx="270">
                  <c:v>41501</c:v>
                </c:pt>
                <c:pt idx="271">
                  <c:v>41502</c:v>
                </c:pt>
                <c:pt idx="272">
                  <c:v>41505</c:v>
                </c:pt>
                <c:pt idx="273">
                  <c:v>41506</c:v>
                </c:pt>
                <c:pt idx="274">
                  <c:v>41507</c:v>
                </c:pt>
                <c:pt idx="275">
                  <c:v>41508</c:v>
                </c:pt>
                <c:pt idx="276">
                  <c:v>41509</c:v>
                </c:pt>
                <c:pt idx="277">
                  <c:v>41512</c:v>
                </c:pt>
                <c:pt idx="278">
                  <c:v>41513</c:v>
                </c:pt>
                <c:pt idx="279">
                  <c:v>41514</c:v>
                </c:pt>
                <c:pt idx="280">
                  <c:v>41515</c:v>
                </c:pt>
                <c:pt idx="281">
                  <c:v>41516</c:v>
                </c:pt>
                <c:pt idx="282">
                  <c:v>41519</c:v>
                </c:pt>
                <c:pt idx="283">
                  <c:v>41520</c:v>
                </c:pt>
                <c:pt idx="284">
                  <c:v>41521</c:v>
                </c:pt>
                <c:pt idx="285">
                  <c:v>41522</c:v>
                </c:pt>
                <c:pt idx="286">
                  <c:v>41523</c:v>
                </c:pt>
                <c:pt idx="287">
                  <c:v>41526</c:v>
                </c:pt>
                <c:pt idx="288">
                  <c:v>41527</c:v>
                </c:pt>
                <c:pt idx="289">
                  <c:v>41528</c:v>
                </c:pt>
                <c:pt idx="290">
                  <c:v>41529</c:v>
                </c:pt>
                <c:pt idx="291">
                  <c:v>41530</c:v>
                </c:pt>
                <c:pt idx="292">
                  <c:v>41533</c:v>
                </c:pt>
                <c:pt idx="293">
                  <c:v>41534</c:v>
                </c:pt>
                <c:pt idx="294">
                  <c:v>41535</c:v>
                </c:pt>
                <c:pt idx="295">
                  <c:v>41540</c:v>
                </c:pt>
                <c:pt idx="296">
                  <c:v>41541</c:v>
                </c:pt>
                <c:pt idx="297">
                  <c:v>41542</c:v>
                </c:pt>
                <c:pt idx="298">
                  <c:v>41543</c:v>
                </c:pt>
                <c:pt idx="299">
                  <c:v>41544</c:v>
                </c:pt>
                <c:pt idx="300">
                  <c:v>41547</c:v>
                </c:pt>
                <c:pt idx="301">
                  <c:v>41555</c:v>
                </c:pt>
                <c:pt idx="302">
                  <c:v>41556</c:v>
                </c:pt>
                <c:pt idx="303">
                  <c:v>41557</c:v>
                </c:pt>
                <c:pt idx="304">
                  <c:v>41558</c:v>
                </c:pt>
                <c:pt idx="305">
                  <c:v>41561</c:v>
                </c:pt>
                <c:pt idx="306">
                  <c:v>41562</c:v>
                </c:pt>
                <c:pt idx="307">
                  <c:v>41563</c:v>
                </c:pt>
                <c:pt idx="308">
                  <c:v>41564</c:v>
                </c:pt>
                <c:pt idx="309">
                  <c:v>41565</c:v>
                </c:pt>
                <c:pt idx="310">
                  <c:v>41568</c:v>
                </c:pt>
                <c:pt idx="311">
                  <c:v>41569</c:v>
                </c:pt>
                <c:pt idx="312">
                  <c:v>41570</c:v>
                </c:pt>
                <c:pt idx="313">
                  <c:v>41571</c:v>
                </c:pt>
                <c:pt idx="314">
                  <c:v>41572</c:v>
                </c:pt>
                <c:pt idx="315">
                  <c:v>41575</c:v>
                </c:pt>
                <c:pt idx="316">
                  <c:v>41576</c:v>
                </c:pt>
                <c:pt idx="317">
                  <c:v>41577</c:v>
                </c:pt>
                <c:pt idx="318">
                  <c:v>41578</c:v>
                </c:pt>
                <c:pt idx="319">
                  <c:v>41579</c:v>
                </c:pt>
                <c:pt idx="320">
                  <c:v>41582</c:v>
                </c:pt>
                <c:pt idx="321">
                  <c:v>41583</c:v>
                </c:pt>
                <c:pt idx="322">
                  <c:v>41584</c:v>
                </c:pt>
                <c:pt idx="323">
                  <c:v>41585</c:v>
                </c:pt>
                <c:pt idx="324">
                  <c:v>41586</c:v>
                </c:pt>
                <c:pt idx="325">
                  <c:v>41589</c:v>
                </c:pt>
                <c:pt idx="326">
                  <c:v>41590</c:v>
                </c:pt>
                <c:pt idx="327">
                  <c:v>41591</c:v>
                </c:pt>
                <c:pt idx="328">
                  <c:v>41592</c:v>
                </c:pt>
                <c:pt idx="329">
                  <c:v>41593</c:v>
                </c:pt>
                <c:pt idx="330">
                  <c:v>41596</c:v>
                </c:pt>
                <c:pt idx="331">
                  <c:v>41597</c:v>
                </c:pt>
                <c:pt idx="332">
                  <c:v>41598</c:v>
                </c:pt>
                <c:pt idx="333">
                  <c:v>41599</c:v>
                </c:pt>
                <c:pt idx="334">
                  <c:v>41600</c:v>
                </c:pt>
                <c:pt idx="335">
                  <c:v>41603</c:v>
                </c:pt>
                <c:pt idx="336">
                  <c:v>41604</c:v>
                </c:pt>
                <c:pt idx="337">
                  <c:v>41605</c:v>
                </c:pt>
                <c:pt idx="338">
                  <c:v>41606</c:v>
                </c:pt>
                <c:pt idx="339">
                  <c:v>41607</c:v>
                </c:pt>
                <c:pt idx="340">
                  <c:v>41610</c:v>
                </c:pt>
                <c:pt idx="341">
                  <c:v>41611</c:v>
                </c:pt>
                <c:pt idx="342">
                  <c:v>41612</c:v>
                </c:pt>
                <c:pt idx="343">
                  <c:v>41613</c:v>
                </c:pt>
                <c:pt idx="344">
                  <c:v>41614</c:v>
                </c:pt>
                <c:pt idx="345">
                  <c:v>41617</c:v>
                </c:pt>
                <c:pt idx="346">
                  <c:v>41618</c:v>
                </c:pt>
                <c:pt idx="347">
                  <c:v>41619</c:v>
                </c:pt>
                <c:pt idx="348">
                  <c:v>41620</c:v>
                </c:pt>
                <c:pt idx="349">
                  <c:v>41621</c:v>
                </c:pt>
                <c:pt idx="350">
                  <c:v>41624</c:v>
                </c:pt>
                <c:pt idx="351">
                  <c:v>41625</c:v>
                </c:pt>
                <c:pt idx="352">
                  <c:v>41626</c:v>
                </c:pt>
                <c:pt idx="353">
                  <c:v>41627</c:v>
                </c:pt>
                <c:pt idx="354">
                  <c:v>41628</c:v>
                </c:pt>
                <c:pt idx="355">
                  <c:v>41631</c:v>
                </c:pt>
                <c:pt idx="356">
                  <c:v>41632</c:v>
                </c:pt>
                <c:pt idx="357">
                  <c:v>41633</c:v>
                </c:pt>
                <c:pt idx="358">
                  <c:v>41634</c:v>
                </c:pt>
                <c:pt idx="359">
                  <c:v>41635</c:v>
                </c:pt>
                <c:pt idx="360">
                  <c:v>41638</c:v>
                </c:pt>
                <c:pt idx="361">
                  <c:v>41639</c:v>
                </c:pt>
                <c:pt idx="362">
                  <c:v>41641</c:v>
                </c:pt>
                <c:pt idx="363">
                  <c:v>41642</c:v>
                </c:pt>
                <c:pt idx="364">
                  <c:v>41645</c:v>
                </c:pt>
                <c:pt idx="365">
                  <c:v>41646</c:v>
                </c:pt>
                <c:pt idx="366">
                  <c:v>41647</c:v>
                </c:pt>
                <c:pt idx="367">
                  <c:v>41648</c:v>
                </c:pt>
                <c:pt idx="368">
                  <c:v>41649</c:v>
                </c:pt>
                <c:pt idx="369">
                  <c:v>41652</c:v>
                </c:pt>
                <c:pt idx="370">
                  <c:v>41653</c:v>
                </c:pt>
                <c:pt idx="371">
                  <c:v>41654</c:v>
                </c:pt>
                <c:pt idx="372">
                  <c:v>41655</c:v>
                </c:pt>
                <c:pt idx="373">
                  <c:v>41656</c:v>
                </c:pt>
                <c:pt idx="374">
                  <c:v>41659</c:v>
                </c:pt>
                <c:pt idx="375">
                  <c:v>41660</c:v>
                </c:pt>
                <c:pt idx="376">
                  <c:v>41661</c:v>
                </c:pt>
                <c:pt idx="377">
                  <c:v>41662</c:v>
                </c:pt>
                <c:pt idx="378">
                  <c:v>41663</c:v>
                </c:pt>
                <c:pt idx="379">
                  <c:v>41666</c:v>
                </c:pt>
                <c:pt idx="380">
                  <c:v>41667</c:v>
                </c:pt>
                <c:pt idx="381">
                  <c:v>41668</c:v>
                </c:pt>
                <c:pt idx="382">
                  <c:v>41669</c:v>
                </c:pt>
                <c:pt idx="383">
                  <c:v>41677</c:v>
                </c:pt>
                <c:pt idx="384">
                  <c:v>41680</c:v>
                </c:pt>
                <c:pt idx="385">
                  <c:v>41681</c:v>
                </c:pt>
                <c:pt idx="386">
                  <c:v>41682</c:v>
                </c:pt>
                <c:pt idx="387">
                  <c:v>41683</c:v>
                </c:pt>
                <c:pt idx="388">
                  <c:v>41684</c:v>
                </c:pt>
                <c:pt idx="389">
                  <c:v>41687</c:v>
                </c:pt>
                <c:pt idx="390">
                  <c:v>41688</c:v>
                </c:pt>
                <c:pt idx="391">
                  <c:v>41689</c:v>
                </c:pt>
                <c:pt idx="392">
                  <c:v>41690</c:v>
                </c:pt>
                <c:pt idx="393">
                  <c:v>41691</c:v>
                </c:pt>
                <c:pt idx="394">
                  <c:v>41694</c:v>
                </c:pt>
                <c:pt idx="395">
                  <c:v>41695</c:v>
                </c:pt>
                <c:pt idx="396">
                  <c:v>41696</c:v>
                </c:pt>
                <c:pt idx="397">
                  <c:v>41697</c:v>
                </c:pt>
                <c:pt idx="398">
                  <c:v>41698</c:v>
                </c:pt>
                <c:pt idx="399">
                  <c:v>41701</c:v>
                </c:pt>
                <c:pt idx="400">
                  <c:v>41702</c:v>
                </c:pt>
                <c:pt idx="401">
                  <c:v>41703</c:v>
                </c:pt>
                <c:pt idx="402">
                  <c:v>41704</c:v>
                </c:pt>
                <c:pt idx="403">
                  <c:v>41705</c:v>
                </c:pt>
                <c:pt idx="404">
                  <c:v>41708</c:v>
                </c:pt>
                <c:pt idx="405">
                  <c:v>41709</c:v>
                </c:pt>
                <c:pt idx="406">
                  <c:v>41710</c:v>
                </c:pt>
                <c:pt idx="407">
                  <c:v>41711</c:v>
                </c:pt>
                <c:pt idx="408">
                  <c:v>41712</c:v>
                </c:pt>
                <c:pt idx="409">
                  <c:v>41715</c:v>
                </c:pt>
                <c:pt idx="410">
                  <c:v>41716</c:v>
                </c:pt>
                <c:pt idx="411">
                  <c:v>41717</c:v>
                </c:pt>
                <c:pt idx="412">
                  <c:v>41718</c:v>
                </c:pt>
                <c:pt idx="413">
                  <c:v>41719</c:v>
                </c:pt>
                <c:pt idx="414">
                  <c:v>41722</c:v>
                </c:pt>
                <c:pt idx="415">
                  <c:v>41723</c:v>
                </c:pt>
                <c:pt idx="416">
                  <c:v>41724</c:v>
                </c:pt>
                <c:pt idx="417">
                  <c:v>41725</c:v>
                </c:pt>
                <c:pt idx="418">
                  <c:v>41726</c:v>
                </c:pt>
                <c:pt idx="419">
                  <c:v>41729</c:v>
                </c:pt>
                <c:pt idx="420">
                  <c:v>41730</c:v>
                </c:pt>
                <c:pt idx="421">
                  <c:v>41731</c:v>
                </c:pt>
                <c:pt idx="422">
                  <c:v>41732</c:v>
                </c:pt>
                <c:pt idx="423">
                  <c:v>41733</c:v>
                </c:pt>
                <c:pt idx="424">
                  <c:v>41737</c:v>
                </c:pt>
                <c:pt idx="425">
                  <c:v>41738</c:v>
                </c:pt>
                <c:pt idx="426">
                  <c:v>41739</c:v>
                </c:pt>
                <c:pt idx="427">
                  <c:v>41740</c:v>
                </c:pt>
                <c:pt idx="428">
                  <c:v>41743</c:v>
                </c:pt>
                <c:pt idx="429">
                  <c:v>41744</c:v>
                </c:pt>
                <c:pt idx="430">
                  <c:v>41745</c:v>
                </c:pt>
                <c:pt idx="431">
                  <c:v>41746</c:v>
                </c:pt>
                <c:pt idx="432">
                  <c:v>41747</c:v>
                </c:pt>
                <c:pt idx="433">
                  <c:v>41750</c:v>
                </c:pt>
                <c:pt idx="434">
                  <c:v>41751</c:v>
                </c:pt>
                <c:pt idx="435">
                  <c:v>41752</c:v>
                </c:pt>
                <c:pt idx="436">
                  <c:v>41753</c:v>
                </c:pt>
                <c:pt idx="437">
                  <c:v>41754</c:v>
                </c:pt>
                <c:pt idx="438">
                  <c:v>41757</c:v>
                </c:pt>
                <c:pt idx="439">
                  <c:v>41758</c:v>
                </c:pt>
                <c:pt idx="440">
                  <c:v>41759</c:v>
                </c:pt>
                <c:pt idx="441">
                  <c:v>41764</c:v>
                </c:pt>
                <c:pt idx="442">
                  <c:v>41765</c:v>
                </c:pt>
                <c:pt idx="443">
                  <c:v>41766</c:v>
                </c:pt>
                <c:pt idx="444">
                  <c:v>41767</c:v>
                </c:pt>
                <c:pt idx="445">
                  <c:v>41768</c:v>
                </c:pt>
                <c:pt idx="446">
                  <c:v>41771</c:v>
                </c:pt>
                <c:pt idx="447">
                  <c:v>41772</c:v>
                </c:pt>
                <c:pt idx="448">
                  <c:v>41773</c:v>
                </c:pt>
                <c:pt idx="449">
                  <c:v>41774</c:v>
                </c:pt>
                <c:pt idx="450">
                  <c:v>41775</c:v>
                </c:pt>
                <c:pt idx="451">
                  <c:v>41778</c:v>
                </c:pt>
                <c:pt idx="452">
                  <c:v>41779</c:v>
                </c:pt>
                <c:pt idx="453">
                  <c:v>41780</c:v>
                </c:pt>
                <c:pt idx="454">
                  <c:v>41781</c:v>
                </c:pt>
                <c:pt idx="455">
                  <c:v>41782</c:v>
                </c:pt>
                <c:pt idx="456">
                  <c:v>41785</c:v>
                </c:pt>
                <c:pt idx="457">
                  <c:v>41786</c:v>
                </c:pt>
                <c:pt idx="458">
                  <c:v>41787</c:v>
                </c:pt>
                <c:pt idx="459">
                  <c:v>41788</c:v>
                </c:pt>
                <c:pt idx="460">
                  <c:v>41789</c:v>
                </c:pt>
                <c:pt idx="461">
                  <c:v>41793</c:v>
                </c:pt>
                <c:pt idx="462">
                  <c:v>41794</c:v>
                </c:pt>
                <c:pt idx="463">
                  <c:v>41795</c:v>
                </c:pt>
                <c:pt idx="464">
                  <c:v>41796</c:v>
                </c:pt>
                <c:pt idx="465">
                  <c:v>41799</c:v>
                </c:pt>
                <c:pt idx="466">
                  <c:v>41800</c:v>
                </c:pt>
                <c:pt idx="467">
                  <c:v>41801</c:v>
                </c:pt>
                <c:pt idx="468">
                  <c:v>41802</c:v>
                </c:pt>
                <c:pt idx="469">
                  <c:v>41803</c:v>
                </c:pt>
                <c:pt idx="470">
                  <c:v>41806</c:v>
                </c:pt>
                <c:pt idx="471">
                  <c:v>41807</c:v>
                </c:pt>
                <c:pt idx="472">
                  <c:v>41808</c:v>
                </c:pt>
                <c:pt idx="473">
                  <c:v>41809</c:v>
                </c:pt>
                <c:pt idx="474">
                  <c:v>41810</c:v>
                </c:pt>
                <c:pt idx="475">
                  <c:v>41813</c:v>
                </c:pt>
                <c:pt idx="476">
                  <c:v>41814</c:v>
                </c:pt>
                <c:pt idx="477">
                  <c:v>41815</c:v>
                </c:pt>
                <c:pt idx="478">
                  <c:v>41816</c:v>
                </c:pt>
                <c:pt idx="479">
                  <c:v>41817</c:v>
                </c:pt>
                <c:pt idx="480">
                  <c:v>41820</c:v>
                </c:pt>
                <c:pt idx="481">
                  <c:v>41821</c:v>
                </c:pt>
                <c:pt idx="482">
                  <c:v>41822</c:v>
                </c:pt>
                <c:pt idx="483">
                  <c:v>41823</c:v>
                </c:pt>
                <c:pt idx="484">
                  <c:v>41824</c:v>
                </c:pt>
                <c:pt idx="485">
                  <c:v>41827</c:v>
                </c:pt>
                <c:pt idx="486">
                  <c:v>41828</c:v>
                </c:pt>
                <c:pt idx="487">
                  <c:v>41829</c:v>
                </c:pt>
                <c:pt idx="488">
                  <c:v>41830</c:v>
                </c:pt>
                <c:pt idx="489">
                  <c:v>41831</c:v>
                </c:pt>
                <c:pt idx="490">
                  <c:v>41834</c:v>
                </c:pt>
                <c:pt idx="491">
                  <c:v>41835</c:v>
                </c:pt>
                <c:pt idx="492">
                  <c:v>41836</c:v>
                </c:pt>
                <c:pt idx="493">
                  <c:v>41837</c:v>
                </c:pt>
                <c:pt idx="494">
                  <c:v>41838</c:v>
                </c:pt>
                <c:pt idx="495">
                  <c:v>41841</c:v>
                </c:pt>
                <c:pt idx="496">
                  <c:v>41842</c:v>
                </c:pt>
                <c:pt idx="497">
                  <c:v>41843</c:v>
                </c:pt>
                <c:pt idx="498">
                  <c:v>41844</c:v>
                </c:pt>
                <c:pt idx="499">
                  <c:v>41845</c:v>
                </c:pt>
                <c:pt idx="500">
                  <c:v>41848</c:v>
                </c:pt>
                <c:pt idx="501">
                  <c:v>41849</c:v>
                </c:pt>
                <c:pt idx="502">
                  <c:v>41850</c:v>
                </c:pt>
                <c:pt idx="503">
                  <c:v>41851</c:v>
                </c:pt>
                <c:pt idx="504">
                  <c:v>41852</c:v>
                </c:pt>
                <c:pt idx="505">
                  <c:v>41855</c:v>
                </c:pt>
                <c:pt idx="506">
                  <c:v>41856</c:v>
                </c:pt>
                <c:pt idx="507">
                  <c:v>41857</c:v>
                </c:pt>
                <c:pt idx="508">
                  <c:v>41858</c:v>
                </c:pt>
                <c:pt idx="509">
                  <c:v>41859</c:v>
                </c:pt>
                <c:pt idx="510">
                  <c:v>41862</c:v>
                </c:pt>
                <c:pt idx="511">
                  <c:v>41863</c:v>
                </c:pt>
                <c:pt idx="512">
                  <c:v>41864</c:v>
                </c:pt>
                <c:pt idx="513">
                  <c:v>41865</c:v>
                </c:pt>
                <c:pt idx="514">
                  <c:v>41866</c:v>
                </c:pt>
                <c:pt idx="515">
                  <c:v>41869</c:v>
                </c:pt>
                <c:pt idx="516">
                  <c:v>41870</c:v>
                </c:pt>
                <c:pt idx="517">
                  <c:v>41871</c:v>
                </c:pt>
                <c:pt idx="518">
                  <c:v>41872</c:v>
                </c:pt>
                <c:pt idx="519">
                  <c:v>41873</c:v>
                </c:pt>
                <c:pt idx="520">
                  <c:v>41876</c:v>
                </c:pt>
                <c:pt idx="521">
                  <c:v>41877</c:v>
                </c:pt>
                <c:pt idx="522">
                  <c:v>41878</c:v>
                </c:pt>
                <c:pt idx="523">
                  <c:v>41879</c:v>
                </c:pt>
                <c:pt idx="524">
                  <c:v>41880</c:v>
                </c:pt>
                <c:pt idx="525">
                  <c:v>41883</c:v>
                </c:pt>
                <c:pt idx="526">
                  <c:v>41884</c:v>
                </c:pt>
                <c:pt idx="527">
                  <c:v>41885</c:v>
                </c:pt>
                <c:pt idx="528">
                  <c:v>41886</c:v>
                </c:pt>
                <c:pt idx="529">
                  <c:v>41887</c:v>
                </c:pt>
                <c:pt idx="530">
                  <c:v>41891</c:v>
                </c:pt>
                <c:pt idx="531">
                  <c:v>41892</c:v>
                </c:pt>
                <c:pt idx="532">
                  <c:v>41893</c:v>
                </c:pt>
                <c:pt idx="533">
                  <c:v>41894</c:v>
                </c:pt>
                <c:pt idx="534">
                  <c:v>41897</c:v>
                </c:pt>
                <c:pt idx="535">
                  <c:v>41898</c:v>
                </c:pt>
                <c:pt idx="536">
                  <c:v>41899</c:v>
                </c:pt>
                <c:pt idx="537">
                  <c:v>41900</c:v>
                </c:pt>
                <c:pt idx="538">
                  <c:v>41901</c:v>
                </c:pt>
                <c:pt idx="539">
                  <c:v>41904</c:v>
                </c:pt>
                <c:pt idx="540">
                  <c:v>41905</c:v>
                </c:pt>
                <c:pt idx="541">
                  <c:v>41906</c:v>
                </c:pt>
                <c:pt idx="542">
                  <c:v>41907</c:v>
                </c:pt>
                <c:pt idx="543">
                  <c:v>41908</c:v>
                </c:pt>
                <c:pt idx="544">
                  <c:v>41911</c:v>
                </c:pt>
                <c:pt idx="545">
                  <c:v>41912</c:v>
                </c:pt>
                <c:pt idx="546">
                  <c:v>41920</c:v>
                </c:pt>
                <c:pt idx="547">
                  <c:v>41921</c:v>
                </c:pt>
                <c:pt idx="548">
                  <c:v>41922</c:v>
                </c:pt>
                <c:pt idx="549">
                  <c:v>41925</c:v>
                </c:pt>
                <c:pt idx="550">
                  <c:v>41926</c:v>
                </c:pt>
                <c:pt idx="551">
                  <c:v>41927</c:v>
                </c:pt>
                <c:pt idx="552">
                  <c:v>41928</c:v>
                </c:pt>
                <c:pt idx="553">
                  <c:v>41929</c:v>
                </c:pt>
                <c:pt idx="554">
                  <c:v>41932</c:v>
                </c:pt>
                <c:pt idx="555">
                  <c:v>41933</c:v>
                </c:pt>
                <c:pt idx="556">
                  <c:v>41934</c:v>
                </c:pt>
                <c:pt idx="557">
                  <c:v>41935</c:v>
                </c:pt>
                <c:pt idx="558">
                  <c:v>41936</c:v>
                </c:pt>
                <c:pt idx="559">
                  <c:v>41939</c:v>
                </c:pt>
                <c:pt idx="560">
                  <c:v>41940</c:v>
                </c:pt>
                <c:pt idx="561">
                  <c:v>41941</c:v>
                </c:pt>
                <c:pt idx="562">
                  <c:v>41942</c:v>
                </c:pt>
                <c:pt idx="563">
                  <c:v>41943</c:v>
                </c:pt>
                <c:pt idx="564">
                  <c:v>41946</c:v>
                </c:pt>
                <c:pt idx="565">
                  <c:v>41947</c:v>
                </c:pt>
                <c:pt idx="566">
                  <c:v>41948</c:v>
                </c:pt>
                <c:pt idx="567">
                  <c:v>41949</c:v>
                </c:pt>
                <c:pt idx="568">
                  <c:v>41950</c:v>
                </c:pt>
                <c:pt idx="569">
                  <c:v>41953</c:v>
                </c:pt>
                <c:pt idx="570">
                  <c:v>41954</c:v>
                </c:pt>
                <c:pt idx="571">
                  <c:v>41955</c:v>
                </c:pt>
                <c:pt idx="572">
                  <c:v>41956</c:v>
                </c:pt>
                <c:pt idx="573">
                  <c:v>41957</c:v>
                </c:pt>
                <c:pt idx="574">
                  <c:v>41960</c:v>
                </c:pt>
                <c:pt idx="575">
                  <c:v>41961</c:v>
                </c:pt>
                <c:pt idx="576">
                  <c:v>41962</c:v>
                </c:pt>
                <c:pt idx="577">
                  <c:v>41963</c:v>
                </c:pt>
                <c:pt idx="578">
                  <c:v>41964</c:v>
                </c:pt>
                <c:pt idx="579">
                  <c:v>41967</c:v>
                </c:pt>
                <c:pt idx="580">
                  <c:v>41968</c:v>
                </c:pt>
                <c:pt idx="581">
                  <c:v>41969</c:v>
                </c:pt>
                <c:pt idx="582">
                  <c:v>41970</c:v>
                </c:pt>
                <c:pt idx="583">
                  <c:v>41971</c:v>
                </c:pt>
                <c:pt idx="584">
                  <c:v>41974</c:v>
                </c:pt>
                <c:pt idx="585">
                  <c:v>41975</c:v>
                </c:pt>
                <c:pt idx="586">
                  <c:v>41976</c:v>
                </c:pt>
                <c:pt idx="587">
                  <c:v>41977</c:v>
                </c:pt>
                <c:pt idx="588">
                  <c:v>41978</c:v>
                </c:pt>
                <c:pt idx="589">
                  <c:v>41981</c:v>
                </c:pt>
                <c:pt idx="590">
                  <c:v>41982</c:v>
                </c:pt>
                <c:pt idx="591">
                  <c:v>41983</c:v>
                </c:pt>
                <c:pt idx="592">
                  <c:v>41984</c:v>
                </c:pt>
                <c:pt idx="593">
                  <c:v>41985</c:v>
                </c:pt>
                <c:pt idx="594">
                  <c:v>41988</c:v>
                </c:pt>
                <c:pt idx="595">
                  <c:v>41989</c:v>
                </c:pt>
                <c:pt idx="596">
                  <c:v>41990</c:v>
                </c:pt>
                <c:pt idx="597">
                  <c:v>41991</c:v>
                </c:pt>
                <c:pt idx="598">
                  <c:v>41992</c:v>
                </c:pt>
                <c:pt idx="599">
                  <c:v>41995</c:v>
                </c:pt>
                <c:pt idx="600">
                  <c:v>41996</c:v>
                </c:pt>
                <c:pt idx="601">
                  <c:v>41997</c:v>
                </c:pt>
                <c:pt idx="602">
                  <c:v>41998</c:v>
                </c:pt>
                <c:pt idx="603">
                  <c:v>41999</c:v>
                </c:pt>
                <c:pt idx="604">
                  <c:v>42002</c:v>
                </c:pt>
                <c:pt idx="605">
                  <c:v>42003</c:v>
                </c:pt>
                <c:pt idx="606">
                  <c:v>42004</c:v>
                </c:pt>
                <c:pt idx="607">
                  <c:v>42009</c:v>
                </c:pt>
                <c:pt idx="608">
                  <c:v>42010</c:v>
                </c:pt>
                <c:pt idx="609">
                  <c:v>42011</c:v>
                </c:pt>
                <c:pt idx="610">
                  <c:v>42012</c:v>
                </c:pt>
                <c:pt idx="611">
                  <c:v>42013</c:v>
                </c:pt>
                <c:pt idx="612">
                  <c:v>42016</c:v>
                </c:pt>
                <c:pt idx="613">
                  <c:v>42017</c:v>
                </c:pt>
                <c:pt idx="614">
                  <c:v>42018</c:v>
                </c:pt>
                <c:pt idx="615">
                  <c:v>42019</c:v>
                </c:pt>
                <c:pt idx="616">
                  <c:v>42020</c:v>
                </c:pt>
                <c:pt idx="617">
                  <c:v>42023</c:v>
                </c:pt>
                <c:pt idx="618">
                  <c:v>42024</c:v>
                </c:pt>
                <c:pt idx="619">
                  <c:v>42025</c:v>
                </c:pt>
                <c:pt idx="620">
                  <c:v>42026</c:v>
                </c:pt>
                <c:pt idx="621">
                  <c:v>42027</c:v>
                </c:pt>
                <c:pt idx="622">
                  <c:v>42030</c:v>
                </c:pt>
                <c:pt idx="623">
                  <c:v>42031</c:v>
                </c:pt>
                <c:pt idx="624">
                  <c:v>42032</c:v>
                </c:pt>
                <c:pt idx="625">
                  <c:v>42033</c:v>
                </c:pt>
                <c:pt idx="626">
                  <c:v>42034</c:v>
                </c:pt>
                <c:pt idx="627">
                  <c:v>42037</c:v>
                </c:pt>
                <c:pt idx="628">
                  <c:v>42038</c:v>
                </c:pt>
                <c:pt idx="629">
                  <c:v>42039</c:v>
                </c:pt>
                <c:pt idx="630">
                  <c:v>42040</c:v>
                </c:pt>
                <c:pt idx="631">
                  <c:v>42041</c:v>
                </c:pt>
                <c:pt idx="632">
                  <c:v>42044</c:v>
                </c:pt>
                <c:pt idx="633">
                  <c:v>42045</c:v>
                </c:pt>
                <c:pt idx="634">
                  <c:v>42046</c:v>
                </c:pt>
                <c:pt idx="635">
                  <c:v>42047</c:v>
                </c:pt>
                <c:pt idx="636">
                  <c:v>42048</c:v>
                </c:pt>
                <c:pt idx="637">
                  <c:v>42051</c:v>
                </c:pt>
                <c:pt idx="638">
                  <c:v>42052</c:v>
                </c:pt>
                <c:pt idx="639">
                  <c:v>42060</c:v>
                </c:pt>
                <c:pt idx="640">
                  <c:v>42061</c:v>
                </c:pt>
                <c:pt idx="641">
                  <c:v>42062</c:v>
                </c:pt>
                <c:pt idx="642">
                  <c:v>42065</c:v>
                </c:pt>
                <c:pt idx="643">
                  <c:v>42066</c:v>
                </c:pt>
                <c:pt idx="644">
                  <c:v>42067</c:v>
                </c:pt>
                <c:pt idx="645">
                  <c:v>42068</c:v>
                </c:pt>
                <c:pt idx="646">
                  <c:v>42069</c:v>
                </c:pt>
                <c:pt idx="647">
                  <c:v>42072</c:v>
                </c:pt>
                <c:pt idx="648">
                  <c:v>42073</c:v>
                </c:pt>
                <c:pt idx="649">
                  <c:v>42074</c:v>
                </c:pt>
                <c:pt idx="650">
                  <c:v>42075</c:v>
                </c:pt>
                <c:pt idx="651">
                  <c:v>42076</c:v>
                </c:pt>
                <c:pt idx="652">
                  <c:v>42079</c:v>
                </c:pt>
                <c:pt idx="653">
                  <c:v>42080</c:v>
                </c:pt>
                <c:pt idx="654">
                  <c:v>42081</c:v>
                </c:pt>
                <c:pt idx="655">
                  <c:v>42082</c:v>
                </c:pt>
                <c:pt idx="656">
                  <c:v>42083</c:v>
                </c:pt>
                <c:pt idx="657">
                  <c:v>42086</c:v>
                </c:pt>
                <c:pt idx="658">
                  <c:v>42087</c:v>
                </c:pt>
                <c:pt idx="659">
                  <c:v>42088</c:v>
                </c:pt>
                <c:pt idx="660">
                  <c:v>42089</c:v>
                </c:pt>
                <c:pt idx="661">
                  <c:v>42090</c:v>
                </c:pt>
                <c:pt idx="662">
                  <c:v>42093</c:v>
                </c:pt>
                <c:pt idx="663">
                  <c:v>42094</c:v>
                </c:pt>
                <c:pt idx="664">
                  <c:v>42095</c:v>
                </c:pt>
                <c:pt idx="665">
                  <c:v>42096</c:v>
                </c:pt>
                <c:pt idx="666">
                  <c:v>42097</c:v>
                </c:pt>
                <c:pt idx="667">
                  <c:v>42101</c:v>
                </c:pt>
                <c:pt idx="668">
                  <c:v>42102</c:v>
                </c:pt>
                <c:pt idx="669">
                  <c:v>42103</c:v>
                </c:pt>
                <c:pt idx="670">
                  <c:v>42104</c:v>
                </c:pt>
                <c:pt idx="671">
                  <c:v>42107</c:v>
                </c:pt>
                <c:pt idx="672">
                  <c:v>42108</c:v>
                </c:pt>
                <c:pt idx="673">
                  <c:v>42109</c:v>
                </c:pt>
                <c:pt idx="674">
                  <c:v>42110</c:v>
                </c:pt>
                <c:pt idx="675">
                  <c:v>42111</c:v>
                </c:pt>
                <c:pt idx="676">
                  <c:v>42114</c:v>
                </c:pt>
                <c:pt idx="677">
                  <c:v>42115</c:v>
                </c:pt>
                <c:pt idx="678">
                  <c:v>42116</c:v>
                </c:pt>
                <c:pt idx="679">
                  <c:v>42117</c:v>
                </c:pt>
                <c:pt idx="680">
                  <c:v>42118</c:v>
                </c:pt>
                <c:pt idx="681">
                  <c:v>42121</c:v>
                </c:pt>
                <c:pt idx="682">
                  <c:v>42122</c:v>
                </c:pt>
                <c:pt idx="683">
                  <c:v>42123</c:v>
                </c:pt>
                <c:pt idx="684">
                  <c:v>42124</c:v>
                </c:pt>
                <c:pt idx="685">
                  <c:v>42128</c:v>
                </c:pt>
                <c:pt idx="686">
                  <c:v>42129</c:v>
                </c:pt>
                <c:pt idx="687">
                  <c:v>42130</c:v>
                </c:pt>
                <c:pt idx="688">
                  <c:v>42131</c:v>
                </c:pt>
                <c:pt idx="689">
                  <c:v>42132</c:v>
                </c:pt>
                <c:pt idx="690">
                  <c:v>42135</c:v>
                </c:pt>
                <c:pt idx="691">
                  <c:v>42136</c:v>
                </c:pt>
                <c:pt idx="692">
                  <c:v>42137</c:v>
                </c:pt>
                <c:pt idx="693">
                  <c:v>42138</c:v>
                </c:pt>
                <c:pt idx="694">
                  <c:v>42139</c:v>
                </c:pt>
                <c:pt idx="695">
                  <c:v>42142</c:v>
                </c:pt>
                <c:pt idx="696">
                  <c:v>42143</c:v>
                </c:pt>
                <c:pt idx="697">
                  <c:v>42144</c:v>
                </c:pt>
                <c:pt idx="698">
                  <c:v>42145</c:v>
                </c:pt>
                <c:pt idx="699">
                  <c:v>42146</c:v>
                </c:pt>
                <c:pt idx="700">
                  <c:v>42149</c:v>
                </c:pt>
                <c:pt idx="701">
                  <c:v>42150</c:v>
                </c:pt>
                <c:pt idx="702">
                  <c:v>42151</c:v>
                </c:pt>
                <c:pt idx="703">
                  <c:v>42152</c:v>
                </c:pt>
                <c:pt idx="704">
                  <c:v>42153</c:v>
                </c:pt>
                <c:pt idx="705">
                  <c:v>42156</c:v>
                </c:pt>
                <c:pt idx="706">
                  <c:v>42157</c:v>
                </c:pt>
                <c:pt idx="707">
                  <c:v>42158</c:v>
                </c:pt>
                <c:pt idx="708">
                  <c:v>42159</c:v>
                </c:pt>
                <c:pt idx="709">
                  <c:v>42160</c:v>
                </c:pt>
                <c:pt idx="710">
                  <c:v>42163</c:v>
                </c:pt>
                <c:pt idx="711">
                  <c:v>42164</c:v>
                </c:pt>
                <c:pt idx="712">
                  <c:v>42165</c:v>
                </c:pt>
                <c:pt idx="713">
                  <c:v>42166</c:v>
                </c:pt>
                <c:pt idx="714">
                  <c:v>42167</c:v>
                </c:pt>
                <c:pt idx="715">
                  <c:v>42170</c:v>
                </c:pt>
                <c:pt idx="716">
                  <c:v>42171</c:v>
                </c:pt>
                <c:pt idx="717">
                  <c:v>42172</c:v>
                </c:pt>
                <c:pt idx="718">
                  <c:v>42173</c:v>
                </c:pt>
                <c:pt idx="719">
                  <c:v>42174</c:v>
                </c:pt>
                <c:pt idx="720">
                  <c:v>42178</c:v>
                </c:pt>
                <c:pt idx="721">
                  <c:v>42179</c:v>
                </c:pt>
                <c:pt idx="722">
                  <c:v>42180</c:v>
                </c:pt>
                <c:pt idx="723">
                  <c:v>42181</c:v>
                </c:pt>
                <c:pt idx="724">
                  <c:v>42184</c:v>
                </c:pt>
                <c:pt idx="725">
                  <c:v>42185</c:v>
                </c:pt>
                <c:pt idx="726">
                  <c:v>42186</c:v>
                </c:pt>
                <c:pt idx="727">
                  <c:v>42187</c:v>
                </c:pt>
                <c:pt idx="728">
                  <c:v>42188</c:v>
                </c:pt>
                <c:pt idx="729">
                  <c:v>42191</c:v>
                </c:pt>
                <c:pt idx="730">
                  <c:v>42192</c:v>
                </c:pt>
                <c:pt idx="731">
                  <c:v>42193</c:v>
                </c:pt>
                <c:pt idx="732">
                  <c:v>42194</c:v>
                </c:pt>
                <c:pt idx="733">
                  <c:v>42195</c:v>
                </c:pt>
                <c:pt idx="734">
                  <c:v>42198</c:v>
                </c:pt>
                <c:pt idx="735">
                  <c:v>42199</c:v>
                </c:pt>
                <c:pt idx="736">
                  <c:v>42200</c:v>
                </c:pt>
                <c:pt idx="737">
                  <c:v>42201</c:v>
                </c:pt>
                <c:pt idx="738">
                  <c:v>42202</c:v>
                </c:pt>
                <c:pt idx="739">
                  <c:v>42205</c:v>
                </c:pt>
                <c:pt idx="740">
                  <c:v>42206</c:v>
                </c:pt>
                <c:pt idx="741">
                  <c:v>42207</c:v>
                </c:pt>
                <c:pt idx="742">
                  <c:v>42208</c:v>
                </c:pt>
                <c:pt idx="743">
                  <c:v>42209</c:v>
                </c:pt>
                <c:pt idx="744">
                  <c:v>42212</c:v>
                </c:pt>
                <c:pt idx="745">
                  <c:v>42213</c:v>
                </c:pt>
                <c:pt idx="746">
                  <c:v>42214</c:v>
                </c:pt>
                <c:pt idx="747">
                  <c:v>42215</c:v>
                </c:pt>
                <c:pt idx="748">
                  <c:v>42216</c:v>
                </c:pt>
                <c:pt idx="749">
                  <c:v>42219</c:v>
                </c:pt>
                <c:pt idx="750">
                  <c:v>42220</c:v>
                </c:pt>
                <c:pt idx="751">
                  <c:v>42221</c:v>
                </c:pt>
                <c:pt idx="752">
                  <c:v>42222</c:v>
                </c:pt>
                <c:pt idx="753">
                  <c:v>42223</c:v>
                </c:pt>
                <c:pt idx="754">
                  <c:v>42226</c:v>
                </c:pt>
                <c:pt idx="755">
                  <c:v>42227</c:v>
                </c:pt>
                <c:pt idx="756">
                  <c:v>42228</c:v>
                </c:pt>
                <c:pt idx="757">
                  <c:v>42229</c:v>
                </c:pt>
                <c:pt idx="758">
                  <c:v>42230</c:v>
                </c:pt>
                <c:pt idx="759">
                  <c:v>42233</c:v>
                </c:pt>
                <c:pt idx="760">
                  <c:v>42234</c:v>
                </c:pt>
                <c:pt idx="761">
                  <c:v>42235</c:v>
                </c:pt>
                <c:pt idx="762">
                  <c:v>42236</c:v>
                </c:pt>
                <c:pt idx="763">
                  <c:v>42237</c:v>
                </c:pt>
                <c:pt idx="764">
                  <c:v>42240</c:v>
                </c:pt>
                <c:pt idx="765">
                  <c:v>42241</c:v>
                </c:pt>
                <c:pt idx="766">
                  <c:v>42242</c:v>
                </c:pt>
                <c:pt idx="767">
                  <c:v>42243</c:v>
                </c:pt>
                <c:pt idx="768">
                  <c:v>42244</c:v>
                </c:pt>
                <c:pt idx="769">
                  <c:v>42247</c:v>
                </c:pt>
                <c:pt idx="770">
                  <c:v>42248</c:v>
                </c:pt>
                <c:pt idx="771">
                  <c:v>42249</c:v>
                </c:pt>
                <c:pt idx="772">
                  <c:v>42254</c:v>
                </c:pt>
                <c:pt idx="773">
                  <c:v>42255</c:v>
                </c:pt>
                <c:pt idx="774">
                  <c:v>42256</c:v>
                </c:pt>
                <c:pt idx="775">
                  <c:v>42257</c:v>
                </c:pt>
                <c:pt idx="776">
                  <c:v>42258</c:v>
                </c:pt>
                <c:pt idx="777">
                  <c:v>42261</c:v>
                </c:pt>
                <c:pt idx="778">
                  <c:v>42262</c:v>
                </c:pt>
                <c:pt idx="779">
                  <c:v>42263</c:v>
                </c:pt>
                <c:pt idx="780">
                  <c:v>42264</c:v>
                </c:pt>
                <c:pt idx="781">
                  <c:v>42265</c:v>
                </c:pt>
                <c:pt idx="782">
                  <c:v>42268</c:v>
                </c:pt>
                <c:pt idx="783">
                  <c:v>42269</c:v>
                </c:pt>
                <c:pt idx="784">
                  <c:v>42270</c:v>
                </c:pt>
                <c:pt idx="785">
                  <c:v>42271</c:v>
                </c:pt>
                <c:pt idx="786">
                  <c:v>42272</c:v>
                </c:pt>
                <c:pt idx="787">
                  <c:v>42275</c:v>
                </c:pt>
                <c:pt idx="788">
                  <c:v>42276</c:v>
                </c:pt>
                <c:pt idx="789">
                  <c:v>42277</c:v>
                </c:pt>
                <c:pt idx="790">
                  <c:v>42285</c:v>
                </c:pt>
                <c:pt idx="791">
                  <c:v>42286</c:v>
                </c:pt>
                <c:pt idx="792">
                  <c:v>42289</c:v>
                </c:pt>
                <c:pt idx="793">
                  <c:v>42290</c:v>
                </c:pt>
                <c:pt idx="794">
                  <c:v>42291</c:v>
                </c:pt>
                <c:pt idx="795">
                  <c:v>42292</c:v>
                </c:pt>
                <c:pt idx="796">
                  <c:v>42293</c:v>
                </c:pt>
                <c:pt idx="797">
                  <c:v>42296</c:v>
                </c:pt>
                <c:pt idx="798">
                  <c:v>42297</c:v>
                </c:pt>
                <c:pt idx="799">
                  <c:v>42298</c:v>
                </c:pt>
                <c:pt idx="800">
                  <c:v>42299</c:v>
                </c:pt>
                <c:pt idx="801">
                  <c:v>42300</c:v>
                </c:pt>
                <c:pt idx="802">
                  <c:v>42303</c:v>
                </c:pt>
                <c:pt idx="803">
                  <c:v>42304</c:v>
                </c:pt>
                <c:pt idx="804">
                  <c:v>42305</c:v>
                </c:pt>
                <c:pt idx="805">
                  <c:v>42306</c:v>
                </c:pt>
                <c:pt idx="806">
                  <c:v>42307</c:v>
                </c:pt>
                <c:pt idx="807">
                  <c:v>42310</c:v>
                </c:pt>
                <c:pt idx="808">
                  <c:v>42311</c:v>
                </c:pt>
                <c:pt idx="809">
                  <c:v>42312</c:v>
                </c:pt>
                <c:pt idx="810">
                  <c:v>42313</c:v>
                </c:pt>
                <c:pt idx="811">
                  <c:v>42314</c:v>
                </c:pt>
                <c:pt idx="812">
                  <c:v>42317</c:v>
                </c:pt>
                <c:pt idx="813">
                  <c:v>42318</c:v>
                </c:pt>
                <c:pt idx="814">
                  <c:v>42319</c:v>
                </c:pt>
                <c:pt idx="815">
                  <c:v>42320</c:v>
                </c:pt>
                <c:pt idx="816">
                  <c:v>42321</c:v>
                </c:pt>
                <c:pt idx="817">
                  <c:v>42324</c:v>
                </c:pt>
                <c:pt idx="818">
                  <c:v>42325</c:v>
                </c:pt>
                <c:pt idx="819">
                  <c:v>42326</c:v>
                </c:pt>
                <c:pt idx="820">
                  <c:v>42327</c:v>
                </c:pt>
                <c:pt idx="821">
                  <c:v>42328</c:v>
                </c:pt>
                <c:pt idx="822">
                  <c:v>42331</c:v>
                </c:pt>
                <c:pt idx="823">
                  <c:v>42332</c:v>
                </c:pt>
                <c:pt idx="824">
                  <c:v>42333</c:v>
                </c:pt>
                <c:pt idx="825">
                  <c:v>42334</c:v>
                </c:pt>
                <c:pt idx="826">
                  <c:v>42335</c:v>
                </c:pt>
                <c:pt idx="827">
                  <c:v>42338</c:v>
                </c:pt>
                <c:pt idx="828">
                  <c:v>42339</c:v>
                </c:pt>
                <c:pt idx="829">
                  <c:v>42340</c:v>
                </c:pt>
                <c:pt idx="830">
                  <c:v>42341</c:v>
                </c:pt>
                <c:pt idx="831">
                  <c:v>42342</c:v>
                </c:pt>
                <c:pt idx="832">
                  <c:v>42345</c:v>
                </c:pt>
                <c:pt idx="833">
                  <c:v>42346</c:v>
                </c:pt>
                <c:pt idx="834">
                  <c:v>42347</c:v>
                </c:pt>
                <c:pt idx="835">
                  <c:v>42348</c:v>
                </c:pt>
                <c:pt idx="836">
                  <c:v>42349</c:v>
                </c:pt>
                <c:pt idx="837">
                  <c:v>42352</c:v>
                </c:pt>
                <c:pt idx="838">
                  <c:v>42353</c:v>
                </c:pt>
                <c:pt idx="839">
                  <c:v>42354</c:v>
                </c:pt>
                <c:pt idx="840">
                  <c:v>42355</c:v>
                </c:pt>
                <c:pt idx="841">
                  <c:v>42356</c:v>
                </c:pt>
                <c:pt idx="842">
                  <c:v>42359</c:v>
                </c:pt>
                <c:pt idx="843">
                  <c:v>42360</c:v>
                </c:pt>
                <c:pt idx="844">
                  <c:v>42361</c:v>
                </c:pt>
                <c:pt idx="845">
                  <c:v>42362</c:v>
                </c:pt>
                <c:pt idx="846">
                  <c:v>42363</c:v>
                </c:pt>
                <c:pt idx="847">
                  <c:v>42366</c:v>
                </c:pt>
                <c:pt idx="848">
                  <c:v>42367</c:v>
                </c:pt>
                <c:pt idx="849">
                  <c:v>42368</c:v>
                </c:pt>
                <c:pt idx="850">
                  <c:v>42369</c:v>
                </c:pt>
                <c:pt idx="851">
                  <c:v>42373</c:v>
                </c:pt>
                <c:pt idx="852">
                  <c:v>42374</c:v>
                </c:pt>
                <c:pt idx="853">
                  <c:v>42375</c:v>
                </c:pt>
                <c:pt idx="854">
                  <c:v>42376</c:v>
                </c:pt>
                <c:pt idx="855">
                  <c:v>42377</c:v>
                </c:pt>
                <c:pt idx="856">
                  <c:v>42380</c:v>
                </c:pt>
                <c:pt idx="857">
                  <c:v>42381</c:v>
                </c:pt>
                <c:pt idx="858">
                  <c:v>42382</c:v>
                </c:pt>
                <c:pt idx="859">
                  <c:v>42383</c:v>
                </c:pt>
                <c:pt idx="860">
                  <c:v>42384</c:v>
                </c:pt>
                <c:pt idx="861">
                  <c:v>42387</c:v>
                </c:pt>
                <c:pt idx="862">
                  <c:v>42388</c:v>
                </c:pt>
                <c:pt idx="863">
                  <c:v>42389</c:v>
                </c:pt>
                <c:pt idx="864">
                  <c:v>42390</c:v>
                </c:pt>
                <c:pt idx="865">
                  <c:v>42391</c:v>
                </c:pt>
                <c:pt idx="866">
                  <c:v>42394</c:v>
                </c:pt>
                <c:pt idx="867">
                  <c:v>42395</c:v>
                </c:pt>
                <c:pt idx="868">
                  <c:v>42396</c:v>
                </c:pt>
                <c:pt idx="869">
                  <c:v>42397</c:v>
                </c:pt>
                <c:pt idx="870">
                  <c:v>42398</c:v>
                </c:pt>
                <c:pt idx="871">
                  <c:v>42401</c:v>
                </c:pt>
                <c:pt idx="872">
                  <c:v>42402</c:v>
                </c:pt>
                <c:pt idx="873">
                  <c:v>42403</c:v>
                </c:pt>
                <c:pt idx="874">
                  <c:v>42404</c:v>
                </c:pt>
                <c:pt idx="875">
                  <c:v>42405</c:v>
                </c:pt>
                <c:pt idx="876">
                  <c:v>42415</c:v>
                </c:pt>
                <c:pt idx="877">
                  <c:v>42416</c:v>
                </c:pt>
                <c:pt idx="878">
                  <c:v>42417</c:v>
                </c:pt>
                <c:pt idx="879">
                  <c:v>42418</c:v>
                </c:pt>
                <c:pt idx="880">
                  <c:v>42419</c:v>
                </c:pt>
                <c:pt idx="881">
                  <c:v>42422</c:v>
                </c:pt>
                <c:pt idx="882">
                  <c:v>42423</c:v>
                </c:pt>
                <c:pt idx="883">
                  <c:v>42424</c:v>
                </c:pt>
                <c:pt idx="884">
                  <c:v>42425</c:v>
                </c:pt>
                <c:pt idx="885">
                  <c:v>42426</c:v>
                </c:pt>
                <c:pt idx="886">
                  <c:v>42429</c:v>
                </c:pt>
                <c:pt idx="887">
                  <c:v>42430</c:v>
                </c:pt>
                <c:pt idx="888">
                  <c:v>42431</c:v>
                </c:pt>
                <c:pt idx="889">
                  <c:v>42432</c:v>
                </c:pt>
                <c:pt idx="890">
                  <c:v>42433</c:v>
                </c:pt>
                <c:pt idx="891">
                  <c:v>42436</c:v>
                </c:pt>
                <c:pt idx="892">
                  <c:v>42437</c:v>
                </c:pt>
                <c:pt idx="893">
                  <c:v>42438</c:v>
                </c:pt>
                <c:pt idx="894">
                  <c:v>42439</c:v>
                </c:pt>
                <c:pt idx="895">
                  <c:v>42440</c:v>
                </c:pt>
                <c:pt idx="896">
                  <c:v>42443</c:v>
                </c:pt>
                <c:pt idx="897">
                  <c:v>42444</c:v>
                </c:pt>
                <c:pt idx="898">
                  <c:v>42445</c:v>
                </c:pt>
                <c:pt idx="899">
                  <c:v>42446</c:v>
                </c:pt>
                <c:pt idx="900">
                  <c:v>42447</c:v>
                </c:pt>
                <c:pt idx="901">
                  <c:v>42450</c:v>
                </c:pt>
                <c:pt idx="902">
                  <c:v>42451</c:v>
                </c:pt>
                <c:pt idx="903">
                  <c:v>42452</c:v>
                </c:pt>
                <c:pt idx="904">
                  <c:v>42453</c:v>
                </c:pt>
                <c:pt idx="905">
                  <c:v>42454</c:v>
                </c:pt>
                <c:pt idx="906">
                  <c:v>42457</c:v>
                </c:pt>
                <c:pt idx="907">
                  <c:v>42458</c:v>
                </c:pt>
                <c:pt idx="908">
                  <c:v>42459</c:v>
                </c:pt>
                <c:pt idx="909">
                  <c:v>42460</c:v>
                </c:pt>
                <c:pt idx="910">
                  <c:v>42461</c:v>
                </c:pt>
                <c:pt idx="911">
                  <c:v>42465</c:v>
                </c:pt>
                <c:pt idx="912">
                  <c:v>42466</c:v>
                </c:pt>
                <c:pt idx="913">
                  <c:v>42467</c:v>
                </c:pt>
                <c:pt idx="914">
                  <c:v>42468</c:v>
                </c:pt>
                <c:pt idx="915">
                  <c:v>42471</c:v>
                </c:pt>
                <c:pt idx="916">
                  <c:v>42472</c:v>
                </c:pt>
                <c:pt idx="917">
                  <c:v>42473</c:v>
                </c:pt>
                <c:pt idx="918">
                  <c:v>42474</c:v>
                </c:pt>
                <c:pt idx="919">
                  <c:v>42475</c:v>
                </c:pt>
                <c:pt idx="920">
                  <c:v>42478</c:v>
                </c:pt>
                <c:pt idx="921">
                  <c:v>42479</c:v>
                </c:pt>
                <c:pt idx="922">
                  <c:v>42480</c:v>
                </c:pt>
                <c:pt idx="923">
                  <c:v>42481</c:v>
                </c:pt>
                <c:pt idx="924">
                  <c:v>42482</c:v>
                </c:pt>
                <c:pt idx="925">
                  <c:v>42485</c:v>
                </c:pt>
                <c:pt idx="926">
                  <c:v>42486</c:v>
                </c:pt>
                <c:pt idx="927">
                  <c:v>42487</c:v>
                </c:pt>
                <c:pt idx="928">
                  <c:v>42488</c:v>
                </c:pt>
                <c:pt idx="929">
                  <c:v>42489</c:v>
                </c:pt>
                <c:pt idx="930">
                  <c:v>42493</c:v>
                </c:pt>
                <c:pt idx="931">
                  <c:v>42494</c:v>
                </c:pt>
                <c:pt idx="932">
                  <c:v>42495</c:v>
                </c:pt>
                <c:pt idx="933">
                  <c:v>42496</c:v>
                </c:pt>
                <c:pt idx="934">
                  <c:v>42499</c:v>
                </c:pt>
                <c:pt idx="935">
                  <c:v>42500</c:v>
                </c:pt>
                <c:pt idx="936">
                  <c:v>42501</c:v>
                </c:pt>
                <c:pt idx="937">
                  <c:v>42502</c:v>
                </c:pt>
                <c:pt idx="938">
                  <c:v>42503</c:v>
                </c:pt>
                <c:pt idx="939">
                  <c:v>42506</c:v>
                </c:pt>
                <c:pt idx="940">
                  <c:v>42507</c:v>
                </c:pt>
                <c:pt idx="941">
                  <c:v>42508</c:v>
                </c:pt>
                <c:pt idx="942">
                  <c:v>42509</c:v>
                </c:pt>
                <c:pt idx="943">
                  <c:v>42510</c:v>
                </c:pt>
                <c:pt idx="944">
                  <c:v>42513</c:v>
                </c:pt>
                <c:pt idx="945">
                  <c:v>42514</c:v>
                </c:pt>
                <c:pt idx="946">
                  <c:v>42515</c:v>
                </c:pt>
                <c:pt idx="947">
                  <c:v>42516</c:v>
                </c:pt>
                <c:pt idx="948">
                  <c:v>42517</c:v>
                </c:pt>
                <c:pt idx="949">
                  <c:v>42520</c:v>
                </c:pt>
                <c:pt idx="950">
                  <c:v>42521</c:v>
                </c:pt>
                <c:pt idx="951">
                  <c:v>42522</c:v>
                </c:pt>
                <c:pt idx="952">
                  <c:v>42523</c:v>
                </c:pt>
                <c:pt idx="953">
                  <c:v>42524</c:v>
                </c:pt>
                <c:pt idx="954">
                  <c:v>42527</c:v>
                </c:pt>
                <c:pt idx="955">
                  <c:v>42528</c:v>
                </c:pt>
                <c:pt idx="956">
                  <c:v>42529</c:v>
                </c:pt>
                <c:pt idx="957">
                  <c:v>42534</c:v>
                </c:pt>
                <c:pt idx="958">
                  <c:v>42535</c:v>
                </c:pt>
                <c:pt idx="959">
                  <c:v>42536</c:v>
                </c:pt>
                <c:pt idx="960">
                  <c:v>42537</c:v>
                </c:pt>
                <c:pt idx="961">
                  <c:v>42538</c:v>
                </c:pt>
                <c:pt idx="962">
                  <c:v>42541</c:v>
                </c:pt>
                <c:pt idx="963">
                  <c:v>42542</c:v>
                </c:pt>
                <c:pt idx="964">
                  <c:v>42543</c:v>
                </c:pt>
                <c:pt idx="965">
                  <c:v>42544</c:v>
                </c:pt>
                <c:pt idx="966">
                  <c:v>42545</c:v>
                </c:pt>
                <c:pt idx="967">
                  <c:v>42548</c:v>
                </c:pt>
                <c:pt idx="968">
                  <c:v>42549</c:v>
                </c:pt>
                <c:pt idx="969">
                  <c:v>42550</c:v>
                </c:pt>
                <c:pt idx="970">
                  <c:v>42551</c:v>
                </c:pt>
                <c:pt idx="971">
                  <c:v>42552</c:v>
                </c:pt>
                <c:pt idx="972">
                  <c:v>42555</c:v>
                </c:pt>
                <c:pt idx="973">
                  <c:v>42556</c:v>
                </c:pt>
                <c:pt idx="974">
                  <c:v>42557</c:v>
                </c:pt>
                <c:pt idx="975">
                  <c:v>42558</c:v>
                </c:pt>
                <c:pt idx="976">
                  <c:v>42559</c:v>
                </c:pt>
                <c:pt idx="977">
                  <c:v>42562</c:v>
                </c:pt>
                <c:pt idx="978">
                  <c:v>42563</c:v>
                </c:pt>
                <c:pt idx="979">
                  <c:v>42564</c:v>
                </c:pt>
                <c:pt idx="980">
                  <c:v>42565</c:v>
                </c:pt>
                <c:pt idx="981">
                  <c:v>42566</c:v>
                </c:pt>
                <c:pt idx="982">
                  <c:v>42569</c:v>
                </c:pt>
                <c:pt idx="983">
                  <c:v>42570</c:v>
                </c:pt>
                <c:pt idx="984">
                  <c:v>42571</c:v>
                </c:pt>
                <c:pt idx="985">
                  <c:v>42572</c:v>
                </c:pt>
                <c:pt idx="986">
                  <c:v>42573</c:v>
                </c:pt>
                <c:pt idx="987">
                  <c:v>42576</c:v>
                </c:pt>
                <c:pt idx="988">
                  <c:v>42577</c:v>
                </c:pt>
                <c:pt idx="989">
                  <c:v>42578</c:v>
                </c:pt>
                <c:pt idx="990">
                  <c:v>42579</c:v>
                </c:pt>
                <c:pt idx="991">
                  <c:v>42580</c:v>
                </c:pt>
                <c:pt idx="992">
                  <c:v>42583</c:v>
                </c:pt>
                <c:pt idx="993">
                  <c:v>42584</c:v>
                </c:pt>
                <c:pt idx="994">
                  <c:v>42585</c:v>
                </c:pt>
                <c:pt idx="995">
                  <c:v>42586</c:v>
                </c:pt>
                <c:pt idx="996">
                  <c:v>42587</c:v>
                </c:pt>
                <c:pt idx="997">
                  <c:v>42590</c:v>
                </c:pt>
                <c:pt idx="998">
                  <c:v>42591</c:v>
                </c:pt>
                <c:pt idx="999">
                  <c:v>42592</c:v>
                </c:pt>
                <c:pt idx="1000">
                  <c:v>42593</c:v>
                </c:pt>
                <c:pt idx="1001">
                  <c:v>42594</c:v>
                </c:pt>
                <c:pt idx="1002">
                  <c:v>42597</c:v>
                </c:pt>
                <c:pt idx="1003">
                  <c:v>42598</c:v>
                </c:pt>
                <c:pt idx="1004">
                  <c:v>42599</c:v>
                </c:pt>
                <c:pt idx="1005">
                  <c:v>42600</c:v>
                </c:pt>
                <c:pt idx="1006">
                  <c:v>42601</c:v>
                </c:pt>
                <c:pt idx="1007">
                  <c:v>42604</c:v>
                </c:pt>
                <c:pt idx="1008">
                  <c:v>42605</c:v>
                </c:pt>
                <c:pt idx="1009">
                  <c:v>42606</c:v>
                </c:pt>
                <c:pt idx="1010">
                  <c:v>42607</c:v>
                </c:pt>
                <c:pt idx="1011">
                  <c:v>42608</c:v>
                </c:pt>
                <c:pt idx="1012">
                  <c:v>42611</c:v>
                </c:pt>
                <c:pt idx="1013">
                  <c:v>42612</c:v>
                </c:pt>
                <c:pt idx="1014">
                  <c:v>42613</c:v>
                </c:pt>
                <c:pt idx="1015">
                  <c:v>42614</c:v>
                </c:pt>
                <c:pt idx="1016">
                  <c:v>42615</c:v>
                </c:pt>
                <c:pt idx="1017">
                  <c:v>42618</c:v>
                </c:pt>
                <c:pt idx="1018">
                  <c:v>42619</c:v>
                </c:pt>
                <c:pt idx="1019">
                  <c:v>42620</c:v>
                </c:pt>
                <c:pt idx="1020">
                  <c:v>42621</c:v>
                </c:pt>
                <c:pt idx="1021">
                  <c:v>42622</c:v>
                </c:pt>
                <c:pt idx="1022">
                  <c:v>42625</c:v>
                </c:pt>
                <c:pt idx="1023">
                  <c:v>42626</c:v>
                </c:pt>
                <c:pt idx="1024">
                  <c:v>42627</c:v>
                </c:pt>
                <c:pt idx="1025">
                  <c:v>42632</c:v>
                </c:pt>
                <c:pt idx="1026">
                  <c:v>42633</c:v>
                </c:pt>
                <c:pt idx="1027">
                  <c:v>42634</c:v>
                </c:pt>
                <c:pt idx="1028">
                  <c:v>42635</c:v>
                </c:pt>
                <c:pt idx="1029">
                  <c:v>42636</c:v>
                </c:pt>
                <c:pt idx="1030">
                  <c:v>42639</c:v>
                </c:pt>
                <c:pt idx="1031">
                  <c:v>42640</c:v>
                </c:pt>
                <c:pt idx="1032">
                  <c:v>42641</c:v>
                </c:pt>
                <c:pt idx="1033">
                  <c:v>42642</c:v>
                </c:pt>
                <c:pt idx="1034">
                  <c:v>42643</c:v>
                </c:pt>
                <c:pt idx="1035">
                  <c:v>42653</c:v>
                </c:pt>
                <c:pt idx="1036">
                  <c:v>42654</c:v>
                </c:pt>
                <c:pt idx="1037">
                  <c:v>42655</c:v>
                </c:pt>
                <c:pt idx="1038">
                  <c:v>42656</c:v>
                </c:pt>
                <c:pt idx="1039">
                  <c:v>42657</c:v>
                </c:pt>
                <c:pt idx="1040">
                  <c:v>42660</c:v>
                </c:pt>
                <c:pt idx="1041">
                  <c:v>42661</c:v>
                </c:pt>
                <c:pt idx="1042">
                  <c:v>42662</c:v>
                </c:pt>
                <c:pt idx="1043">
                  <c:v>42663</c:v>
                </c:pt>
                <c:pt idx="1044">
                  <c:v>42664</c:v>
                </c:pt>
                <c:pt idx="1045">
                  <c:v>42667</c:v>
                </c:pt>
                <c:pt idx="1046">
                  <c:v>42668</c:v>
                </c:pt>
                <c:pt idx="1047">
                  <c:v>42669</c:v>
                </c:pt>
                <c:pt idx="1048">
                  <c:v>42670</c:v>
                </c:pt>
                <c:pt idx="1049">
                  <c:v>42671</c:v>
                </c:pt>
                <c:pt idx="1050">
                  <c:v>42674</c:v>
                </c:pt>
                <c:pt idx="1051">
                  <c:v>42675</c:v>
                </c:pt>
                <c:pt idx="1052">
                  <c:v>42676</c:v>
                </c:pt>
                <c:pt idx="1053">
                  <c:v>42677</c:v>
                </c:pt>
                <c:pt idx="1054">
                  <c:v>42678</c:v>
                </c:pt>
                <c:pt idx="1055">
                  <c:v>42681</c:v>
                </c:pt>
                <c:pt idx="1056">
                  <c:v>42682</c:v>
                </c:pt>
                <c:pt idx="1057">
                  <c:v>42683</c:v>
                </c:pt>
                <c:pt idx="1058">
                  <c:v>42684</c:v>
                </c:pt>
                <c:pt idx="1059">
                  <c:v>42685</c:v>
                </c:pt>
                <c:pt idx="1060">
                  <c:v>42688</c:v>
                </c:pt>
                <c:pt idx="1061">
                  <c:v>42689</c:v>
                </c:pt>
                <c:pt idx="1062">
                  <c:v>42690</c:v>
                </c:pt>
                <c:pt idx="1063">
                  <c:v>42691</c:v>
                </c:pt>
                <c:pt idx="1064">
                  <c:v>42692</c:v>
                </c:pt>
                <c:pt idx="1065">
                  <c:v>42695</c:v>
                </c:pt>
                <c:pt idx="1066">
                  <c:v>42696</c:v>
                </c:pt>
                <c:pt idx="1067">
                  <c:v>42697</c:v>
                </c:pt>
                <c:pt idx="1068">
                  <c:v>42698</c:v>
                </c:pt>
                <c:pt idx="1069">
                  <c:v>42699</c:v>
                </c:pt>
                <c:pt idx="1070">
                  <c:v>42702</c:v>
                </c:pt>
                <c:pt idx="1071">
                  <c:v>42703</c:v>
                </c:pt>
                <c:pt idx="1072">
                  <c:v>42704</c:v>
                </c:pt>
                <c:pt idx="1073">
                  <c:v>42705</c:v>
                </c:pt>
                <c:pt idx="1074">
                  <c:v>42706</c:v>
                </c:pt>
                <c:pt idx="1075">
                  <c:v>42709</c:v>
                </c:pt>
                <c:pt idx="1076">
                  <c:v>42710</c:v>
                </c:pt>
                <c:pt idx="1077">
                  <c:v>42711</c:v>
                </c:pt>
                <c:pt idx="1078">
                  <c:v>42712</c:v>
                </c:pt>
                <c:pt idx="1079">
                  <c:v>42713</c:v>
                </c:pt>
                <c:pt idx="1080">
                  <c:v>42716</c:v>
                </c:pt>
                <c:pt idx="1081">
                  <c:v>42717</c:v>
                </c:pt>
                <c:pt idx="1082">
                  <c:v>42718</c:v>
                </c:pt>
                <c:pt idx="1083">
                  <c:v>42719</c:v>
                </c:pt>
                <c:pt idx="1084">
                  <c:v>42720</c:v>
                </c:pt>
                <c:pt idx="1085">
                  <c:v>42723</c:v>
                </c:pt>
                <c:pt idx="1086">
                  <c:v>42724</c:v>
                </c:pt>
                <c:pt idx="1087">
                  <c:v>42725</c:v>
                </c:pt>
                <c:pt idx="1088">
                  <c:v>42726</c:v>
                </c:pt>
                <c:pt idx="1089">
                  <c:v>42727</c:v>
                </c:pt>
                <c:pt idx="1090">
                  <c:v>42730</c:v>
                </c:pt>
                <c:pt idx="1091">
                  <c:v>42731</c:v>
                </c:pt>
                <c:pt idx="1092">
                  <c:v>42732</c:v>
                </c:pt>
                <c:pt idx="1093">
                  <c:v>42733</c:v>
                </c:pt>
                <c:pt idx="1094">
                  <c:v>42734</c:v>
                </c:pt>
                <c:pt idx="1095">
                  <c:v>42738</c:v>
                </c:pt>
                <c:pt idx="1096">
                  <c:v>42739</c:v>
                </c:pt>
                <c:pt idx="1097">
                  <c:v>42740</c:v>
                </c:pt>
                <c:pt idx="1098">
                  <c:v>42741</c:v>
                </c:pt>
                <c:pt idx="1099">
                  <c:v>42744</c:v>
                </c:pt>
                <c:pt idx="1100">
                  <c:v>42745</c:v>
                </c:pt>
                <c:pt idx="1101">
                  <c:v>42746</c:v>
                </c:pt>
                <c:pt idx="1102">
                  <c:v>42747</c:v>
                </c:pt>
                <c:pt idx="1103">
                  <c:v>42748</c:v>
                </c:pt>
                <c:pt idx="1104">
                  <c:v>42751</c:v>
                </c:pt>
                <c:pt idx="1105">
                  <c:v>42752</c:v>
                </c:pt>
                <c:pt idx="1106">
                  <c:v>42753</c:v>
                </c:pt>
                <c:pt idx="1107">
                  <c:v>42754</c:v>
                </c:pt>
                <c:pt idx="1108">
                  <c:v>42755</c:v>
                </c:pt>
                <c:pt idx="1109">
                  <c:v>42758</c:v>
                </c:pt>
                <c:pt idx="1110">
                  <c:v>42759</c:v>
                </c:pt>
                <c:pt idx="1111">
                  <c:v>42760</c:v>
                </c:pt>
                <c:pt idx="1112">
                  <c:v>42761</c:v>
                </c:pt>
                <c:pt idx="1113">
                  <c:v>42769</c:v>
                </c:pt>
                <c:pt idx="1114">
                  <c:v>42772</c:v>
                </c:pt>
                <c:pt idx="1115">
                  <c:v>42773</c:v>
                </c:pt>
                <c:pt idx="1116">
                  <c:v>42774</c:v>
                </c:pt>
                <c:pt idx="1117">
                  <c:v>42775</c:v>
                </c:pt>
                <c:pt idx="1118">
                  <c:v>42776</c:v>
                </c:pt>
                <c:pt idx="1119">
                  <c:v>42779</c:v>
                </c:pt>
                <c:pt idx="1120">
                  <c:v>42780</c:v>
                </c:pt>
                <c:pt idx="1121">
                  <c:v>42781</c:v>
                </c:pt>
                <c:pt idx="1122">
                  <c:v>42782</c:v>
                </c:pt>
                <c:pt idx="1123">
                  <c:v>42783</c:v>
                </c:pt>
                <c:pt idx="1124">
                  <c:v>42786</c:v>
                </c:pt>
                <c:pt idx="1125">
                  <c:v>42787</c:v>
                </c:pt>
                <c:pt idx="1126">
                  <c:v>42788</c:v>
                </c:pt>
                <c:pt idx="1127">
                  <c:v>42789</c:v>
                </c:pt>
                <c:pt idx="1128">
                  <c:v>42790</c:v>
                </c:pt>
                <c:pt idx="1129">
                  <c:v>42793</c:v>
                </c:pt>
                <c:pt idx="1130">
                  <c:v>42794</c:v>
                </c:pt>
                <c:pt idx="1131">
                  <c:v>42795</c:v>
                </c:pt>
                <c:pt idx="1132">
                  <c:v>42796</c:v>
                </c:pt>
                <c:pt idx="1133">
                  <c:v>42797</c:v>
                </c:pt>
                <c:pt idx="1134">
                  <c:v>42800</c:v>
                </c:pt>
                <c:pt idx="1135">
                  <c:v>42801</c:v>
                </c:pt>
                <c:pt idx="1136">
                  <c:v>42802</c:v>
                </c:pt>
                <c:pt idx="1137">
                  <c:v>42803</c:v>
                </c:pt>
                <c:pt idx="1138">
                  <c:v>42804</c:v>
                </c:pt>
                <c:pt idx="1139">
                  <c:v>42807</c:v>
                </c:pt>
                <c:pt idx="1140">
                  <c:v>42808</c:v>
                </c:pt>
                <c:pt idx="1141">
                  <c:v>42809</c:v>
                </c:pt>
                <c:pt idx="1142">
                  <c:v>42810</c:v>
                </c:pt>
                <c:pt idx="1143">
                  <c:v>42811</c:v>
                </c:pt>
                <c:pt idx="1144">
                  <c:v>42814</c:v>
                </c:pt>
                <c:pt idx="1145">
                  <c:v>42815</c:v>
                </c:pt>
                <c:pt idx="1146">
                  <c:v>42816</c:v>
                </c:pt>
                <c:pt idx="1147">
                  <c:v>42817</c:v>
                </c:pt>
                <c:pt idx="1148">
                  <c:v>42818</c:v>
                </c:pt>
                <c:pt idx="1149">
                  <c:v>42821</c:v>
                </c:pt>
                <c:pt idx="1150">
                  <c:v>42822</c:v>
                </c:pt>
                <c:pt idx="1151">
                  <c:v>42823</c:v>
                </c:pt>
                <c:pt idx="1152">
                  <c:v>42824</c:v>
                </c:pt>
                <c:pt idx="1153">
                  <c:v>42825</c:v>
                </c:pt>
                <c:pt idx="1154">
                  <c:v>42830</c:v>
                </c:pt>
              </c:numCache>
            </c:numRef>
          </c:cat>
          <c:val>
            <c:numRef>
              <c:f>沪深300增强_Wind!$N$11:$N$1165</c:f>
              <c:numCache>
                <c:formatCode>0.0%</c:formatCode>
                <c:ptCount val="1155"/>
                <c:pt idx="0">
                  <c:v>0</c:v>
                </c:pt>
                <c:pt idx="1">
                  <c:v>1.4929057940419099E-2</c:v>
                </c:pt>
                <c:pt idx="2">
                  <c:v>-3.8673423937181095E-3</c:v>
                </c:pt>
                <c:pt idx="3">
                  <c:v>2.0407539827119292E-2</c:v>
                </c:pt>
                <c:pt idx="4">
                  <c:v>2.4602830935239517E-2</c:v>
                </c:pt>
                <c:pt idx="5">
                  <c:v>1.6043607256812642E-2</c:v>
                </c:pt>
                <c:pt idx="6">
                  <c:v>5.5053366282524774E-3</c:v>
                </c:pt>
                <c:pt idx="7">
                  <c:v>4.8677313023881563E-3</c:v>
                </c:pt>
                <c:pt idx="8">
                  <c:v>2.7095569716298007E-2</c:v>
                </c:pt>
                <c:pt idx="9">
                  <c:v>2.0495029573866841E-2</c:v>
                </c:pt>
                <c:pt idx="10">
                  <c:v>2.0432169940805434E-2</c:v>
                </c:pt>
                <c:pt idx="11">
                  <c:v>1.5932596300702651E-2</c:v>
                </c:pt>
                <c:pt idx="12">
                  <c:v>2.7478023575727706E-2</c:v>
                </c:pt>
                <c:pt idx="13">
                  <c:v>4.2541497153839591E-2</c:v>
                </c:pt>
                <c:pt idx="14">
                  <c:v>3.758009056649203E-2</c:v>
                </c:pt>
                <c:pt idx="15">
                  <c:v>4.4978689863346188E-2</c:v>
                </c:pt>
                <c:pt idx="16">
                  <c:v>5.0917011788142341E-2</c:v>
                </c:pt>
                <c:pt idx="17">
                  <c:v>5.0141697873435254E-2</c:v>
                </c:pt>
                <c:pt idx="18">
                  <c:v>5.6474674060543517E-2</c:v>
                </c:pt>
                <c:pt idx="19">
                  <c:v>5.9262311634525E-2</c:v>
                </c:pt>
                <c:pt idx="20">
                  <c:v>4.6813980010322442E-2</c:v>
                </c:pt>
                <c:pt idx="21">
                  <c:v>5.8049649930740133E-2</c:v>
                </c:pt>
                <c:pt idx="22">
                  <c:v>4.8944628994208594E-2</c:v>
                </c:pt>
                <c:pt idx="23">
                  <c:v>3.3803672122612927E-2</c:v>
                </c:pt>
                <c:pt idx="24">
                  <c:v>3.2295094358484544E-2</c:v>
                </c:pt>
                <c:pt idx="25">
                  <c:v>3.3241270979694759E-2</c:v>
                </c:pt>
                <c:pt idx="26">
                  <c:v>2.3149063076747467E-2</c:v>
                </c:pt>
                <c:pt idx="27">
                  <c:v>2.8546948101909386E-2</c:v>
                </c:pt>
                <c:pt idx="28">
                  <c:v>4.9007038880760856E-2</c:v>
                </c:pt>
                <c:pt idx="29">
                  <c:v>4.6588191641852017E-2</c:v>
                </c:pt>
                <c:pt idx="30">
                  <c:v>5.8601192088755694E-2</c:v>
                </c:pt>
                <c:pt idx="31">
                  <c:v>6.4376009733022377E-2</c:v>
                </c:pt>
                <c:pt idx="32">
                  <c:v>6.7401033857832804E-2</c:v>
                </c:pt>
                <c:pt idx="33">
                  <c:v>7.313773293221848E-2</c:v>
                </c:pt>
                <c:pt idx="34">
                  <c:v>6.8644692631113502E-2</c:v>
                </c:pt>
                <c:pt idx="35">
                  <c:v>7.7556486892230714E-2</c:v>
                </c:pt>
                <c:pt idx="36">
                  <c:v>7.4246696550187785E-2</c:v>
                </c:pt>
                <c:pt idx="37">
                  <c:v>8.7428110607901344E-2</c:v>
                </c:pt>
                <c:pt idx="38">
                  <c:v>0.11158663070213226</c:v>
                </c:pt>
                <c:pt idx="39">
                  <c:v>0.10615913665669252</c:v>
                </c:pt>
                <c:pt idx="40">
                  <c:v>0.11857906228541593</c:v>
                </c:pt>
                <c:pt idx="41">
                  <c:v>0.12042925008216376</c:v>
                </c:pt>
                <c:pt idx="42">
                  <c:v>0.12393588225399443</c:v>
                </c:pt>
                <c:pt idx="43">
                  <c:v>0.11116484273442406</c:v>
                </c:pt>
                <c:pt idx="44">
                  <c:v>0.12389109793693653</c:v>
                </c:pt>
                <c:pt idx="45">
                  <c:v>0.12634983888607243</c:v>
                </c:pt>
                <c:pt idx="46">
                  <c:v>0.11655694386371107</c:v>
                </c:pt>
                <c:pt idx="47">
                  <c:v>6.3265472571256476E-2</c:v>
                </c:pt>
                <c:pt idx="48">
                  <c:v>5.8619685793737109E-2</c:v>
                </c:pt>
                <c:pt idx="49">
                  <c:v>6.5779111845186922E-2</c:v>
                </c:pt>
                <c:pt idx="50">
                  <c:v>6.1758543257206533E-2</c:v>
                </c:pt>
                <c:pt idx="51">
                  <c:v>7.229163047315379E-2</c:v>
                </c:pt>
                <c:pt idx="52">
                  <c:v>6.3799366100323551E-2</c:v>
                </c:pt>
                <c:pt idx="53">
                  <c:v>9.1609091656416064E-2</c:v>
                </c:pt>
                <c:pt idx="54">
                  <c:v>0.10368809077576846</c:v>
                </c:pt>
                <c:pt idx="55">
                  <c:v>9.7900491670611878E-2</c:v>
                </c:pt>
                <c:pt idx="56">
                  <c:v>0.12408142630045793</c:v>
                </c:pt>
                <c:pt idx="57">
                  <c:v>0.12238144638615056</c:v>
                </c:pt>
                <c:pt idx="58">
                  <c:v>0.11342657085925878</c:v>
                </c:pt>
                <c:pt idx="59">
                  <c:v>0.11629445773206393</c:v>
                </c:pt>
                <c:pt idx="60">
                  <c:v>0.1284014697984126</c:v>
                </c:pt>
                <c:pt idx="61">
                  <c:v>0.10213898261465371</c:v>
                </c:pt>
                <c:pt idx="62">
                  <c:v>8.7834162593213971E-2</c:v>
                </c:pt>
                <c:pt idx="63">
                  <c:v>9.6596192823340088E-2</c:v>
                </c:pt>
                <c:pt idx="64">
                  <c:v>7.9475211304283366E-2</c:v>
                </c:pt>
                <c:pt idx="65">
                  <c:v>7.7509629260201329E-2</c:v>
                </c:pt>
                <c:pt idx="66">
                  <c:v>8.5345711210049968E-2</c:v>
                </c:pt>
                <c:pt idx="67">
                  <c:v>8.4339494447014607E-2</c:v>
                </c:pt>
                <c:pt idx="68">
                  <c:v>8.9180346591392734E-2</c:v>
                </c:pt>
                <c:pt idx="69">
                  <c:v>8.8935451245737873E-2</c:v>
                </c:pt>
                <c:pt idx="70">
                  <c:v>8.9026829058153067E-2</c:v>
                </c:pt>
                <c:pt idx="71">
                  <c:v>8.4070983259702414E-2</c:v>
                </c:pt>
                <c:pt idx="72">
                  <c:v>8.5851316198089833E-2</c:v>
                </c:pt>
                <c:pt idx="73">
                  <c:v>8.4137523574629336E-2</c:v>
                </c:pt>
                <c:pt idx="74">
                  <c:v>8.8862075991948064E-2</c:v>
                </c:pt>
                <c:pt idx="75">
                  <c:v>9.1015573711188624E-2</c:v>
                </c:pt>
                <c:pt idx="76">
                  <c:v>9.2228121546515052E-2</c:v>
                </c:pt>
                <c:pt idx="77">
                  <c:v>9.9915184058916973E-2</c:v>
                </c:pt>
                <c:pt idx="78">
                  <c:v>0.10182173981039244</c:v>
                </c:pt>
                <c:pt idx="79">
                  <c:v>0.10116710494610581</c:v>
                </c:pt>
                <c:pt idx="80">
                  <c:v>0.10356436078188791</c:v>
                </c:pt>
                <c:pt idx="81">
                  <c:v>0.10000462381396802</c:v>
                </c:pt>
                <c:pt idx="82">
                  <c:v>0.10262062111868575</c:v>
                </c:pt>
                <c:pt idx="83">
                  <c:v>0.10225036535677545</c:v>
                </c:pt>
                <c:pt idx="84">
                  <c:v>0.10146559021759027</c:v>
                </c:pt>
                <c:pt idx="85">
                  <c:v>0.10100167821227424</c:v>
                </c:pt>
                <c:pt idx="86">
                  <c:v>0.10391769183158739</c:v>
                </c:pt>
                <c:pt idx="87">
                  <c:v>0.10480347952878333</c:v>
                </c:pt>
                <c:pt idx="88">
                  <c:v>0.10490137217000961</c:v>
                </c:pt>
                <c:pt idx="89">
                  <c:v>0.10366760682797804</c:v>
                </c:pt>
                <c:pt idx="90">
                  <c:v>0.10389682866514893</c:v>
                </c:pt>
                <c:pt idx="91">
                  <c:v>0.10332226387016497</c:v>
                </c:pt>
                <c:pt idx="92">
                  <c:v>0.10466979750912486</c:v>
                </c:pt>
                <c:pt idx="93">
                  <c:v>0.10289014063962854</c:v>
                </c:pt>
                <c:pt idx="94">
                  <c:v>0.10236326232376269</c:v>
                </c:pt>
                <c:pt idx="95">
                  <c:v>0.10258919539384825</c:v>
                </c:pt>
                <c:pt idx="96">
                  <c:v>0.10147907794689282</c:v>
                </c:pt>
                <c:pt idx="97">
                  <c:v>0.10377880732989331</c:v>
                </c:pt>
                <c:pt idx="98">
                  <c:v>0.10252481465820718</c:v>
                </c:pt>
                <c:pt idx="99">
                  <c:v>0.10254174367025271</c:v>
                </c:pt>
                <c:pt idx="100">
                  <c:v>0.10219692814931403</c:v>
                </c:pt>
                <c:pt idx="101">
                  <c:v>0.10354698509569493</c:v>
                </c:pt>
                <c:pt idx="102">
                  <c:v>0.10244956210745837</c:v>
                </c:pt>
                <c:pt idx="103">
                  <c:v>0.10117272710403791</c:v>
                </c:pt>
                <c:pt idx="104">
                  <c:v>0.1008433005314302</c:v>
                </c:pt>
                <c:pt idx="105">
                  <c:v>9.8298814043789706E-2</c:v>
                </c:pt>
                <c:pt idx="106">
                  <c:v>9.7610168335456438E-2</c:v>
                </c:pt>
                <c:pt idx="107">
                  <c:v>9.8354161740422885E-2</c:v>
                </c:pt>
                <c:pt idx="108">
                  <c:v>9.8794194996101314E-2</c:v>
                </c:pt>
                <c:pt idx="109">
                  <c:v>9.9485845630067571E-2</c:v>
                </c:pt>
                <c:pt idx="110">
                  <c:v>9.902595163174821E-2</c:v>
                </c:pt>
                <c:pt idx="111">
                  <c:v>9.7550983861424578E-2</c:v>
                </c:pt>
                <c:pt idx="112">
                  <c:v>9.6800601295521371E-2</c:v>
                </c:pt>
                <c:pt idx="113">
                  <c:v>0.10122077232837734</c:v>
                </c:pt>
                <c:pt idx="114">
                  <c:v>0.10191069034522893</c:v>
                </c:pt>
                <c:pt idx="115">
                  <c:v>0.1032184743276896</c:v>
                </c:pt>
                <c:pt idx="116">
                  <c:v>0.10200212112039653</c:v>
                </c:pt>
                <c:pt idx="117">
                  <c:v>0.10275390100132897</c:v>
                </c:pt>
                <c:pt idx="118">
                  <c:v>0.10097047430076977</c:v>
                </c:pt>
                <c:pt idx="119">
                  <c:v>0.10401028753155139</c:v>
                </c:pt>
                <c:pt idx="120">
                  <c:v>0.10637655037717808</c:v>
                </c:pt>
                <c:pt idx="121">
                  <c:v>0.10583716407755595</c:v>
                </c:pt>
                <c:pt idx="122">
                  <c:v>0.10781970971899568</c:v>
                </c:pt>
                <c:pt idx="123">
                  <c:v>0.11164522509327202</c:v>
                </c:pt>
                <c:pt idx="124">
                  <c:v>0.11493993465063435</c:v>
                </c:pt>
                <c:pt idx="125">
                  <c:v>0.11613647791177129</c:v>
                </c:pt>
                <c:pt idx="126">
                  <c:v>0.11450011102618007</c:v>
                </c:pt>
                <c:pt idx="127">
                  <c:v>0.11545280929761081</c:v>
                </c:pt>
                <c:pt idx="128">
                  <c:v>0.11601956747566078</c:v>
                </c:pt>
                <c:pt idx="129">
                  <c:v>0.11567972382363867</c:v>
                </c:pt>
                <c:pt idx="130">
                  <c:v>0.11897720890083252</c:v>
                </c:pt>
                <c:pt idx="131">
                  <c:v>0.12106476796927179</c:v>
                </c:pt>
                <c:pt idx="132">
                  <c:v>0.12187879854371153</c:v>
                </c:pt>
                <c:pt idx="133">
                  <c:v>0.12267728407765155</c:v>
                </c:pt>
                <c:pt idx="134">
                  <c:v>0.12909121983809135</c:v>
                </c:pt>
                <c:pt idx="135">
                  <c:v>0.12844393057358694</c:v>
                </c:pt>
                <c:pt idx="136">
                  <c:v>0.12579568395420804</c:v>
                </c:pt>
                <c:pt idx="137">
                  <c:v>0.13264933853542793</c:v>
                </c:pt>
                <c:pt idx="138">
                  <c:v>0.13366625147369882</c:v>
                </c:pt>
                <c:pt idx="139">
                  <c:v>0.1322868030613773</c:v>
                </c:pt>
                <c:pt idx="140">
                  <c:v>0.13939975014883577</c:v>
                </c:pt>
                <c:pt idx="141">
                  <c:v>0.14383996264105714</c:v>
                </c:pt>
                <c:pt idx="142">
                  <c:v>0.14437682045918976</c:v>
                </c:pt>
                <c:pt idx="143">
                  <c:v>0.14138383642696684</c:v>
                </c:pt>
                <c:pt idx="144">
                  <c:v>0.14511656468724343</c:v>
                </c:pt>
                <c:pt idx="145">
                  <c:v>0.14176283528222999</c:v>
                </c:pt>
                <c:pt idx="146">
                  <c:v>0.14129596033233538</c:v>
                </c:pt>
                <c:pt idx="147">
                  <c:v>0.13946420705857587</c:v>
                </c:pt>
                <c:pt idx="148">
                  <c:v>0.13528959287963871</c:v>
                </c:pt>
                <c:pt idx="149">
                  <c:v>0.13258009919912239</c:v>
                </c:pt>
                <c:pt idx="150">
                  <c:v>0.13259050930795935</c:v>
                </c:pt>
                <c:pt idx="151">
                  <c:v>0.13166673890729919</c:v>
                </c:pt>
                <c:pt idx="152">
                  <c:v>0.13291394258879108</c:v>
                </c:pt>
                <c:pt idx="153">
                  <c:v>0.1297735351926983</c:v>
                </c:pt>
                <c:pt idx="154">
                  <c:v>0.1284046383458719</c:v>
                </c:pt>
                <c:pt idx="155">
                  <c:v>0.12844046480469218</c:v>
                </c:pt>
                <c:pt idx="156">
                  <c:v>0.12616557869899059</c:v>
                </c:pt>
                <c:pt idx="157">
                  <c:v>0.12666326093287639</c:v>
                </c:pt>
                <c:pt idx="158">
                  <c:v>0.13202620832402379</c:v>
                </c:pt>
                <c:pt idx="159">
                  <c:v>0.13149853951389923</c:v>
                </c:pt>
                <c:pt idx="160">
                  <c:v>0.12197587937443899</c:v>
                </c:pt>
                <c:pt idx="161">
                  <c:v>0.12944791609845896</c:v>
                </c:pt>
                <c:pt idx="162">
                  <c:v>0.13499833605685141</c:v>
                </c:pt>
                <c:pt idx="163">
                  <c:v>0.13101943079744993</c:v>
                </c:pt>
                <c:pt idx="164">
                  <c:v>0.13030934249212556</c:v>
                </c:pt>
                <c:pt idx="165">
                  <c:v>0.12791695693541905</c:v>
                </c:pt>
                <c:pt idx="166">
                  <c:v>0.12405401350826861</c:v>
                </c:pt>
                <c:pt idx="167">
                  <c:v>0.12403181485483716</c:v>
                </c:pt>
                <c:pt idx="168">
                  <c:v>0.12214497900365906</c:v>
                </c:pt>
                <c:pt idx="169">
                  <c:v>0.12215710673475355</c:v>
                </c:pt>
                <c:pt idx="170">
                  <c:v>0.12117929017276374</c:v>
                </c:pt>
                <c:pt idx="171">
                  <c:v>0.12246067648914427</c:v>
                </c:pt>
                <c:pt idx="172">
                  <c:v>0.1301279998219691</c:v>
                </c:pt>
                <c:pt idx="173">
                  <c:v>0.12790457631614394</c:v>
                </c:pt>
                <c:pt idx="174">
                  <c:v>0.12897023261763274</c:v>
                </c:pt>
                <c:pt idx="175">
                  <c:v>0.12746709818199098</c:v>
                </c:pt>
                <c:pt idx="176">
                  <c:v>0.12548753638414567</c:v>
                </c:pt>
                <c:pt idx="177">
                  <c:v>0.12678582897225521</c:v>
                </c:pt>
                <c:pt idx="178">
                  <c:v>0.11747264431440563</c:v>
                </c:pt>
                <c:pt idx="179">
                  <c:v>0.11813766357887179</c:v>
                </c:pt>
                <c:pt idx="180">
                  <c:v>0.11634634567627078</c:v>
                </c:pt>
                <c:pt idx="181">
                  <c:v>0.11689700878745679</c:v>
                </c:pt>
                <c:pt idx="182">
                  <c:v>0.11690795183168889</c:v>
                </c:pt>
                <c:pt idx="183">
                  <c:v>0.11554011991015289</c:v>
                </c:pt>
                <c:pt idx="184">
                  <c:v>0.11812610028103654</c:v>
                </c:pt>
                <c:pt idx="185">
                  <c:v>0.12144120755011167</c:v>
                </c:pt>
                <c:pt idx="186">
                  <c:v>0.12096430508411493</c:v>
                </c:pt>
                <c:pt idx="187">
                  <c:v>0.1177418627961051</c:v>
                </c:pt>
                <c:pt idx="188">
                  <c:v>0.11502732964571738</c:v>
                </c:pt>
                <c:pt idx="189">
                  <c:v>0.11623946677550312</c:v>
                </c:pt>
                <c:pt idx="190">
                  <c:v>0.1154189340503684</c:v>
                </c:pt>
                <c:pt idx="191">
                  <c:v>0.11641014130556337</c:v>
                </c:pt>
                <c:pt idx="192">
                  <c:v>0.12246220531618857</c:v>
                </c:pt>
                <c:pt idx="193">
                  <c:v>0.12394349264090554</c:v>
                </c:pt>
                <c:pt idx="194">
                  <c:v>0.11845574695394268</c:v>
                </c:pt>
                <c:pt idx="195">
                  <c:v>0.12330246364406983</c:v>
                </c:pt>
                <c:pt idx="196">
                  <c:v>0.12178704594677292</c:v>
                </c:pt>
                <c:pt idx="197">
                  <c:v>0.12224714156327976</c:v>
                </c:pt>
                <c:pt idx="198">
                  <c:v>0.12382206942926732</c:v>
                </c:pt>
                <c:pt idx="199">
                  <c:v>0.12861382946127287</c:v>
                </c:pt>
                <c:pt idx="200">
                  <c:v>0.13152560783501666</c:v>
                </c:pt>
                <c:pt idx="201">
                  <c:v>0.12696590978574585</c:v>
                </c:pt>
                <c:pt idx="202">
                  <c:v>0.12618681261749631</c:v>
                </c:pt>
                <c:pt idx="203">
                  <c:v>0.12265522705565779</c:v>
                </c:pt>
                <c:pt idx="204">
                  <c:v>0.12313787999683146</c:v>
                </c:pt>
                <c:pt idx="205">
                  <c:v>0.12654448393387829</c:v>
                </c:pt>
                <c:pt idx="206">
                  <c:v>0.12166239005232793</c:v>
                </c:pt>
                <c:pt idx="207">
                  <c:v>0.12187614193691942</c:v>
                </c:pt>
                <c:pt idx="208">
                  <c:v>0.12550361083517503</c:v>
                </c:pt>
                <c:pt idx="209">
                  <c:v>0.12684794040635539</c:v>
                </c:pt>
                <c:pt idx="210">
                  <c:v>0.12784905344897646</c:v>
                </c:pt>
                <c:pt idx="211">
                  <c:v>0.12672988474926061</c:v>
                </c:pt>
                <c:pt idx="212">
                  <c:v>0.12656366545082309</c:v>
                </c:pt>
                <c:pt idx="213">
                  <c:v>0.12455304015118518</c:v>
                </c:pt>
                <c:pt idx="214">
                  <c:v>0.12573485992211131</c:v>
                </c:pt>
                <c:pt idx="215">
                  <c:v>0.1259403807789139</c:v>
                </c:pt>
                <c:pt idx="216">
                  <c:v>0.13133226646745633</c:v>
                </c:pt>
                <c:pt idx="217">
                  <c:v>0.13214879513827027</c:v>
                </c:pt>
                <c:pt idx="218">
                  <c:v>0.13204336803691441</c:v>
                </c:pt>
                <c:pt idx="219">
                  <c:v>0.13061444498404784</c:v>
                </c:pt>
                <c:pt idx="220">
                  <c:v>0.13236311223666064</c:v>
                </c:pt>
                <c:pt idx="221">
                  <c:v>0.12863725846882446</c:v>
                </c:pt>
                <c:pt idx="222">
                  <c:v>0.12840251899787969</c:v>
                </c:pt>
                <c:pt idx="223">
                  <c:v>0.12659822642228091</c:v>
                </c:pt>
                <c:pt idx="224">
                  <c:v>0.12937698237901984</c:v>
                </c:pt>
                <c:pt idx="225">
                  <c:v>0.12590124605933717</c:v>
                </c:pt>
                <c:pt idx="226">
                  <c:v>0.12430673136971748</c:v>
                </c:pt>
                <c:pt idx="227">
                  <c:v>0.1269123110109136</c:v>
                </c:pt>
                <c:pt idx="228">
                  <c:v>0.12589824932977023</c:v>
                </c:pt>
                <c:pt idx="229">
                  <c:v>0.12439980259790362</c:v>
                </c:pt>
                <c:pt idx="230">
                  <c:v>0.12620970784422281</c:v>
                </c:pt>
                <c:pt idx="231">
                  <c:v>0.12870811157881468</c:v>
                </c:pt>
                <c:pt idx="232">
                  <c:v>0.12729057333546434</c:v>
                </c:pt>
                <c:pt idx="233">
                  <c:v>0.12909095066185539</c:v>
                </c:pt>
                <c:pt idx="234">
                  <c:v>0.12920024343327263</c:v>
                </c:pt>
                <c:pt idx="235">
                  <c:v>0.13310211364870916</c:v>
                </c:pt>
                <c:pt idx="236">
                  <c:v>0.13589611505564614</c:v>
                </c:pt>
                <c:pt idx="237">
                  <c:v>0.13477259219554205</c:v>
                </c:pt>
                <c:pt idx="238">
                  <c:v>0.13444990024754033</c:v>
                </c:pt>
                <c:pt idx="239">
                  <c:v>0.13229850498034512</c:v>
                </c:pt>
                <c:pt idx="240">
                  <c:v>0.1326562095564281</c:v>
                </c:pt>
                <c:pt idx="241">
                  <c:v>0.13177673721234573</c:v>
                </c:pt>
                <c:pt idx="242">
                  <c:v>0.13361481763114269</c:v>
                </c:pt>
                <c:pt idx="243">
                  <c:v>0.13269698164317467</c:v>
                </c:pt>
                <c:pt idx="244">
                  <c:v>0.13394126632677583</c:v>
                </c:pt>
                <c:pt idx="245">
                  <c:v>0.13932452335614398</c:v>
                </c:pt>
                <c:pt idx="246">
                  <c:v>0.14147960095870293</c:v>
                </c:pt>
                <c:pt idx="247">
                  <c:v>0.13968037893452134</c:v>
                </c:pt>
                <c:pt idx="248">
                  <c:v>0.14110042775371912</c:v>
                </c:pt>
                <c:pt idx="249">
                  <c:v>0.14258850300426262</c:v>
                </c:pt>
                <c:pt idx="250">
                  <c:v>0.14350916803638292</c:v>
                </c:pt>
                <c:pt idx="251">
                  <c:v>0.14607557227559864</c:v>
                </c:pt>
                <c:pt idx="252">
                  <c:v>0.14721205245309132</c:v>
                </c:pt>
                <c:pt idx="253">
                  <c:v>0.14492050946373292</c:v>
                </c:pt>
                <c:pt idx="254">
                  <c:v>0.14268178077516525</c:v>
                </c:pt>
                <c:pt idx="255">
                  <c:v>0.1445255146562503</c:v>
                </c:pt>
                <c:pt idx="256">
                  <c:v>0.14466493536164249</c:v>
                </c:pt>
                <c:pt idx="257">
                  <c:v>0.14603803299538254</c:v>
                </c:pt>
                <c:pt idx="258">
                  <c:v>0.14480856865362557</c:v>
                </c:pt>
                <c:pt idx="259">
                  <c:v>0.14685014685984088</c:v>
                </c:pt>
                <c:pt idx="260">
                  <c:v>0.14514113251249139</c:v>
                </c:pt>
                <c:pt idx="261">
                  <c:v>0.14436410025564173</c:v>
                </c:pt>
                <c:pt idx="262">
                  <c:v>0.14438460444378021</c:v>
                </c:pt>
                <c:pt idx="263">
                  <c:v>0.1474936817823298</c:v>
                </c:pt>
                <c:pt idx="264">
                  <c:v>0.14457934518171611</c:v>
                </c:pt>
                <c:pt idx="265">
                  <c:v>0.14642749823697154</c:v>
                </c:pt>
                <c:pt idx="266">
                  <c:v>0.14616276674622153</c:v>
                </c:pt>
                <c:pt idx="267">
                  <c:v>0.14868725401542893</c:v>
                </c:pt>
                <c:pt idx="268">
                  <c:v>0.14910986451809394</c:v>
                </c:pt>
                <c:pt idx="269">
                  <c:v>0.1491179842488588</c:v>
                </c:pt>
                <c:pt idx="270">
                  <c:v>0.14834281698540619</c:v>
                </c:pt>
                <c:pt idx="271">
                  <c:v>0.14865806809941584</c:v>
                </c:pt>
                <c:pt idx="272">
                  <c:v>0.14650113974735723</c:v>
                </c:pt>
                <c:pt idx="273">
                  <c:v>0.14529784531256396</c:v>
                </c:pt>
                <c:pt idx="274">
                  <c:v>0.14452360336409553</c:v>
                </c:pt>
                <c:pt idx="275">
                  <c:v>0.14292543026183502</c:v>
                </c:pt>
                <c:pt idx="276">
                  <c:v>0.1425007626626571</c:v>
                </c:pt>
                <c:pt idx="277">
                  <c:v>0.14289164073086136</c:v>
                </c:pt>
                <c:pt idx="278">
                  <c:v>0.14265766254885137</c:v>
                </c:pt>
                <c:pt idx="279">
                  <c:v>0.14468156740968552</c:v>
                </c:pt>
                <c:pt idx="280">
                  <c:v>0.14582626430335033</c:v>
                </c:pt>
                <c:pt idx="281">
                  <c:v>0.14770604904999729</c:v>
                </c:pt>
                <c:pt idx="282">
                  <c:v>0.14555847045611636</c:v>
                </c:pt>
                <c:pt idx="283">
                  <c:v>0.14729109095961657</c:v>
                </c:pt>
                <c:pt idx="284">
                  <c:v>0.15249733162160051</c:v>
                </c:pt>
                <c:pt idx="285">
                  <c:v>0.15159837065554571</c:v>
                </c:pt>
                <c:pt idx="286">
                  <c:v>0.15342290709098783</c:v>
                </c:pt>
                <c:pt idx="287">
                  <c:v>0.15655207445193753</c:v>
                </c:pt>
                <c:pt idx="288">
                  <c:v>0.16191848869459102</c:v>
                </c:pt>
                <c:pt idx="289">
                  <c:v>0.15853875652468541</c:v>
                </c:pt>
                <c:pt idx="290">
                  <c:v>0.15767999051800241</c:v>
                </c:pt>
                <c:pt idx="291">
                  <c:v>0.16040755674443186</c:v>
                </c:pt>
                <c:pt idx="292">
                  <c:v>0.1611587034576405</c:v>
                </c:pt>
                <c:pt idx="293">
                  <c:v>0.15942871820080118</c:v>
                </c:pt>
                <c:pt idx="294">
                  <c:v>0.16200937605715482</c:v>
                </c:pt>
                <c:pt idx="295">
                  <c:v>0.15815313349415994</c:v>
                </c:pt>
                <c:pt idx="296">
                  <c:v>0.16032927620854487</c:v>
                </c:pt>
                <c:pt idx="297">
                  <c:v>0.16467920432994276</c:v>
                </c:pt>
                <c:pt idx="298">
                  <c:v>0.16522409335402544</c:v>
                </c:pt>
                <c:pt idx="299">
                  <c:v>0.16765850169137542</c:v>
                </c:pt>
                <c:pt idx="300">
                  <c:v>0.16492133414562549</c:v>
                </c:pt>
                <c:pt idx="301">
                  <c:v>0.16426581304191235</c:v>
                </c:pt>
                <c:pt idx="302">
                  <c:v>0.16340868718569057</c:v>
                </c:pt>
                <c:pt idx="303">
                  <c:v>0.16691566229405375</c:v>
                </c:pt>
                <c:pt idx="304">
                  <c:v>0.16779377175786969</c:v>
                </c:pt>
                <c:pt idx="305">
                  <c:v>0.16757637185103236</c:v>
                </c:pt>
                <c:pt idx="306">
                  <c:v>0.1674213935938198</c:v>
                </c:pt>
                <c:pt idx="307">
                  <c:v>0.16713217537581326</c:v>
                </c:pt>
                <c:pt idx="308">
                  <c:v>0.1671362141302315</c:v>
                </c:pt>
                <c:pt idx="309">
                  <c:v>0.16566864380176516</c:v>
                </c:pt>
                <c:pt idx="310">
                  <c:v>0.16412660716716099</c:v>
                </c:pt>
                <c:pt idx="311">
                  <c:v>0.16597467844768321</c:v>
                </c:pt>
                <c:pt idx="312">
                  <c:v>0.16669960898945324</c:v>
                </c:pt>
                <c:pt idx="313">
                  <c:v>0.1668845060522699</c:v>
                </c:pt>
                <c:pt idx="314">
                  <c:v>0.17002437609536813</c:v>
                </c:pt>
                <c:pt idx="315">
                  <c:v>0.16764619366741496</c:v>
                </c:pt>
                <c:pt idx="316">
                  <c:v>0.16812981718275188</c:v>
                </c:pt>
                <c:pt idx="317">
                  <c:v>0.16990097973882734</c:v>
                </c:pt>
                <c:pt idx="318">
                  <c:v>0.17347307682191548</c:v>
                </c:pt>
                <c:pt idx="319">
                  <c:v>0.17301030148280971</c:v>
                </c:pt>
                <c:pt idx="320">
                  <c:v>0.17154733987846971</c:v>
                </c:pt>
                <c:pt idx="321">
                  <c:v>0.1696249251963684</c:v>
                </c:pt>
                <c:pt idx="322">
                  <c:v>0.17103308413872043</c:v>
                </c:pt>
                <c:pt idx="323">
                  <c:v>0.1705922082388045</c:v>
                </c:pt>
                <c:pt idx="324">
                  <c:v>0.1721309159594917</c:v>
                </c:pt>
                <c:pt idx="325">
                  <c:v>0.17274276772015251</c:v>
                </c:pt>
                <c:pt idx="326">
                  <c:v>0.17205782119366719</c:v>
                </c:pt>
                <c:pt idx="327">
                  <c:v>0.17266429346497758</c:v>
                </c:pt>
                <c:pt idx="328">
                  <c:v>0.17002349227866742</c:v>
                </c:pt>
                <c:pt idx="329">
                  <c:v>0.16923779697929064</c:v>
                </c:pt>
                <c:pt idx="330">
                  <c:v>0.16626680585659415</c:v>
                </c:pt>
                <c:pt idx="331">
                  <c:v>0.16681078876408839</c:v>
                </c:pt>
                <c:pt idx="332">
                  <c:v>0.16522431709599372</c:v>
                </c:pt>
                <c:pt idx="333">
                  <c:v>0.16559859601688176</c:v>
                </c:pt>
                <c:pt idx="334">
                  <c:v>0.16607242275482936</c:v>
                </c:pt>
                <c:pt idx="335">
                  <c:v>0.16602329814118955</c:v>
                </c:pt>
                <c:pt idx="336">
                  <c:v>0.16592138469576834</c:v>
                </c:pt>
                <c:pt idx="337">
                  <c:v>0.16365957118070007</c:v>
                </c:pt>
                <c:pt idx="338">
                  <c:v>0.16590933962377785</c:v>
                </c:pt>
                <c:pt idx="339">
                  <c:v>0.16709633416101344</c:v>
                </c:pt>
                <c:pt idx="340">
                  <c:v>0.17165362102732185</c:v>
                </c:pt>
                <c:pt idx="341">
                  <c:v>0.17068596500289357</c:v>
                </c:pt>
                <c:pt idx="342">
                  <c:v>0.16898268308965125</c:v>
                </c:pt>
                <c:pt idx="343">
                  <c:v>0.16819278388074066</c:v>
                </c:pt>
                <c:pt idx="344">
                  <c:v>0.16974842365511322</c:v>
                </c:pt>
                <c:pt idx="345">
                  <c:v>0.17087653713143425</c:v>
                </c:pt>
                <c:pt idx="346">
                  <c:v>0.16925674297209148</c:v>
                </c:pt>
                <c:pt idx="347">
                  <c:v>0.17076388233112838</c:v>
                </c:pt>
                <c:pt idx="348">
                  <c:v>0.1721690665333564</c:v>
                </c:pt>
                <c:pt idx="349">
                  <c:v>0.17396419573531019</c:v>
                </c:pt>
                <c:pt idx="350">
                  <c:v>0.17178446512652323</c:v>
                </c:pt>
                <c:pt idx="351">
                  <c:v>0.17085921573784701</c:v>
                </c:pt>
                <c:pt idx="352">
                  <c:v>0.17233564100099419</c:v>
                </c:pt>
                <c:pt idx="353">
                  <c:v>0.17286265811734913</c:v>
                </c:pt>
                <c:pt idx="354">
                  <c:v>0.17298998719208702</c:v>
                </c:pt>
                <c:pt idx="355">
                  <c:v>0.17322870260097023</c:v>
                </c:pt>
                <c:pt idx="356">
                  <c:v>0.17500419246595866</c:v>
                </c:pt>
                <c:pt idx="357">
                  <c:v>0.17366099885685138</c:v>
                </c:pt>
                <c:pt idx="358">
                  <c:v>0.17256412878489003</c:v>
                </c:pt>
                <c:pt idx="359">
                  <c:v>0.17160846836576948</c:v>
                </c:pt>
                <c:pt idx="360">
                  <c:v>0.1684665245626269</c:v>
                </c:pt>
                <c:pt idx="361">
                  <c:v>0.16792171862119365</c:v>
                </c:pt>
                <c:pt idx="362">
                  <c:v>0.16808938629240577</c:v>
                </c:pt>
                <c:pt idx="363">
                  <c:v>0.16930645538846556</c:v>
                </c:pt>
                <c:pt idx="364">
                  <c:v>0.17199474048056929</c:v>
                </c:pt>
                <c:pt idx="365">
                  <c:v>0.16969958187479706</c:v>
                </c:pt>
                <c:pt idx="366">
                  <c:v>0.16907437489312338</c:v>
                </c:pt>
                <c:pt idx="367">
                  <c:v>0.17212589985781701</c:v>
                </c:pt>
                <c:pt idx="368">
                  <c:v>0.17232122604081335</c:v>
                </c:pt>
                <c:pt idx="369">
                  <c:v>0.17524171571659797</c:v>
                </c:pt>
                <c:pt idx="370">
                  <c:v>0.17487043093820986</c:v>
                </c:pt>
                <c:pt idx="371">
                  <c:v>0.17413492207664882</c:v>
                </c:pt>
                <c:pt idx="372">
                  <c:v>0.1727934960095201</c:v>
                </c:pt>
                <c:pt idx="373">
                  <c:v>0.17151124276031982</c:v>
                </c:pt>
                <c:pt idx="374">
                  <c:v>0.17242440784257562</c:v>
                </c:pt>
                <c:pt idx="375">
                  <c:v>0.17425961337000939</c:v>
                </c:pt>
                <c:pt idx="376">
                  <c:v>0.17530905907578131</c:v>
                </c:pt>
                <c:pt idx="377">
                  <c:v>0.17581744624890283</c:v>
                </c:pt>
                <c:pt idx="378">
                  <c:v>0.17722578338563078</c:v>
                </c:pt>
                <c:pt idx="379">
                  <c:v>0.1763297515559723</c:v>
                </c:pt>
                <c:pt idx="380">
                  <c:v>0.17963202750907814</c:v>
                </c:pt>
                <c:pt idx="381">
                  <c:v>0.17872007017132363</c:v>
                </c:pt>
                <c:pt idx="382">
                  <c:v>0.17776535119192838</c:v>
                </c:pt>
                <c:pt idx="383">
                  <c:v>0.17695450404112711</c:v>
                </c:pt>
                <c:pt idx="384">
                  <c:v>0.17670866995840262</c:v>
                </c:pt>
                <c:pt idx="385">
                  <c:v>0.17829865854147231</c:v>
                </c:pt>
                <c:pt idx="386">
                  <c:v>0.18125575930986315</c:v>
                </c:pt>
                <c:pt idx="387">
                  <c:v>0.18429729324853072</c:v>
                </c:pt>
                <c:pt idx="388">
                  <c:v>0.18253812421968529</c:v>
                </c:pt>
                <c:pt idx="389">
                  <c:v>0.18003375188138948</c:v>
                </c:pt>
                <c:pt idx="390">
                  <c:v>0.17851977162039856</c:v>
                </c:pt>
                <c:pt idx="391">
                  <c:v>0.18052733832558698</c:v>
                </c:pt>
                <c:pt idx="392">
                  <c:v>0.1808975512318205</c:v>
                </c:pt>
                <c:pt idx="393">
                  <c:v>0.18416485636572677</c:v>
                </c:pt>
                <c:pt idx="394">
                  <c:v>0.18179195967214468</c:v>
                </c:pt>
                <c:pt idx="395">
                  <c:v>0.18288920841916068</c:v>
                </c:pt>
                <c:pt idx="396">
                  <c:v>0.18064290224093971</c:v>
                </c:pt>
                <c:pt idx="397">
                  <c:v>0.17628882704939874</c:v>
                </c:pt>
                <c:pt idx="398">
                  <c:v>0.17633950591191172</c:v>
                </c:pt>
                <c:pt idx="399">
                  <c:v>0.17753708001770363</c:v>
                </c:pt>
                <c:pt idx="400">
                  <c:v>0.17906169598406096</c:v>
                </c:pt>
                <c:pt idx="401">
                  <c:v>0.18054988288609231</c:v>
                </c:pt>
                <c:pt idx="402">
                  <c:v>0.1805944815438274</c:v>
                </c:pt>
                <c:pt idx="403">
                  <c:v>0.18048911334645878</c:v>
                </c:pt>
                <c:pt idx="404">
                  <c:v>0.18703365702404184</c:v>
                </c:pt>
                <c:pt idx="405">
                  <c:v>0.18745664265959627</c:v>
                </c:pt>
                <c:pt idx="406">
                  <c:v>0.18836190106886841</c:v>
                </c:pt>
                <c:pt idx="407">
                  <c:v>0.18635003291376706</c:v>
                </c:pt>
                <c:pt idx="408">
                  <c:v>0.18867234465413807</c:v>
                </c:pt>
                <c:pt idx="409">
                  <c:v>0.18868588066656011</c:v>
                </c:pt>
                <c:pt idx="410">
                  <c:v>0.18471241841630581</c:v>
                </c:pt>
                <c:pt idx="411">
                  <c:v>0.18528072257259032</c:v>
                </c:pt>
                <c:pt idx="412">
                  <c:v>0.1901446745942954</c:v>
                </c:pt>
                <c:pt idx="413">
                  <c:v>0.18816258743560343</c:v>
                </c:pt>
                <c:pt idx="414">
                  <c:v>0.18801405541891003</c:v>
                </c:pt>
                <c:pt idx="415">
                  <c:v>0.18807430728031438</c:v>
                </c:pt>
                <c:pt idx="416">
                  <c:v>0.18886340282551406</c:v>
                </c:pt>
                <c:pt idx="417">
                  <c:v>0.18920621938183024</c:v>
                </c:pt>
                <c:pt idx="418">
                  <c:v>0.1935426136259919</c:v>
                </c:pt>
                <c:pt idx="419">
                  <c:v>0.19263609163466611</c:v>
                </c:pt>
                <c:pt idx="420">
                  <c:v>0.19059187680116096</c:v>
                </c:pt>
                <c:pt idx="421">
                  <c:v>0.19130934764045637</c:v>
                </c:pt>
                <c:pt idx="422">
                  <c:v>0.19332403173703638</c:v>
                </c:pt>
                <c:pt idx="423">
                  <c:v>0.19469000736685205</c:v>
                </c:pt>
                <c:pt idx="424">
                  <c:v>0.19526246865233432</c:v>
                </c:pt>
                <c:pt idx="425">
                  <c:v>0.19438041213132551</c:v>
                </c:pt>
                <c:pt idx="426">
                  <c:v>0.19126550587167546</c:v>
                </c:pt>
                <c:pt idx="427">
                  <c:v>0.19182427846674233</c:v>
                </c:pt>
                <c:pt idx="428">
                  <c:v>0.1943803332498355</c:v>
                </c:pt>
                <c:pt idx="429">
                  <c:v>0.19487402088466399</c:v>
                </c:pt>
                <c:pt idx="430">
                  <c:v>0.19492595125070267</c:v>
                </c:pt>
                <c:pt idx="431">
                  <c:v>0.19483785602576331</c:v>
                </c:pt>
                <c:pt idx="432">
                  <c:v>0.19414261561803858</c:v>
                </c:pt>
                <c:pt idx="433">
                  <c:v>0.19427780348482648</c:v>
                </c:pt>
                <c:pt idx="434">
                  <c:v>0.19418694064296105</c:v>
                </c:pt>
                <c:pt idx="435">
                  <c:v>0.19364403742809588</c:v>
                </c:pt>
                <c:pt idx="436">
                  <c:v>0.19405928643572579</c:v>
                </c:pt>
                <c:pt idx="437">
                  <c:v>0.196686543995926</c:v>
                </c:pt>
                <c:pt idx="438">
                  <c:v>0.20072187221495885</c:v>
                </c:pt>
                <c:pt idx="439">
                  <c:v>0.20129592541093144</c:v>
                </c:pt>
                <c:pt idx="440">
                  <c:v>0.20461707659758743</c:v>
                </c:pt>
                <c:pt idx="441">
                  <c:v>0.20380144412395995</c:v>
                </c:pt>
                <c:pt idx="442">
                  <c:v>0.20162193533324513</c:v>
                </c:pt>
                <c:pt idx="443">
                  <c:v>0.20629425384924072</c:v>
                </c:pt>
                <c:pt idx="444">
                  <c:v>0.20711687306768534</c:v>
                </c:pt>
                <c:pt idx="445">
                  <c:v>0.20872598473810156</c:v>
                </c:pt>
                <c:pt idx="446">
                  <c:v>0.20841329333837022</c:v>
                </c:pt>
                <c:pt idx="447">
                  <c:v>0.211281419761153</c:v>
                </c:pt>
                <c:pt idx="448">
                  <c:v>0.21177822488142151</c:v>
                </c:pt>
                <c:pt idx="449">
                  <c:v>0.21015292922998063</c:v>
                </c:pt>
                <c:pt idx="450">
                  <c:v>0.20929337291860439</c:v>
                </c:pt>
                <c:pt idx="451">
                  <c:v>0.21053397357744874</c:v>
                </c:pt>
                <c:pt idx="452">
                  <c:v>0.21136162846478279</c:v>
                </c:pt>
                <c:pt idx="453">
                  <c:v>0.21057067064800394</c:v>
                </c:pt>
                <c:pt idx="454">
                  <c:v>0.21004943639372797</c:v>
                </c:pt>
                <c:pt idx="455">
                  <c:v>0.21098064826196983</c:v>
                </c:pt>
                <c:pt idx="456">
                  <c:v>0.21016966070158438</c:v>
                </c:pt>
                <c:pt idx="457">
                  <c:v>0.21161897787312745</c:v>
                </c:pt>
                <c:pt idx="458">
                  <c:v>0.21151942171073679</c:v>
                </c:pt>
                <c:pt idx="459">
                  <c:v>0.21151896155916261</c:v>
                </c:pt>
                <c:pt idx="460">
                  <c:v>0.21327292381852914</c:v>
                </c:pt>
                <c:pt idx="461">
                  <c:v>0.21194141812106748</c:v>
                </c:pt>
                <c:pt idx="462">
                  <c:v>0.21126234403601662</c:v>
                </c:pt>
                <c:pt idx="463">
                  <c:v>0.21001729675982328</c:v>
                </c:pt>
                <c:pt idx="464">
                  <c:v>0.21011544032087648</c:v>
                </c:pt>
                <c:pt idx="465">
                  <c:v>0.20724542122638234</c:v>
                </c:pt>
                <c:pt idx="466">
                  <c:v>0.20732141324036468</c:v>
                </c:pt>
                <c:pt idx="467">
                  <c:v>0.20626201867643279</c:v>
                </c:pt>
                <c:pt idx="468">
                  <c:v>0.20596006198551597</c:v>
                </c:pt>
                <c:pt idx="469">
                  <c:v>0.20695489307345905</c:v>
                </c:pt>
                <c:pt idx="470">
                  <c:v>0.20863404887777737</c:v>
                </c:pt>
                <c:pt idx="471">
                  <c:v>0.20938180850462174</c:v>
                </c:pt>
                <c:pt idx="472">
                  <c:v>0.21118202418491028</c:v>
                </c:pt>
                <c:pt idx="473">
                  <c:v>0.21045245477294405</c:v>
                </c:pt>
                <c:pt idx="474">
                  <c:v>0.21311249575204805</c:v>
                </c:pt>
                <c:pt idx="475">
                  <c:v>0.21451439067249289</c:v>
                </c:pt>
                <c:pt idx="476">
                  <c:v>0.21921747778403744</c:v>
                </c:pt>
                <c:pt idx="477">
                  <c:v>0.220790796087319</c:v>
                </c:pt>
                <c:pt idx="478">
                  <c:v>0.22089956308508185</c:v>
                </c:pt>
                <c:pt idx="479">
                  <c:v>0.22163250010296398</c:v>
                </c:pt>
                <c:pt idx="480">
                  <c:v>0.22107872623406255</c:v>
                </c:pt>
                <c:pt idx="481">
                  <c:v>0.21990454765679135</c:v>
                </c:pt>
                <c:pt idx="482">
                  <c:v>0.21760731075950912</c:v>
                </c:pt>
                <c:pt idx="483">
                  <c:v>0.22007892935667939</c:v>
                </c:pt>
                <c:pt idx="484">
                  <c:v>0.22004494372325323</c:v>
                </c:pt>
                <c:pt idx="485">
                  <c:v>0.21940327685662098</c:v>
                </c:pt>
                <c:pt idx="486">
                  <c:v>0.21940810337211269</c:v>
                </c:pt>
                <c:pt idx="487">
                  <c:v>0.21799460827015449</c:v>
                </c:pt>
                <c:pt idx="488">
                  <c:v>0.22267302356372176</c:v>
                </c:pt>
                <c:pt idx="489">
                  <c:v>0.2303809590496968</c:v>
                </c:pt>
                <c:pt idx="490">
                  <c:v>0.22999150680384939</c:v>
                </c:pt>
                <c:pt idx="491">
                  <c:v>0.23318163705126538</c:v>
                </c:pt>
                <c:pt idx="492">
                  <c:v>0.2376965570228351</c:v>
                </c:pt>
                <c:pt idx="493">
                  <c:v>0.23836592450149086</c:v>
                </c:pt>
                <c:pt idx="494">
                  <c:v>0.24399202933241071</c:v>
                </c:pt>
                <c:pt idx="495">
                  <c:v>0.24605967330760281</c:v>
                </c:pt>
                <c:pt idx="496">
                  <c:v>0.24437567487778344</c:v>
                </c:pt>
                <c:pt idx="497">
                  <c:v>0.24100044912905538</c:v>
                </c:pt>
                <c:pt idx="498">
                  <c:v>0.23977609853432869</c:v>
                </c:pt>
                <c:pt idx="499">
                  <c:v>0.23802780542822277</c:v>
                </c:pt>
                <c:pt idx="500">
                  <c:v>0.2382815856472722</c:v>
                </c:pt>
                <c:pt idx="501">
                  <c:v>0.23988117833677403</c:v>
                </c:pt>
                <c:pt idx="502">
                  <c:v>0.24558802886616959</c:v>
                </c:pt>
                <c:pt idx="503">
                  <c:v>0.24253546777821278</c:v>
                </c:pt>
                <c:pt idx="504">
                  <c:v>0.2427511721072424</c:v>
                </c:pt>
                <c:pt idx="505">
                  <c:v>0.23718312314089784</c:v>
                </c:pt>
                <c:pt idx="506">
                  <c:v>0.2390008582752976</c:v>
                </c:pt>
                <c:pt idx="507">
                  <c:v>0.24189822108396397</c:v>
                </c:pt>
                <c:pt idx="508">
                  <c:v>0.24316046894905075</c:v>
                </c:pt>
                <c:pt idx="509">
                  <c:v>0.24568670732200371</c:v>
                </c:pt>
                <c:pt idx="510">
                  <c:v>0.24523167260092693</c:v>
                </c:pt>
                <c:pt idx="511">
                  <c:v>0.24451232077355045</c:v>
                </c:pt>
                <c:pt idx="512">
                  <c:v>0.24415054246882795</c:v>
                </c:pt>
                <c:pt idx="513">
                  <c:v>0.24665735178196613</c:v>
                </c:pt>
                <c:pt idx="514">
                  <c:v>0.24659707404975273</c:v>
                </c:pt>
                <c:pt idx="515">
                  <c:v>0.24616793143000049</c:v>
                </c:pt>
                <c:pt idx="516">
                  <c:v>0.24718800712317801</c:v>
                </c:pt>
                <c:pt idx="517">
                  <c:v>0.24727536454885857</c:v>
                </c:pt>
                <c:pt idx="518">
                  <c:v>0.249834423596351</c:v>
                </c:pt>
                <c:pt idx="519">
                  <c:v>0.25331501005866719</c:v>
                </c:pt>
                <c:pt idx="520">
                  <c:v>0.25966854512300053</c:v>
                </c:pt>
                <c:pt idx="521">
                  <c:v>0.25480127694005472</c:v>
                </c:pt>
                <c:pt idx="522">
                  <c:v>0.25181602219893162</c:v>
                </c:pt>
                <c:pt idx="523">
                  <c:v>0.25184402353175805</c:v>
                </c:pt>
                <c:pt idx="524">
                  <c:v>0.25132091878028651</c:v>
                </c:pt>
                <c:pt idx="525">
                  <c:v>0.25316467917128205</c:v>
                </c:pt>
                <c:pt idx="526">
                  <c:v>0.2508930031289669</c:v>
                </c:pt>
                <c:pt idx="527">
                  <c:v>0.25335086532992435</c:v>
                </c:pt>
                <c:pt idx="528">
                  <c:v>0.2530556615442785</c:v>
                </c:pt>
                <c:pt idx="529">
                  <c:v>0.2534786501417341</c:v>
                </c:pt>
                <c:pt idx="530">
                  <c:v>0.26044992790720989</c:v>
                </c:pt>
                <c:pt idx="531">
                  <c:v>0.26610894726685985</c:v>
                </c:pt>
                <c:pt idx="532">
                  <c:v>0.2642117431328681</c:v>
                </c:pt>
                <c:pt idx="533">
                  <c:v>0.26491484769630813</c:v>
                </c:pt>
                <c:pt idx="534">
                  <c:v>0.27006988308348179</c:v>
                </c:pt>
                <c:pt idx="535">
                  <c:v>0.26582681152834953</c:v>
                </c:pt>
                <c:pt idx="536">
                  <c:v>0.26939415526560984</c:v>
                </c:pt>
                <c:pt idx="537">
                  <c:v>0.27311568080793758</c:v>
                </c:pt>
                <c:pt idx="538">
                  <c:v>0.27467992397414864</c:v>
                </c:pt>
                <c:pt idx="539">
                  <c:v>0.27778708997730672</c:v>
                </c:pt>
                <c:pt idx="540">
                  <c:v>0.27589150629284931</c:v>
                </c:pt>
                <c:pt idx="541">
                  <c:v>0.27518039466690891</c:v>
                </c:pt>
                <c:pt idx="542">
                  <c:v>0.27657381407589221</c:v>
                </c:pt>
                <c:pt idx="543">
                  <c:v>0.27755274651837647</c:v>
                </c:pt>
                <c:pt idx="544">
                  <c:v>0.28018052456348608</c:v>
                </c:pt>
                <c:pt idx="545">
                  <c:v>0.28273994932256952</c:v>
                </c:pt>
                <c:pt idx="546">
                  <c:v>0.28594942518498079</c:v>
                </c:pt>
                <c:pt idx="547">
                  <c:v>0.28570418019229948</c:v>
                </c:pt>
                <c:pt idx="548">
                  <c:v>0.28669362410551469</c:v>
                </c:pt>
                <c:pt idx="549">
                  <c:v>0.28522217339814571</c:v>
                </c:pt>
                <c:pt idx="550">
                  <c:v>0.28554706232996274</c:v>
                </c:pt>
                <c:pt idx="551">
                  <c:v>0.28636951440919112</c:v>
                </c:pt>
                <c:pt idx="552">
                  <c:v>0.28782835783283112</c:v>
                </c:pt>
                <c:pt idx="553">
                  <c:v>0.28520299836692842</c:v>
                </c:pt>
                <c:pt idx="554">
                  <c:v>0.28507780154133422</c:v>
                </c:pt>
                <c:pt idx="555">
                  <c:v>0.2854929063504783</c:v>
                </c:pt>
                <c:pt idx="556">
                  <c:v>0.28509237788783026</c:v>
                </c:pt>
                <c:pt idx="557">
                  <c:v>0.28201351418732457</c:v>
                </c:pt>
                <c:pt idx="558">
                  <c:v>0.28295229705470293</c:v>
                </c:pt>
                <c:pt idx="559">
                  <c:v>0.28245014889696685</c:v>
                </c:pt>
                <c:pt idx="560">
                  <c:v>0.28343794758944219</c:v>
                </c:pt>
                <c:pt idx="561">
                  <c:v>0.28346803243960994</c:v>
                </c:pt>
                <c:pt idx="562">
                  <c:v>0.27877820749215876</c:v>
                </c:pt>
                <c:pt idx="563">
                  <c:v>0.27836039284493408</c:v>
                </c:pt>
                <c:pt idx="564">
                  <c:v>0.27480582796346487</c:v>
                </c:pt>
                <c:pt idx="565">
                  <c:v>0.27798996229387396</c:v>
                </c:pt>
                <c:pt idx="566">
                  <c:v>0.27720877053814719</c:v>
                </c:pt>
                <c:pt idx="567">
                  <c:v>0.2763484026988734</c:v>
                </c:pt>
                <c:pt idx="568">
                  <c:v>0.27527386881399885</c:v>
                </c:pt>
                <c:pt idx="569">
                  <c:v>0.27830955068992291</c:v>
                </c:pt>
                <c:pt idx="570">
                  <c:v>0.28238936041874796</c:v>
                </c:pt>
                <c:pt idx="571">
                  <c:v>0.28364027298422556</c:v>
                </c:pt>
                <c:pt idx="572">
                  <c:v>0.28163571485994532</c:v>
                </c:pt>
                <c:pt idx="573">
                  <c:v>0.28119483502258014</c:v>
                </c:pt>
                <c:pt idx="574">
                  <c:v>0.27907656600384967</c:v>
                </c:pt>
                <c:pt idx="575">
                  <c:v>0.27308719631504075</c:v>
                </c:pt>
                <c:pt idx="576">
                  <c:v>0.27247040273464829</c:v>
                </c:pt>
                <c:pt idx="577">
                  <c:v>0.27323116356427568</c:v>
                </c:pt>
                <c:pt idx="578">
                  <c:v>0.27603839169053801</c:v>
                </c:pt>
                <c:pt idx="579">
                  <c:v>0.27495456714665223</c:v>
                </c:pt>
                <c:pt idx="580">
                  <c:v>0.2764580822821312</c:v>
                </c:pt>
                <c:pt idx="581">
                  <c:v>0.27426587784075007</c:v>
                </c:pt>
                <c:pt idx="582">
                  <c:v>0.27198530942502464</c:v>
                </c:pt>
                <c:pt idx="583">
                  <c:v>0.26841131952294273</c:v>
                </c:pt>
                <c:pt idx="584">
                  <c:v>0.27426973890122719</c:v>
                </c:pt>
                <c:pt idx="585">
                  <c:v>0.27294286667441381</c:v>
                </c:pt>
                <c:pt idx="586">
                  <c:v>0.27637477450374237</c:v>
                </c:pt>
                <c:pt idx="587">
                  <c:v>0.27012238117342569</c:v>
                </c:pt>
                <c:pt idx="588">
                  <c:v>0.26309855607402111</c:v>
                </c:pt>
                <c:pt idx="589">
                  <c:v>0.24505106355882322</c:v>
                </c:pt>
                <c:pt idx="590">
                  <c:v>0.25045227476460563</c:v>
                </c:pt>
                <c:pt idx="591">
                  <c:v>0.25820325608900263</c:v>
                </c:pt>
                <c:pt idx="592">
                  <c:v>0.25696085243728728</c:v>
                </c:pt>
                <c:pt idx="593">
                  <c:v>0.25119873998398701</c:v>
                </c:pt>
                <c:pt idx="594">
                  <c:v>0.24694413979859053</c:v>
                </c:pt>
                <c:pt idx="595">
                  <c:v>0.24683681311971828</c:v>
                </c:pt>
                <c:pt idx="596">
                  <c:v>0.24340332824688082</c:v>
                </c:pt>
                <c:pt idx="597">
                  <c:v>0.24144065575172657</c:v>
                </c:pt>
                <c:pt idx="598">
                  <c:v>0.23855669201815966</c:v>
                </c:pt>
                <c:pt idx="599">
                  <c:v>0.23846988238484035</c:v>
                </c:pt>
                <c:pt idx="600">
                  <c:v>0.23758121250255293</c:v>
                </c:pt>
                <c:pt idx="601">
                  <c:v>0.24258582055749534</c:v>
                </c:pt>
                <c:pt idx="602">
                  <c:v>0.2411748682314836</c:v>
                </c:pt>
                <c:pt idx="603">
                  <c:v>0.24063118601762579</c:v>
                </c:pt>
                <c:pt idx="604">
                  <c:v>0.24101231415805602</c:v>
                </c:pt>
                <c:pt idx="605">
                  <c:v>0.24116985884334641</c:v>
                </c:pt>
                <c:pt idx="606">
                  <c:v>0.242251690273799</c:v>
                </c:pt>
                <c:pt idx="607">
                  <c:v>0.24219903454878522</c:v>
                </c:pt>
                <c:pt idx="608">
                  <c:v>0.24288723473977658</c:v>
                </c:pt>
                <c:pt idx="609">
                  <c:v>0.24007130060838366</c:v>
                </c:pt>
                <c:pt idx="610">
                  <c:v>0.24225322592290666</c:v>
                </c:pt>
                <c:pt idx="611">
                  <c:v>0.24493676780485485</c:v>
                </c:pt>
                <c:pt idx="612">
                  <c:v>0.24662684413922964</c:v>
                </c:pt>
                <c:pt idx="613">
                  <c:v>0.24601932466219578</c:v>
                </c:pt>
                <c:pt idx="614">
                  <c:v>0.24744567804396245</c:v>
                </c:pt>
                <c:pt idx="615">
                  <c:v>0.24458765166556806</c:v>
                </c:pt>
                <c:pt idx="616">
                  <c:v>0.24123693585340766</c:v>
                </c:pt>
                <c:pt idx="617">
                  <c:v>0.24254779737621557</c:v>
                </c:pt>
                <c:pt idx="618">
                  <c:v>0.23931479254711885</c:v>
                </c:pt>
                <c:pt idx="619">
                  <c:v>0.23866424860396007</c:v>
                </c:pt>
                <c:pt idx="620">
                  <c:v>0.23817286153635742</c:v>
                </c:pt>
                <c:pt idx="621">
                  <c:v>0.2384208021797587</c:v>
                </c:pt>
                <c:pt idx="622">
                  <c:v>0.2328897029314565</c:v>
                </c:pt>
                <c:pt idx="623">
                  <c:v>0.23420465342123231</c:v>
                </c:pt>
                <c:pt idx="624">
                  <c:v>0.23642994421166375</c:v>
                </c:pt>
                <c:pt idx="625">
                  <c:v>0.23187302220841</c:v>
                </c:pt>
                <c:pt idx="626">
                  <c:v>0.23597027192750941</c:v>
                </c:pt>
                <c:pt idx="627">
                  <c:v>0.24213077622289192</c:v>
                </c:pt>
                <c:pt idx="628">
                  <c:v>0.23991659320754688</c:v>
                </c:pt>
                <c:pt idx="629">
                  <c:v>0.24330598216534338</c:v>
                </c:pt>
                <c:pt idx="630">
                  <c:v>0.24176304175243413</c:v>
                </c:pt>
                <c:pt idx="631">
                  <c:v>0.240797019992675</c:v>
                </c:pt>
                <c:pt idx="632">
                  <c:v>0.24006055182769859</c:v>
                </c:pt>
                <c:pt idx="633">
                  <c:v>0.23977310706621524</c:v>
                </c:pt>
                <c:pt idx="634">
                  <c:v>0.23728992525212522</c:v>
                </c:pt>
                <c:pt idx="635">
                  <c:v>0.2384790331977511</c:v>
                </c:pt>
                <c:pt idx="636">
                  <c:v>0.24130735206467935</c:v>
                </c:pt>
                <c:pt idx="637">
                  <c:v>0.24136709994038652</c:v>
                </c:pt>
                <c:pt idx="638">
                  <c:v>0.2417969165967373</c:v>
                </c:pt>
                <c:pt idx="639">
                  <c:v>0.24278101214962611</c:v>
                </c:pt>
                <c:pt idx="640">
                  <c:v>0.24386832344332876</c:v>
                </c:pt>
                <c:pt idx="641">
                  <c:v>0.24362651613123587</c:v>
                </c:pt>
                <c:pt idx="642">
                  <c:v>0.24696945795360281</c:v>
                </c:pt>
                <c:pt idx="643">
                  <c:v>0.24654034605274622</c:v>
                </c:pt>
                <c:pt idx="644">
                  <c:v>0.24650267927948177</c:v>
                </c:pt>
                <c:pt idx="645">
                  <c:v>0.24832771592474301</c:v>
                </c:pt>
                <c:pt idx="646">
                  <c:v>0.24797486913925559</c:v>
                </c:pt>
                <c:pt idx="647">
                  <c:v>0.24842940707278438</c:v>
                </c:pt>
                <c:pt idx="648">
                  <c:v>0.24796840187263802</c:v>
                </c:pt>
                <c:pt idx="649">
                  <c:v>0.24923539879515344</c:v>
                </c:pt>
                <c:pt idx="650">
                  <c:v>0.24983548740706985</c:v>
                </c:pt>
                <c:pt idx="651">
                  <c:v>0.25061587033564758</c:v>
                </c:pt>
                <c:pt idx="652">
                  <c:v>0.25165183129264457</c:v>
                </c:pt>
                <c:pt idx="653">
                  <c:v>0.25400884060724005</c:v>
                </c:pt>
                <c:pt idx="654">
                  <c:v>0.25312116054330702</c:v>
                </c:pt>
                <c:pt idx="655">
                  <c:v>0.25005336623177699</c:v>
                </c:pt>
                <c:pt idx="656">
                  <c:v>0.25136142526626148</c:v>
                </c:pt>
                <c:pt idx="657">
                  <c:v>0.25066814127274228</c:v>
                </c:pt>
                <c:pt idx="658">
                  <c:v>0.24859058161036862</c:v>
                </c:pt>
                <c:pt idx="659">
                  <c:v>0.24880609634630058</c:v>
                </c:pt>
                <c:pt idx="660">
                  <c:v>0.25130165308331898</c:v>
                </c:pt>
                <c:pt idx="661">
                  <c:v>0.25107320462588145</c:v>
                </c:pt>
                <c:pt idx="662">
                  <c:v>0.25324428796991838</c:v>
                </c:pt>
                <c:pt idx="663">
                  <c:v>0.25144328163202201</c:v>
                </c:pt>
                <c:pt idx="664">
                  <c:v>0.2494035752334578</c:v>
                </c:pt>
                <c:pt idx="665">
                  <c:v>0.2535125354640364</c:v>
                </c:pt>
                <c:pt idx="666">
                  <c:v>0.25688564572932915</c:v>
                </c:pt>
                <c:pt idx="667">
                  <c:v>0.25741878768865045</c:v>
                </c:pt>
                <c:pt idx="668">
                  <c:v>0.26333570829793618</c:v>
                </c:pt>
                <c:pt idx="669">
                  <c:v>0.26265908332567478</c:v>
                </c:pt>
                <c:pt idx="670">
                  <c:v>0.26606424316124655</c:v>
                </c:pt>
                <c:pt idx="671">
                  <c:v>0.26458899359650734</c:v>
                </c:pt>
                <c:pt idx="672">
                  <c:v>0.26465995769124362</c:v>
                </c:pt>
                <c:pt idx="673">
                  <c:v>0.26872689479859435</c:v>
                </c:pt>
                <c:pt idx="674">
                  <c:v>0.26838145972841021</c:v>
                </c:pt>
                <c:pt idx="675">
                  <c:v>0.26572955367718798</c:v>
                </c:pt>
                <c:pt idx="676">
                  <c:v>0.26735647229127313</c:v>
                </c:pt>
                <c:pt idx="677">
                  <c:v>0.27132745691721682</c:v>
                </c:pt>
                <c:pt idx="678">
                  <c:v>0.27242906357394414</c:v>
                </c:pt>
                <c:pt idx="679">
                  <c:v>0.27364288965221872</c:v>
                </c:pt>
                <c:pt idx="680">
                  <c:v>0.27339404202164919</c:v>
                </c:pt>
                <c:pt idx="681">
                  <c:v>0.28128143846117726</c:v>
                </c:pt>
                <c:pt idx="682">
                  <c:v>0.29161324630378216</c:v>
                </c:pt>
                <c:pt idx="683">
                  <c:v>0.28880818966496125</c:v>
                </c:pt>
                <c:pt idx="684">
                  <c:v>0.29310410681031729</c:v>
                </c:pt>
                <c:pt idx="685">
                  <c:v>0.2956751981624508</c:v>
                </c:pt>
                <c:pt idx="686">
                  <c:v>0.2874898507083683</c:v>
                </c:pt>
                <c:pt idx="687">
                  <c:v>0.28658225346026223</c:v>
                </c:pt>
                <c:pt idx="688">
                  <c:v>0.28904468319643972</c:v>
                </c:pt>
                <c:pt idx="689">
                  <c:v>0.28636775103445267</c:v>
                </c:pt>
                <c:pt idx="690">
                  <c:v>0.28462704420892693</c:v>
                </c:pt>
                <c:pt idx="691">
                  <c:v>0.28213746807092699</c:v>
                </c:pt>
                <c:pt idx="692">
                  <c:v>0.28383223931007739</c:v>
                </c:pt>
                <c:pt idx="693">
                  <c:v>0.28074241822396995</c:v>
                </c:pt>
                <c:pt idx="694">
                  <c:v>0.28027691529808729</c:v>
                </c:pt>
                <c:pt idx="695">
                  <c:v>0.27773417280138601</c:v>
                </c:pt>
                <c:pt idx="696">
                  <c:v>0.28227674415943538</c:v>
                </c:pt>
                <c:pt idx="697">
                  <c:v>0.28283917054636243</c:v>
                </c:pt>
                <c:pt idx="698">
                  <c:v>0.28580214842857843</c:v>
                </c:pt>
                <c:pt idx="699">
                  <c:v>0.28910834647993</c:v>
                </c:pt>
                <c:pt idx="700">
                  <c:v>0.29087934191416864</c:v>
                </c:pt>
                <c:pt idx="701">
                  <c:v>0.28934453339178035</c:v>
                </c:pt>
                <c:pt idx="702">
                  <c:v>0.28638985325582511</c:v>
                </c:pt>
                <c:pt idx="703">
                  <c:v>0.28530142372117084</c:v>
                </c:pt>
                <c:pt idx="704">
                  <c:v>0.28300590792132141</c:v>
                </c:pt>
                <c:pt idx="705">
                  <c:v>0.28312336237015612</c:v>
                </c:pt>
                <c:pt idx="706">
                  <c:v>0.28264496573438613</c:v>
                </c:pt>
                <c:pt idx="707">
                  <c:v>0.28393952937813816</c:v>
                </c:pt>
                <c:pt idx="708">
                  <c:v>0.28476677293970343</c:v>
                </c:pt>
                <c:pt idx="709">
                  <c:v>0.2873079492617161</c:v>
                </c:pt>
                <c:pt idx="710">
                  <c:v>0.29342248934079618</c:v>
                </c:pt>
                <c:pt idx="711">
                  <c:v>0.29232801090778704</c:v>
                </c:pt>
                <c:pt idx="712">
                  <c:v>0.29326826530464278</c:v>
                </c:pt>
                <c:pt idx="713">
                  <c:v>0.29458751328994404</c:v>
                </c:pt>
                <c:pt idx="714">
                  <c:v>0.29515383293848907</c:v>
                </c:pt>
                <c:pt idx="715">
                  <c:v>0.29440344422774478</c:v>
                </c:pt>
                <c:pt idx="716">
                  <c:v>0.29675378782197548</c:v>
                </c:pt>
                <c:pt idx="717">
                  <c:v>0.29805900934450946</c:v>
                </c:pt>
                <c:pt idx="718">
                  <c:v>0.30114985053744103</c:v>
                </c:pt>
                <c:pt idx="719">
                  <c:v>0.30451619486510229</c:v>
                </c:pt>
                <c:pt idx="720">
                  <c:v>0.30635604512328451</c:v>
                </c:pt>
                <c:pt idx="721">
                  <c:v>0.30855405102006728</c:v>
                </c:pt>
                <c:pt idx="722">
                  <c:v>0.31128579707245052</c:v>
                </c:pt>
                <c:pt idx="723">
                  <c:v>0.31398613798849517</c:v>
                </c:pt>
                <c:pt idx="724">
                  <c:v>0.31464772655358186</c:v>
                </c:pt>
                <c:pt idx="725">
                  <c:v>0.31571833399022364</c:v>
                </c:pt>
                <c:pt idx="726">
                  <c:v>0.31616429431519255</c:v>
                </c:pt>
                <c:pt idx="727">
                  <c:v>0.31317263220003588</c:v>
                </c:pt>
                <c:pt idx="728">
                  <c:v>0.31449888366506085</c:v>
                </c:pt>
                <c:pt idx="729">
                  <c:v>0.30228120208429532</c:v>
                </c:pt>
                <c:pt idx="730">
                  <c:v>0.2940151282853054</c:v>
                </c:pt>
                <c:pt idx="731">
                  <c:v>0.27908011164107216</c:v>
                </c:pt>
                <c:pt idx="732">
                  <c:v>0.28599564511422138</c:v>
                </c:pt>
                <c:pt idx="733">
                  <c:v>0.29806928634181817</c:v>
                </c:pt>
                <c:pt idx="734">
                  <c:v>0.30572126727938764</c:v>
                </c:pt>
                <c:pt idx="735">
                  <c:v>0.30049056100102201</c:v>
                </c:pt>
                <c:pt idx="736">
                  <c:v>0.28842306847510013</c:v>
                </c:pt>
                <c:pt idx="737">
                  <c:v>0.29471890653007615</c:v>
                </c:pt>
                <c:pt idx="738">
                  <c:v>0.30364577453120689</c:v>
                </c:pt>
                <c:pt idx="739">
                  <c:v>0.3007948986412774</c:v>
                </c:pt>
                <c:pt idx="740">
                  <c:v>0.3044013346838228</c:v>
                </c:pt>
                <c:pt idx="741">
                  <c:v>0.30696217756916555</c:v>
                </c:pt>
                <c:pt idx="742">
                  <c:v>0.31324229035547857</c:v>
                </c:pt>
                <c:pt idx="743">
                  <c:v>0.30887411544341359</c:v>
                </c:pt>
                <c:pt idx="744">
                  <c:v>0.2996129641514107</c:v>
                </c:pt>
                <c:pt idx="745">
                  <c:v>0.2957425057255072</c:v>
                </c:pt>
                <c:pt idx="746">
                  <c:v>0.29897571795406486</c:v>
                </c:pt>
                <c:pt idx="747">
                  <c:v>0.29720684001266195</c:v>
                </c:pt>
                <c:pt idx="748">
                  <c:v>0.29730327205046048</c:v>
                </c:pt>
                <c:pt idx="749">
                  <c:v>0.29507138006188027</c:v>
                </c:pt>
                <c:pt idx="750">
                  <c:v>0.30042551863554134</c:v>
                </c:pt>
                <c:pt idx="751">
                  <c:v>0.30338165361379787</c:v>
                </c:pt>
                <c:pt idx="752">
                  <c:v>0.30361588409954288</c:v>
                </c:pt>
                <c:pt idx="753">
                  <c:v>0.30653662220207289</c:v>
                </c:pt>
                <c:pt idx="754">
                  <c:v>0.31337132859724415</c:v>
                </c:pt>
                <c:pt idx="755">
                  <c:v>0.31400967600944485</c:v>
                </c:pt>
                <c:pt idx="756">
                  <c:v>0.31332673877079253</c:v>
                </c:pt>
                <c:pt idx="757">
                  <c:v>0.3185489081124695</c:v>
                </c:pt>
                <c:pt idx="758">
                  <c:v>0.32266879258020298</c:v>
                </c:pt>
                <c:pt idx="759">
                  <c:v>0.32923107407768826</c:v>
                </c:pt>
                <c:pt idx="760">
                  <c:v>0.32378229897508692</c:v>
                </c:pt>
                <c:pt idx="761">
                  <c:v>0.3250846041138753</c:v>
                </c:pt>
                <c:pt idx="762">
                  <c:v>0.31940463697752608</c:v>
                </c:pt>
                <c:pt idx="763">
                  <c:v>0.31491218821090428</c:v>
                </c:pt>
                <c:pt idx="764">
                  <c:v>0.30827405435988564</c:v>
                </c:pt>
                <c:pt idx="765">
                  <c:v>0.30044043461627146</c:v>
                </c:pt>
                <c:pt idx="766">
                  <c:v>0.29682613043431916</c:v>
                </c:pt>
                <c:pt idx="767">
                  <c:v>0.29913387768977251</c:v>
                </c:pt>
                <c:pt idx="768">
                  <c:v>0.30652248414784333</c:v>
                </c:pt>
                <c:pt idx="769">
                  <c:v>0.29770023132139345</c:v>
                </c:pt>
                <c:pt idx="770">
                  <c:v>0.2877093627085443</c:v>
                </c:pt>
                <c:pt idx="771">
                  <c:v>0.28641586467069757</c:v>
                </c:pt>
                <c:pt idx="772">
                  <c:v>0.29781832599617464</c:v>
                </c:pt>
                <c:pt idx="773">
                  <c:v>0.30482086115878171</c:v>
                </c:pt>
                <c:pt idx="774">
                  <c:v>0.30650415182135671</c:v>
                </c:pt>
                <c:pt idx="775">
                  <c:v>0.3069293213775155</c:v>
                </c:pt>
                <c:pt idx="776">
                  <c:v>0.30856250322312317</c:v>
                </c:pt>
                <c:pt idx="777">
                  <c:v>0.29687081070361399</c:v>
                </c:pt>
                <c:pt idx="778">
                  <c:v>0.29913445395675531</c:v>
                </c:pt>
                <c:pt idx="779">
                  <c:v>0.30477337685155481</c:v>
                </c:pt>
                <c:pt idx="780">
                  <c:v>0.30634618058345642</c:v>
                </c:pt>
                <c:pt idx="781">
                  <c:v>0.30635991692801534</c:v>
                </c:pt>
                <c:pt idx="782">
                  <c:v>0.30930716286155269</c:v>
                </c:pt>
                <c:pt idx="783">
                  <c:v>0.31141260373023316</c:v>
                </c:pt>
                <c:pt idx="784">
                  <c:v>0.31051011047888943</c:v>
                </c:pt>
                <c:pt idx="785">
                  <c:v>0.31266103661273026</c:v>
                </c:pt>
                <c:pt idx="786">
                  <c:v>0.31009908339829573</c:v>
                </c:pt>
                <c:pt idx="787">
                  <c:v>0.31395200546643109</c:v>
                </c:pt>
                <c:pt idx="788">
                  <c:v>0.31455927279575002</c:v>
                </c:pt>
                <c:pt idx="789">
                  <c:v>0.31672521027753353</c:v>
                </c:pt>
                <c:pt idx="790">
                  <c:v>0.3187077275437975</c:v>
                </c:pt>
                <c:pt idx="791">
                  <c:v>0.3177784816965874</c:v>
                </c:pt>
                <c:pt idx="792">
                  <c:v>0.3208065623989631</c:v>
                </c:pt>
                <c:pt idx="793">
                  <c:v>0.32147247051358696</c:v>
                </c:pt>
                <c:pt idx="794">
                  <c:v>0.32192138268377923</c:v>
                </c:pt>
                <c:pt idx="795">
                  <c:v>0.32468852301383766</c:v>
                </c:pt>
                <c:pt idx="796">
                  <c:v>0.3273564358181047</c:v>
                </c:pt>
                <c:pt idx="797">
                  <c:v>0.33192953747054821</c:v>
                </c:pt>
                <c:pt idx="798">
                  <c:v>0.33304420297332427</c:v>
                </c:pt>
                <c:pt idx="799">
                  <c:v>0.32758729099369543</c:v>
                </c:pt>
                <c:pt idx="800">
                  <c:v>0.33104209851961541</c:v>
                </c:pt>
                <c:pt idx="801">
                  <c:v>0.33165673834350184</c:v>
                </c:pt>
                <c:pt idx="802">
                  <c:v>0.332332530675159</c:v>
                </c:pt>
                <c:pt idx="803">
                  <c:v>0.33341309959846899</c:v>
                </c:pt>
                <c:pt idx="804">
                  <c:v>0.33316836944476536</c:v>
                </c:pt>
                <c:pt idx="805">
                  <c:v>0.33420694880743707</c:v>
                </c:pt>
                <c:pt idx="806">
                  <c:v>0.33363542036185057</c:v>
                </c:pt>
                <c:pt idx="807">
                  <c:v>0.33315251330766582</c:v>
                </c:pt>
                <c:pt idx="808">
                  <c:v>0.33239512436796548</c:v>
                </c:pt>
                <c:pt idx="809">
                  <c:v>0.3373855438308393</c:v>
                </c:pt>
                <c:pt idx="810">
                  <c:v>0.33955137778838074</c:v>
                </c:pt>
                <c:pt idx="811">
                  <c:v>0.34202981560190993</c:v>
                </c:pt>
                <c:pt idx="812">
                  <c:v>0.34630020386452265</c:v>
                </c:pt>
                <c:pt idx="813">
                  <c:v>0.34600049679534117</c:v>
                </c:pt>
                <c:pt idx="814">
                  <c:v>0.34581846746587441</c:v>
                </c:pt>
                <c:pt idx="815">
                  <c:v>0.3444116920258995</c:v>
                </c:pt>
                <c:pt idx="816">
                  <c:v>0.34780892432605626</c:v>
                </c:pt>
                <c:pt idx="817">
                  <c:v>0.35592399744596204</c:v>
                </c:pt>
                <c:pt idx="818">
                  <c:v>0.35605960672423675</c:v>
                </c:pt>
                <c:pt idx="819">
                  <c:v>0.35411414266107988</c:v>
                </c:pt>
                <c:pt idx="820">
                  <c:v>0.35326831122974922</c:v>
                </c:pt>
                <c:pt idx="821">
                  <c:v>0.34849604348225238</c:v>
                </c:pt>
                <c:pt idx="822">
                  <c:v>0.34794024859385986</c:v>
                </c:pt>
                <c:pt idx="823">
                  <c:v>0.34931070190616165</c:v>
                </c:pt>
                <c:pt idx="824">
                  <c:v>0.34978568961933099</c:v>
                </c:pt>
                <c:pt idx="825">
                  <c:v>0.3500332642060564</c:v>
                </c:pt>
                <c:pt idx="826">
                  <c:v>0.34855249182751158</c:v>
                </c:pt>
                <c:pt idx="827">
                  <c:v>0.35357669129765767</c:v>
                </c:pt>
                <c:pt idx="828">
                  <c:v>0.3535737097114513</c:v>
                </c:pt>
                <c:pt idx="829">
                  <c:v>0.35235143500408705</c:v>
                </c:pt>
                <c:pt idx="830">
                  <c:v>0.35152994070848131</c:v>
                </c:pt>
                <c:pt idx="831">
                  <c:v>0.35124181545448319</c:v>
                </c:pt>
                <c:pt idx="832">
                  <c:v>0.35193988877278426</c:v>
                </c:pt>
                <c:pt idx="833">
                  <c:v>0.34750620139808919</c:v>
                </c:pt>
                <c:pt idx="834">
                  <c:v>0.35011352276184171</c:v>
                </c:pt>
                <c:pt idx="835">
                  <c:v>0.35132815755087154</c:v>
                </c:pt>
                <c:pt idx="836">
                  <c:v>0.35318184854076473</c:v>
                </c:pt>
                <c:pt idx="837">
                  <c:v>0.35358682745187275</c:v>
                </c:pt>
                <c:pt idx="838">
                  <c:v>0.35270665194384199</c:v>
                </c:pt>
                <c:pt idx="839">
                  <c:v>0.35112860753842123</c:v>
                </c:pt>
                <c:pt idx="840">
                  <c:v>0.35217681349639918</c:v>
                </c:pt>
                <c:pt idx="841">
                  <c:v>0.35490965919289841</c:v>
                </c:pt>
                <c:pt idx="842">
                  <c:v>0.35877291280585877</c:v>
                </c:pt>
                <c:pt idx="843">
                  <c:v>0.3588203760932942</c:v>
                </c:pt>
                <c:pt idx="844">
                  <c:v>0.35979196608489472</c:v>
                </c:pt>
                <c:pt idx="845">
                  <c:v>0.35829333087697601</c:v>
                </c:pt>
                <c:pt idx="846">
                  <c:v>0.35884832698820635</c:v>
                </c:pt>
                <c:pt idx="847">
                  <c:v>0.35892474093940652</c:v>
                </c:pt>
                <c:pt idx="848">
                  <c:v>0.35920974112000681</c:v>
                </c:pt>
                <c:pt idx="849">
                  <c:v>0.35979996541735582</c:v>
                </c:pt>
                <c:pt idx="850">
                  <c:v>0.36062722250812129</c:v>
                </c:pt>
                <c:pt idx="851">
                  <c:v>0.3637873404841625</c:v>
                </c:pt>
                <c:pt idx="852">
                  <c:v>0.36019329983868675</c:v>
                </c:pt>
                <c:pt idx="853">
                  <c:v>0.36300550521352948</c:v>
                </c:pt>
                <c:pt idx="854">
                  <c:v>0.37126416842365884</c:v>
                </c:pt>
                <c:pt idx="855">
                  <c:v>0.37221400881113054</c:v>
                </c:pt>
                <c:pt idx="856">
                  <c:v>0.3657039645829252</c:v>
                </c:pt>
                <c:pt idx="857">
                  <c:v>0.36271447320492678</c:v>
                </c:pt>
                <c:pt idx="858">
                  <c:v>0.35944604652240941</c:v>
                </c:pt>
                <c:pt idx="859">
                  <c:v>0.35926604862702671</c:v>
                </c:pt>
                <c:pt idx="860">
                  <c:v>0.35535544155523913</c:v>
                </c:pt>
                <c:pt idx="861">
                  <c:v>0.35376831061311953</c:v>
                </c:pt>
                <c:pt idx="862">
                  <c:v>0.3599568049406574</c:v>
                </c:pt>
                <c:pt idx="863">
                  <c:v>0.36122245180516588</c:v>
                </c:pt>
                <c:pt idx="864">
                  <c:v>0.3598801431023837</c:v>
                </c:pt>
                <c:pt idx="865">
                  <c:v>0.36397582372715154</c:v>
                </c:pt>
                <c:pt idx="866">
                  <c:v>0.36593957508230579</c:v>
                </c:pt>
                <c:pt idx="867">
                  <c:v>0.35697996117832353</c:v>
                </c:pt>
                <c:pt idx="868">
                  <c:v>0.35965421470813164</c:v>
                </c:pt>
                <c:pt idx="869">
                  <c:v>0.35077365084652312</c:v>
                </c:pt>
                <c:pt idx="870">
                  <c:v>0.35593767498812623</c:v>
                </c:pt>
                <c:pt idx="871">
                  <c:v>0.35797837942848343</c:v>
                </c:pt>
                <c:pt idx="872">
                  <c:v>0.35916018978027409</c:v>
                </c:pt>
                <c:pt idx="873">
                  <c:v>0.36173880429140426</c:v>
                </c:pt>
                <c:pt idx="874">
                  <c:v>0.36277685362913492</c:v>
                </c:pt>
                <c:pt idx="875">
                  <c:v>0.35942157597448365</c:v>
                </c:pt>
                <c:pt idx="876">
                  <c:v>0.35938976764404784</c:v>
                </c:pt>
                <c:pt idx="877">
                  <c:v>0.36480692875346321</c:v>
                </c:pt>
                <c:pt idx="878">
                  <c:v>0.36520072704124895</c:v>
                </c:pt>
                <c:pt idx="879">
                  <c:v>0.36563045343181533</c:v>
                </c:pt>
                <c:pt idx="880">
                  <c:v>0.36507795395607334</c:v>
                </c:pt>
                <c:pt idx="881">
                  <c:v>0.36837699649681355</c:v>
                </c:pt>
                <c:pt idx="882">
                  <c:v>0.36670265074616504</c:v>
                </c:pt>
                <c:pt idx="883">
                  <c:v>0.36877449492884762</c:v>
                </c:pt>
                <c:pt idx="884">
                  <c:v>0.35930244530064059</c:v>
                </c:pt>
                <c:pt idx="885">
                  <c:v>0.36343338141230697</c:v>
                </c:pt>
                <c:pt idx="886">
                  <c:v>0.36280372422299356</c:v>
                </c:pt>
                <c:pt idx="887">
                  <c:v>0.3638136070808804</c:v>
                </c:pt>
                <c:pt idx="888">
                  <c:v>0.36922062375711207</c:v>
                </c:pt>
                <c:pt idx="889">
                  <c:v>0.36881290077278317</c:v>
                </c:pt>
                <c:pt idx="890">
                  <c:v>0.36596176924341206</c:v>
                </c:pt>
                <c:pt idx="891">
                  <c:v>0.36789998428164794</c:v>
                </c:pt>
                <c:pt idx="892">
                  <c:v>0.37056583446747227</c:v>
                </c:pt>
                <c:pt idx="893">
                  <c:v>0.37056058375522705</c:v>
                </c:pt>
                <c:pt idx="894">
                  <c:v>0.37125264661328772</c:v>
                </c:pt>
                <c:pt idx="895">
                  <c:v>0.37455457590678343</c:v>
                </c:pt>
                <c:pt idx="896">
                  <c:v>0.37615416704473947</c:v>
                </c:pt>
                <c:pt idx="897">
                  <c:v>0.37471382159402356</c:v>
                </c:pt>
                <c:pt idx="898">
                  <c:v>0.37199955967456066</c:v>
                </c:pt>
                <c:pt idx="899">
                  <c:v>0.37345370576174219</c:v>
                </c:pt>
                <c:pt idx="900">
                  <c:v>0.37795115724387074</c:v>
                </c:pt>
                <c:pt idx="901">
                  <c:v>0.37581243770033823</c:v>
                </c:pt>
                <c:pt idx="902">
                  <c:v>0.37670231260582709</c:v>
                </c:pt>
                <c:pt idx="903">
                  <c:v>0.37490759266560603</c:v>
                </c:pt>
                <c:pt idx="904">
                  <c:v>0.37655586116823514</c:v>
                </c:pt>
                <c:pt idx="905">
                  <c:v>0.37848329098695399</c:v>
                </c:pt>
                <c:pt idx="906">
                  <c:v>0.37993671799258788</c:v>
                </c:pt>
                <c:pt idx="907">
                  <c:v>0.37978074473278678</c:v>
                </c:pt>
                <c:pt idx="908">
                  <c:v>0.38169834692614768</c:v>
                </c:pt>
                <c:pt idx="909">
                  <c:v>0.38137985619598647</c:v>
                </c:pt>
                <c:pt idx="910">
                  <c:v>0.38398101548544594</c:v>
                </c:pt>
                <c:pt idx="911">
                  <c:v>0.3898308392594525</c:v>
                </c:pt>
                <c:pt idx="912">
                  <c:v>0.39192998690000569</c:v>
                </c:pt>
                <c:pt idx="913">
                  <c:v>0.388164813096463</c:v>
                </c:pt>
                <c:pt idx="914">
                  <c:v>0.38721898118949816</c:v>
                </c:pt>
                <c:pt idx="915">
                  <c:v>0.39232827295311767</c:v>
                </c:pt>
                <c:pt idx="916">
                  <c:v>0.39068522647755888</c:v>
                </c:pt>
                <c:pt idx="917">
                  <c:v>0.39204868840475782</c:v>
                </c:pt>
                <c:pt idx="918">
                  <c:v>0.39238525344067154</c:v>
                </c:pt>
                <c:pt idx="919">
                  <c:v>0.39137704303469834</c:v>
                </c:pt>
                <c:pt idx="920">
                  <c:v>0.39473678169338</c:v>
                </c:pt>
                <c:pt idx="921">
                  <c:v>0.39301931350765407</c:v>
                </c:pt>
                <c:pt idx="922">
                  <c:v>0.38797125898943863</c:v>
                </c:pt>
                <c:pt idx="923">
                  <c:v>0.38956433389617917</c:v>
                </c:pt>
                <c:pt idx="924">
                  <c:v>0.38908705767085938</c:v>
                </c:pt>
                <c:pt idx="925">
                  <c:v>0.38887633796375143</c:v>
                </c:pt>
                <c:pt idx="926">
                  <c:v>0.39124538459072089</c:v>
                </c:pt>
                <c:pt idx="927">
                  <c:v>0.39373178547406429</c:v>
                </c:pt>
                <c:pt idx="928">
                  <c:v>0.39670201949716533</c:v>
                </c:pt>
                <c:pt idx="929">
                  <c:v>0.39691736284332957</c:v>
                </c:pt>
                <c:pt idx="930">
                  <c:v>0.39929846247108935</c:v>
                </c:pt>
                <c:pt idx="931">
                  <c:v>0.40031541675540905</c:v>
                </c:pt>
                <c:pt idx="932">
                  <c:v>0.39874847351029197</c:v>
                </c:pt>
                <c:pt idx="933">
                  <c:v>0.39562220441421614</c:v>
                </c:pt>
                <c:pt idx="934">
                  <c:v>0.39745822405756859</c:v>
                </c:pt>
                <c:pt idx="935">
                  <c:v>0.39999474802470347</c:v>
                </c:pt>
                <c:pt idx="936">
                  <c:v>0.4035262796637209</c:v>
                </c:pt>
                <c:pt idx="937">
                  <c:v>0.40593208199539865</c:v>
                </c:pt>
                <c:pt idx="938">
                  <c:v>0.40562812486784949</c:v>
                </c:pt>
                <c:pt idx="939">
                  <c:v>0.4088852959072844</c:v>
                </c:pt>
                <c:pt idx="940">
                  <c:v>0.40333160624220543</c:v>
                </c:pt>
                <c:pt idx="941">
                  <c:v>0.39613938436209772</c:v>
                </c:pt>
                <c:pt idx="942">
                  <c:v>0.39535893024289814</c:v>
                </c:pt>
                <c:pt idx="943">
                  <c:v>0.39868338240697532</c:v>
                </c:pt>
                <c:pt idx="944">
                  <c:v>0.40199807898693596</c:v>
                </c:pt>
                <c:pt idx="945">
                  <c:v>0.39899277740678518</c:v>
                </c:pt>
                <c:pt idx="946">
                  <c:v>0.39576597156677518</c:v>
                </c:pt>
                <c:pt idx="947">
                  <c:v>0.39475928633436563</c:v>
                </c:pt>
                <c:pt idx="948">
                  <c:v>0.39387565736564145</c:v>
                </c:pt>
                <c:pt idx="949">
                  <c:v>0.39483642897546356</c:v>
                </c:pt>
                <c:pt idx="950">
                  <c:v>0.40064720838215329</c:v>
                </c:pt>
                <c:pt idx="951">
                  <c:v>0.39719443695237455</c:v>
                </c:pt>
                <c:pt idx="952">
                  <c:v>0.39284820285044675</c:v>
                </c:pt>
                <c:pt idx="953">
                  <c:v>0.39745151112358257</c:v>
                </c:pt>
                <c:pt idx="954">
                  <c:v>0.39654100304063156</c:v>
                </c:pt>
                <c:pt idx="955">
                  <c:v>0.39569929951218885</c:v>
                </c:pt>
                <c:pt idx="956">
                  <c:v>0.40138061490496635</c:v>
                </c:pt>
                <c:pt idx="957">
                  <c:v>0.39507424424863324</c:v>
                </c:pt>
                <c:pt idx="958">
                  <c:v>0.39769381506320656</c:v>
                </c:pt>
                <c:pt idx="959">
                  <c:v>0.40078983912788435</c:v>
                </c:pt>
                <c:pt idx="960">
                  <c:v>0.40230965089666859</c:v>
                </c:pt>
                <c:pt idx="961">
                  <c:v>0.41069646301447116</c:v>
                </c:pt>
                <c:pt idx="962">
                  <c:v>0.40601541926250673</c:v>
                </c:pt>
                <c:pt idx="963">
                  <c:v>0.40745672486034779</c:v>
                </c:pt>
                <c:pt idx="964">
                  <c:v>0.41229294972708774</c:v>
                </c:pt>
                <c:pt idx="965">
                  <c:v>0.42051955626245374</c:v>
                </c:pt>
                <c:pt idx="966">
                  <c:v>0.41850883938638916</c:v>
                </c:pt>
                <c:pt idx="967">
                  <c:v>0.42637749506445921</c:v>
                </c:pt>
                <c:pt idx="968">
                  <c:v>0.42724976608735288</c:v>
                </c:pt>
                <c:pt idx="969">
                  <c:v>0.42976514368560803</c:v>
                </c:pt>
                <c:pt idx="970">
                  <c:v>0.42957004411790756</c:v>
                </c:pt>
                <c:pt idx="971">
                  <c:v>0.43398251948443067</c:v>
                </c:pt>
                <c:pt idx="972">
                  <c:v>0.44017741026806734</c:v>
                </c:pt>
                <c:pt idx="973">
                  <c:v>0.44620844585649744</c:v>
                </c:pt>
                <c:pt idx="974">
                  <c:v>0.45234485777015054</c:v>
                </c:pt>
                <c:pt idx="975">
                  <c:v>0.45501682743141925</c:v>
                </c:pt>
                <c:pt idx="976">
                  <c:v>0.46131075347796902</c:v>
                </c:pt>
                <c:pt idx="977">
                  <c:v>0.46945686695699229</c:v>
                </c:pt>
                <c:pt idx="978">
                  <c:v>0.47055062356456179</c:v>
                </c:pt>
                <c:pt idx="979">
                  <c:v>0.47404842234940237</c:v>
                </c:pt>
                <c:pt idx="980">
                  <c:v>0.47562943502705024</c:v>
                </c:pt>
                <c:pt idx="981">
                  <c:v>0.47257141208026954</c:v>
                </c:pt>
                <c:pt idx="982">
                  <c:v>0.47600808672099482</c:v>
                </c:pt>
                <c:pt idx="983">
                  <c:v>0.47597479979405133</c:v>
                </c:pt>
                <c:pt idx="984">
                  <c:v>0.47603191392660116</c:v>
                </c:pt>
                <c:pt idx="985">
                  <c:v>0.48125514379741263</c:v>
                </c:pt>
                <c:pt idx="986">
                  <c:v>0.47774827573785772</c:v>
                </c:pt>
                <c:pt idx="987">
                  <c:v>0.48221608861410137</c:v>
                </c:pt>
                <c:pt idx="988">
                  <c:v>0.48106509503455941</c:v>
                </c:pt>
                <c:pt idx="989">
                  <c:v>0.48429191499389712</c:v>
                </c:pt>
                <c:pt idx="990">
                  <c:v>0.49369816231974628</c:v>
                </c:pt>
                <c:pt idx="991">
                  <c:v>0.49427383090343158</c:v>
                </c:pt>
                <c:pt idx="992">
                  <c:v>0.48749514650582859</c:v>
                </c:pt>
                <c:pt idx="993">
                  <c:v>0.49067780204794831</c:v>
                </c:pt>
                <c:pt idx="994">
                  <c:v>0.49044373389174112</c:v>
                </c:pt>
                <c:pt idx="995">
                  <c:v>0.48710425284892467</c:v>
                </c:pt>
                <c:pt idx="996">
                  <c:v>0.48485759741904544</c:v>
                </c:pt>
                <c:pt idx="997">
                  <c:v>0.48600290663851631</c:v>
                </c:pt>
                <c:pt idx="998">
                  <c:v>0.48424801324334044</c:v>
                </c:pt>
                <c:pt idx="999">
                  <c:v>0.48349162386520805</c:v>
                </c:pt>
                <c:pt idx="1000">
                  <c:v>0.47948935002102555</c:v>
                </c:pt>
                <c:pt idx="1001">
                  <c:v>0.47826445392743833</c:v>
                </c:pt>
                <c:pt idx="1002">
                  <c:v>0.47062612189773723</c:v>
                </c:pt>
                <c:pt idx="1003">
                  <c:v>0.47454384400283511</c:v>
                </c:pt>
                <c:pt idx="1004">
                  <c:v>0.48367251057070848</c:v>
                </c:pt>
                <c:pt idx="1005">
                  <c:v>0.47988457356740599</c:v>
                </c:pt>
                <c:pt idx="1006">
                  <c:v>0.47947766748120668</c:v>
                </c:pt>
                <c:pt idx="1007">
                  <c:v>0.47771847182811333</c:v>
                </c:pt>
                <c:pt idx="1008">
                  <c:v>0.48035964645120321</c:v>
                </c:pt>
                <c:pt idx="1009">
                  <c:v>0.48258969816913977</c:v>
                </c:pt>
                <c:pt idx="1010">
                  <c:v>0.48416669477776808</c:v>
                </c:pt>
                <c:pt idx="1011">
                  <c:v>0.48821031968509243</c:v>
                </c:pt>
                <c:pt idx="1012">
                  <c:v>0.49366421329651344</c:v>
                </c:pt>
                <c:pt idx="1013">
                  <c:v>0.49092909635215753</c:v>
                </c:pt>
                <c:pt idx="1014">
                  <c:v>0.48589647858968599</c:v>
                </c:pt>
                <c:pt idx="1015">
                  <c:v>0.48118089114684137</c:v>
                </c:pt>
                <c:pt idx="1016">
                  <c:v>0.4768249297166991</c:v>
                </c:pt>
                <c:pt idx="1017">
                  <c:v>0.47632296477704017</c:v>
                </c:pt>
                <c:pt idx="1018">
                  <c:v>0.47702328712449549</c:v>
                </c:pt>
                <c:pt idx="1019">
                  <c:v>0.47650652217592304</c:v>
                </c:pt>
                <c:pt idx="1020">
                  <c:v>0.47895201637775453</c:v>
                </c:pt>
                <c:pt idx="1021">
                  <c:v>0.4792151481610305</c:v>
                </c:pt>
                <c:pt idx="1022">
                  <c:v>0.47982626205876255</c:v>
                </c:pt>
                <c:pt idx="1023">
                  <c:v>0.47621597785313741</c:v>
                </c:pt>
                <c:pt idx="1024">
                  <c:v>0.47351583006170217</c:v>
                </c:pt>
                <c:pt idx="1025">
                  <c:v>0.47586811704868714</c:v>
                </c:pt>
                <c:pt idx="1026">
                  <c:v>0.47735552528912728</c:v>
                </c:pt>
                <c:pt idx="1027">
                  <c:v>0.47865185316392234</c:v>
                </c:pt>
                <c:pt idx="1028">
                  <c:v>0.47756368725548248</c:v>
                </c:pt>
                <c:pt idx="1029">
                  <c:v>0.4788134384788103</c:v>
                </c:pt>
                <c:pt idx="1030">
                  <c:v>0.47974750531570542</c:v>
                </c:pt>
                <c:pt idx="1031">
                  <c:v>0.48050719236530703</c:v>
                </c:pt>
                <c:pt idx="1032">
                  <c:v>0.47935207111116895</c:v>
                </c:pt>
                <c:pt idx="1033">
                  <c:v>0.47829389425682667</c:v>
                </c:pt>
                <c:pt idx="1034">
                  <c:v>0.47798947084901955</c:v>
                </c:pt>
                <c:pt idx="1035">
                  <c:v>0.47770979933501634</c:v>
                </c:pt>
                <c:pt idx="1036">
                  <c:v>0.47769665664357563</c:v>
                </c:pt>
                <c:pt idx="1037">
                  <c:v>0.47809149092697889</c:v>
                </c:pt>
                <c:pt idx="1038">
                  <c:v>0.47836372541098715</c:v>
                </c:pt>
                <c:pt idx="1039">
                  <c:v>0.47842482967805</c:v>
                </c:pt>
                <c:pt idx="1040">
                  <c:v>0.4864193725413668</c:v>
                </c:pt>
                <c:pt idx="1041">
                  <c:v>0.48897420248933421</c:v>
                </c:pt>
                <c:pt idx="1042">
                  <c:v>0.49219088082110041</c:v>
                </c:pt>
                <c:pt idx="1043">
                  <c:v>0.49536067738281098</c:v>
                </c:pt>
                <c:pt idx="1044">
                  <c:v>0.49918344645679302</c:v>
                </c:pt>
                <c:pt idx="1045">
                  <c:v>0.49955938263431854</c:v>
                </c:pt>
                <c:pt idx="1046">
                  <c:v>0.50462769895728732</c:v>
                </c:pt>
                <c:pt idx="1047">
                  <c:v>0.50046568692012339</c:v>
                </c:pt>
                <c:pt idx="1048">
                  <c:v>0.499397856461681</c:v>
                </c:pt>
                <c:pt idx="1049">
                  <c:v>0.49741385660531034</c:v>
                </c:pt>
                <c:pt idx="1050">
                  <c:v>0.49422801275721451</c:v>
                </c:pt>
                <c:pt idx="1051">
                  <c:v>0.49545737817909274</c:v>
                </c:pt>
                <c:pt idx="1052">
                  <c:v>0.49370718154863713</c:v>
                </c:pt>
                <c:pt idx="1053">
                  <c:v>0.49238365365098757</c:v>
                </c:pt>
                <c:pt idx="1054">
                  <c:v>0.49426677413437914</c:v>
                </c:pt>
                <c:pt idx="1055">
                  <c:v>0.4986793703882848</c:v>
                </c:pt>
                <c:pt idx="1056">
                  <c:v>0.49570620050854441</c:v>
                </c:pt>
                <c:pt idx="1057">
                  <c:v>0.49434143510925543</c:v>
                </c:pt>
                <c:pt idx="1058">
                  <c:v>0.49813690423400026</c:v>
                </c:pt>
                <c:pt idx="1059">
                  <c:v>0.49805345563347525</c:v>
                </c:pt>
                <c:pt idx="1060">
                  <c:v>0.5028285288324561</c:v>
                </c:pt>
                <c:pt idx="1061">
                  <c:v>0.50207555601142984</c:v>
                </c:pt>
                <c:pt idx="1062">
                  <c:v>0.50158722496184538</c:v>
                </c:pt>
                <c:pt idx="1063">
                  <c:v>0.50201506956092889</c:v>
                </c:pt>
                <c:pt idx="1064">
                  <c:v>0.50541732161548691</c:v>
                </c:pt>
                <c:pt idx="1065">
                  <c:v>0.50628687279360984</c:v>
                </c:pt>
                <c:pt idx="1066">
                  <c:v>0.50878366951194254</c:v>
                </c:pt>
                <c:pt idx="1067">
                  <c:v>0.50580904109315705</c:v>
                </c:pt>
                <c:pt idx="1068">
                  <c:v>0.4999220467373684</c:v>
                </c:pt>
                <c:pt idx="1069">
                  <c:v>0.50533676162479613</c:v>
                </c:pt>
                <c:pt idx="1070">
                  <c:v>0.51164541473757597</c:v>
                </c:pt>
                <c:pt idx="1071">
                  <c:v>0.50762665846469934</c:v>
                </c:pt>
                <c:pt idx="1072">
                  <c:v>0.51062862322625713</c:v>
                </c:pt>
                <c:pt idx="1073">
                  <c:v>0.50807726169588707</c:v>
                </c:pt>
                <c:pt idx="1074">
                  <c:v>0.51346553207072043</c:v>
                </c:pt>
                <c:pt idx="1075">
                  <c:v>0.53337076800346628</c:v>
                </c:pt>
                <c:pt idx="1076">
                  <c:v>0.53591626455172037</c:v>
                </c:pt>
                <c:pt idx="1077">
                  <c:v>0.53778363938913976</c:v>
                </c:pt>
                <c:pt idx="1078">
                  <c:v>0.53518946535969181</c:v>
                </c:pt>
                <c:pt idx="1079">
                  <c:v>0.53315837291640755</c:v>
                </c:pt>
                <c:pt idx="1080">
                  <c:v>0.53628866143960763</c:v>
                </c:pt>
                <c:pt idx="1081">
                  <c:v>0.53886609317323186</c:v>
                </c:pt>
                <c:pt idx="1082">
                  <c:v>0.54187766236842427</c:v>
                </c:pt>
                <c:pt idx="1083">
                  <c:v>0.54709450992164066</c:v>
                </c:pt>
                <c:pt idx="1084">
                  <c:v>0.54403495833838789</c:v>
                </c:pt>
                <c:pt idx="1085">
                  <c:v>0.55354359035132883</c:v>
                </c:pt>
                <c:pt idx="1086">
                  <c:v>0.54912239468604795</c:v>
                </c:pt>
                <c:pt idx="1087">
                  <c:v>0.54803921483088613</c:v>
                </c:pt>
                <c:pt idx="1088">
                  <c:v>0.54596384644285401</c:v>
                </c:pt>
                <c:pt idx="1089">
                  <c:v>0.54806081227990133</c:v>
                </c:pt>
                <c:pt idx="1090">
                  <c:v>0.54341564224422045</c:v>
                </c:pt>
                <c:pt idx="1091">
                  <c:v>0.54029916368652708</c:v>
                </c:pt>
                <c:pt idx="1092">
                  <c:v>0.54459857274526935</c:v>
                </c:pt>
                <c:pt idx="1093">
                  <c:v>0.54447298566254143</c:v>
                </c:pt>
                <c:pt idx="1094">
                  <c:v>0.54476717812013797</c:v>
                </c:pt>
                <c:pt idx="1095">
                  <c:v>0.54180584794919517</c:v>
                </c:pt>
                <c:pt idx="1096">
                  <c:v>0.54178819903716335</c:v>
                </c:pt>
                <c:pt idx="1097">
                  <c:v>0.54263671087024834</c:v>
                </c:pt>
                <c:pt idx="1098">
                  <c:v>0.5470753313170571</c:v>
                </c:pt>
                <c:pt idx="1099">
                  <c:v>0.54671992275994064</c:v>
                </c:pt>
                <c:pt idx="1100">
                  <c:v>0.54670569385336365</c:v>
                </c:pt>
                <c:pt idx="1101">
                  <c:v>0.54969034498534186</c:v>
                </c:pt>
                <c:pt idx="1102">
                  <c:v>0.54799896907904588</c:v>
                </c:pt>
                <c:pt idx="1103">
                  <c:v>0.54542552331138405</c:v>
                </c:pt>
                <c:pt idx="1104">
                  <c:v>0.5472507497831387</c:v>
                </c:pt>
                <c:pt idx="1105">
                  <c:v>0.54406250076479967</c:v>
                </c:pt>
                <c:pt idx="1106">
                  <c:v>0.54184780087080653</c:v>
                </c:pt>
                <c:pt idx="1107">
                  <c:v>0.54651936373549326</c:v>
                </c:pt>
                <c:pt idx="1108">
                  <c:v>0.54840773686514876</c:v>
                </c:pt>
                <c:pt idx="1109">
                  <c:v>0.55413839294245881</c:v>
                </c:pt>
                <c:pt idx="1110">
                  <c:v>0.55556688042732638</c:v>
                </c:pt>
                <c:pt idx="1111">
                  <c:v>0.55479255655171911</c:v>
                </c:pt>
                <c:pt idx="1112">
                  <c:v>0.56034434764689656</c:v>
                </c:pt>
                <c:pt idx="1113">
                  <c:v>0.56059100443694843</c:v>
                </c:pt>
                <c:pt idx="1114">
                  <c:v>0.56338262993895083</c:v>
                </c:pt>
                <c:pt idx="1115">
                  <c:v>0.55978986330605407</c:v>
                </c:pt>
                <c:pt idx="1116">
                  <c:v>0.55836004099112513</c:v>
                </c:pt>
                <c:pt idx="1117">
                  <c:v>0.56060974129948438</c:v>
                </c:pt>
                <c:pt idx="1118">
                  <c:v>0.56040958217580528</c:v>
                </c:pt>
                <c:pt idx="1119">
                  <c:v>0.55416059868267276</c:v>
                </c:pt>
                <c:pt idx="1120">
                  <c:v>0.55593434787059648</c:v>
                </c:pt>
                <c:pt idx="1121">
                  <c:v>0.56314567353679679</c:v>
                </c:pt>
                <c:pt idx="1122">
                  <c:v>0.56371348714766167</c:v>
                </c:pt>
                <c:pt idx="1123">
                  <c:v>0.56147400624560739</c:v>
                </c:pt>
                <c:pt idx="1124">
                  <c:v>0.55706161622523065</c:v>
                </c:pt>
                <c:pt idx="1125">
                  <c:v>0.55749954597206819</c:v>
                </c:pt>
                <c:pt idx="1126">
                  <c:v>0.5582494038168373</c:v>
                </c:pt>
                <c:pt idx="1127">
                  <c:v>0.5600033413469081</c:v>
                </c:pt>
                <c:pt idx="1128">
                  <c:v>0.56108711569434511</c:v>
                </c:pt>
                <c:pt idx="1129">
                  <c:v>0.56379389297645033</c:v>
                </c:pt>
                <c:pt idx="1130">
                  <c:v>0.56215914667200528</c:v>
                </c:pt>
                <c:pt idx="1131">
                  <c:v>0.56633194199121273</c:v>
                </c:pt>
                <c:pt idx="1132">
                  <c:v>0.56910407606878377</c:v>
                </c:pt>
                <c:pt idx="1133">
                  <c:v>0.57166581915132664</c:v>
                </c:pt>
                <c:pt idx="1134">
                  <c:v>0.56961578172706329</c:v>
                </c:pt>
                <c:pt idx="1135">
                  <c:v>0.56702913686822232</c:v>
                </c:pt>
                <c:pt idx="1136">
                  <c:v>0.56316536545662288</c:v>
                </c:pt>
                <c:pt idx="1137">
                  <c:v>0.56814613094345434</c:v>
                </c:pt>
                <c:pt idx="1138">
                  <c:v>0.56943305563318103</c:v>
                </c:pt>
                <c:pt idx="1139">
                  <c:v>0.56641028384454728</c:v>
                </c:pt>
                <c:pt idx="1140">
                  <c:v>0.56667878136082894</c:v>
                </c:pt>
                <c:pt idx="1141">
                  <c:v>0.56290689580928999</c:v>
                </c:pt>
                <c:pt idx="1142">
                  <c:v>0.56489071550502601</c:v>
                </c:pt>
                <c:pt idx="1143">
                  <c:v>0.56221480396449808</c:v>
                </c:pt>
                <c:pt idx="1144">
                  <c:v>0.56539669057956243</c:v>
                </c:pt>
                <c:pt idx="1145">
                  <c:v>0.55997412168914118</c:v>
                </c:pt>
                <c:pt idx="1146">
                  <c:v>0.55932546143234174</c:v>
                </c:pt>
                <c:pt idx="1147">
                  <c:v>0.55561291075224628</c:v>
                </c:pt>
                <c:pt idx="1148">
                  <c:v>0.55667498209118649</c:v>
                </c:pt>
                <c:pt idx="1149">
                  <c:v>0.56595234533282746</c:v>
                </c:pt>
                <c:pt idx="1150">
                  <c:v>0.56361060312960509</c:v>
                </c:pt>
                <c:pt idx="1151">
                  <c:v>0.56634779834718674</c:v>
                </c:pt>
                <c:pt idx="1152">
                  <c:v>0.56882142236007027</c:v>
                </c:pt>
                <c:pt idx="1153">
                  <c:v>0.56123769104412879</c:v>
                </c:pt>
                <c:pt idx="1154">
                  <c:v>0.56172026150889343</c:v>
                </c:pt>
              </c:numCache>
            </c:numRef>
          </c:val>
          <c:extLst>
            <c:ext xmlns:c16="http://schemas.microsoft.com/office/drawing/2014/chart" uri="{C3380CC4-5D6E-409C-BE32-E72D297353CC}">
              <c16:uniqueId val="{00000000-A566-4D8F-9C4D-D8450631E2F8}"/>
            </c:ext>
          </c:extLst>
        </c:ser>
        <c:dLbls>
          <c:showLegendKey val="0"/>
          <c:showVal val="0"/>
          <c:showCatName val="0"/>
          <c:showSerName val="0"/>
          <c:showPercent val="0"/>
          <c:showBubbleSize val="0"/>
        </c:dLbls>
        <c:axId val="203822008"/>
        <c:axId val="203821624"/>
      </c:areaChart>
      <c:lineChart>
        <c:grouping val="standard"/>
        <c:varyColors val="0"/>
        <c:ser>
          <c:idx val="0"/>
          <c:order val="0"/>
          <c:tx>
            <c:strRef>
              <c:f>沪深300增强_Wind!$I$9</c:f>
              <c:strCache>
                <c:ptCount val="1"/>
                <c:pt idx="0">
                  <c:v>量化增强</c:v>
                </c:pt>
              </c:strCache>
            </c:strRef>
          </c:tx>
          <c:spPr>
            <a:ln w="12700" cap="rnd">
              <a:solidFill>
                <a:srgbClr val="005096"/>
              </a:solidFill>
              <a:round/>
            </a:ln>
            <a:effectLst/>
          </c:spPr>
          <c:marker>
            <c:symbol val="none"/>
          </c:marker>
          <c:cat>
            <c:numRef>
              <c:f>沪深300增强_Wind!$B$11:$B$1165</c:f>
              <c:numCache>
                <c:formatCode>yyyy/mm/dd</c:formatCode>
                <c:ptCount val="1155"/>
                <c:pt idx="0">
                  <c:v>41094</c:v>
                </c:pt>
                <c:pt idx="1">
                  <c:v>41095</c:v>
                </c:pt>
                <c:pt idx="2">
                  <c:v>41096</c:v>
                </c:pt>
                <c:pt idx="3">
                  <c:v>41099</c:v>
                </c:pt>
                <c:pt idx="4">
                  <c:v>41100</c:v>
                </c:pt>
                <c:pt idx="5">
                  <c:v>41101</c:v>
                </c:pt>
                <c:pt idx="6">
                  <c:v>41102</c:v>
                </c:pt>
                <c:pt idx="7">
                  <c:v>41103</c:v>
                </c:pt>
                <c:pt idx="8">
                  <c:v>41106</c:v>
                </c:pt>
                <c:pt idx="9">
                  <c:v>41107</c:v>
                </c:pt>
                <c:pt idx="10">
                  <c:v>41108</c:v>
                </c:pt>
                <c:pt idx="11">
                  <c:v>41109</c:v>
                </c:pt>
                <c:pt idx="12">
                  <c:v>41110</c:v>
                </c:pt>
                <c:pt idx="13">
                  <c:v>41113</c:v>
                </c:pt>
                <c:pt idx="14">
                  <c:v>41114</c:v>
                </c:pt>
                <c:pt idx="15">
                  <c:v>41115</c:v>
                </c:pt>
                <c:pt idx="16">
                  <c:v>41116</c:v>
                </c:pt>
                <c:pt idx="17">
                  <c:v>41117</c:v>
                </c:pt>
                <c:pt idx="18">
                  <c:v>41120</c:v>
                </c:pt>
                <c:pt idx="19">
                  <c:v>41121</c:v>
                </c:pt>
                <c:pt idx="20">
                  <c:v>41122</c:v>
                </c:pt>
                <c:pt idx="21">
                  <c:v>41123</c:v>
                </c:pt>
                <c:pt idx="22">
                  <c:v>41124</c:v>
                </c:pt>
                <c:pt idx="23">
                  <c:v>41127</c:v>
                </c:pt>
                <c:pt idx="24">
                  <c:v>41128</c:v>
                </c:pt>
                <c:pt idx="25">
                  <c:v>41129</c:v>
                </c:pt>
                <c:pt idx="26">
                  <c:v>41130</c:v>
                </c:pt>
                <c:pt idx="27">
                  <c:v>41131</c:v>
                </c:pt>
                <c:pt idx="28">
                  <c:v>41134</c:v>
                </c:pt>
                <c:pt idx="29">
                  <c:v>41135</c:v>
                </c:pt>
                <c:pt idx="30">
                  <c:v>41136</c:v>
                </c:pt>
                <c:pt idx="31">
                  <c:v>41137</c:v>
                </c:pt>
                <c:pt idx="32">
                  <c:v>41138</c:v>
                </c:pt>
                <c:pt idx="33">
                  <c:v>41141</c:v>
                </c:pt>
                <c:pt idx="34">
                  <c:v>41142</c:v>
                </c:pt>
                <c:pt idx="35">
                  <c:v>41143</c:v>
                </c:pt>
                <c:pt idx="36">
                  <c:v>41144</c:v>
                </c:pt>
                <c:pt idx="37">
                  <c:v>41145</c:v>
                </c:pt>
                <c:pt idx="38">
                  <c:v>41148</c:v>
                </c:pt>
                <c:pt idx="39">
                  <c:v>41149</c:v>
                </c:pt>
                <c:pt idx="40">
                  <c:v>41150</c:v>
                </c:pt>
                <c:pt idx="41">
                  <c:v>41151</c:v>
                </c:pt>
                <c:pt idx="42">
                  <c:v>41152</c:v>
                </c:pt>
                <c:pt idx="43">
                  <c:v>41155</c:v>
                </c:pt>
                <c:pt idx="44">
                  <c:v>41156</c:v>
                </c:pt>
                <c:pt idx="45">
                  <c:v>41157</c:v>
                </c:pt>
                <c:pt idx="46">
                  <c:v>41158</c:v>
                </c:pt>
                <c:pt idx="47">
                  <c:v>41159</c:v>
                </c:pt>
                <c:pt idx="48">
                  <c:v>41162</c:v>
                </c:pt>
                <c:pt idx="49">
                  <c:v>41163</c:v>
                </c:pt>
                <c:pt idx="50">
                  <c:v>41164</c:v>
                </c:pt>
                <c:pt idx="51">
                  <c:v>41165</c:v>
                </c:pt>
                <c:pt idx="52">
                  <c:v>41166</c:v>
                </c:pt>
                <c:pt idx="53">
                  <c:v>41169</c:v>
                </c:pt>
                <c:pt idx="54">
                  <c:v>41170</c:v>
                </c:pt>
                <c:pt idx="55">
                  <c:v>41171</c:v>
                </c:pt>
                <c:pt idx="56">
                  <c:v>41172</c:v>
                </c:pt>
                <c:pt idx="57">
                  <c:v>41173</c:v>
                </c:pt>
                <c:pt idx="58">
                  <c:v>41176</c:v>
                </c:pt>
                <c:pt idx="59">
                  <c:v>41177</c:v>
                </c:pt>
                <c:pt idx="60">
                  <c:v>41178</c:v>
                </c:pt>
                <c:pt idx="61">
                  <c:v>41179</c:v>
                </c:pt>
                <c:pt idx="62">
                  <c:v>41180</c:v>
                </c:pt>
                <c:pt idx="63">
                  <c:v>41190</c:v>
                </c:pt>
                <c:pt idx="64">
                  <c:v>41191</c:v>
                </c:pt>
                <c:pt idx="65">
                  <c:v>41192</c:v>
                </c:pt>
                <c:pt idx="66">
                  <c:v>41193</c:v>
                </c:pt>
                <c:pt idx="67">
                  <c:v>41194</c:v>
                </c:pt>
                <c:pt idx="68">
                  <c:v>41197</c:v>
                </c:pt>
                <c:pt idx="69">
                  <c:v>41198</c:v>
                </c:pt>
                <c:pt idx="70">
                  <c:v>41199</c:v>
                </c:pt>
                <c:pt idx="71">
                  <c:v>41200</c:v>
                </c:pt>
                <c:pt idx="72">
                  <c:v>41201</c:v>
                </c:pt>
                <c:pt idx="73">
                  <c:v>41204</c:v>
                </c:pt>
                <c:pt idx="74">
                  <c:v>41205</c:v>
                </c:pt>
                <c:pt idx="75">
                  <c:v>41206</c:v>
                </c:pt>
                <c:pt idx="76">
                  <c:v>41207</c:v>
                </c:pt>
                <c:pt idx="77">
                  <c:v>41208</c:v>
                </c:pt>
                <c:pt idx="78">
                  <c:v>41211</c:v>
                </c:pt>
                <c:pt idx="79">
                  <c:v>41212</c:v>
                </c:pt>
                <c:pt idx="80">
                  <c:v>41213</c:v>
                </c:pt>
                <c:pt idx="81">
                  <c:v>41214</c:v>
                </c:pt>
                <c:pt idx="82">
                  <c:v>41215</c:v>
                </c:pt>
                <c:pt idx="83">
                  <c:v>41218</c:v>
                </c:pt>
                <c:pt idx="84">
                  <c:v>41219</c:v>
                </c:pt>
                <c:pt idx="85">
                  <c:v>41220</c:v>
                </c:pt>
                <c:pt idx="86">
                  <c:v>41221</c:v>
                </c:pt>
                <c:pt idx="87">
                  <c:v>41222</c:v>
                </c:pt>
                <c:pt idx="88">
                  <c:v>41225</c:v>
                </c:pt>
                <c:pt idx="89">
                  <c:v>41226</c:v>
                </c:pt>
                <c:pt idx="90">
                  <c:v>41227</c:v>
                </c:pt>
                <c:pt idx="91">
                  <c:v>41228</c:v>
                </c:pt>
                <c:pt idx="92">
                  <c:v>41229</c:v>
                </c:pt>
                <c:pt idx="93">
                  <c:v>41232</c:v>
                </c:pt>
                <c:pt idx="94">
                  <c:v>41233</c:v>
                </c:pt>
                <c:pt idx="95">
                  <c:v>41234</c:v>
                </c:pt>
                <c:pt idx="96">
                  <c:v>41235</c:v>
                </c:pt>
                <c:pt idx="97">
                  <c:v>41236</c:v>
                </c:pt>
                <c:pt idx="98">
                  <c:v>41239</c:v>
                </c:pt>
                <c:pt idx="99">
                  <c:v>41240</c:v>
                </c:pt>
                <c:pt idx="100">
                  <c:v>41241</c:v>
                </c:pt>
                <c:pt idx="101">
                  <c:v>41242</c:v>
                </c:pt>
                <c:pt idx="102">
                  <c:v>41243</c:v>
                </c:pt>
                <c:pt idx="103">
                  <c:v>41246</c:v>
                </c:pt>
                <c:pt idx="104">
                  <c:v>41247</c:v>
                </c:pt>
                <c:pt idx="105">
                  <c:v>41248</c:v>
                </c:pt>
                <c:pt idx="106">
                  <c:v>41249</c:v>
                </c:pt>
                <c:pt idx="107">
                  <c:v>41250</c:v>
                </c:pt>
                <c:pt idx="108">
                  <c:v>41253</c:v>
                </c:pt>
                <c:pt idx="109">
                  <c:v>41254</c:v>
                </c:pt>
                <c:pt idx="110">
                  <c:v>41255</c:v>
                </c:pt>
                <c:pt idx="111">
                  <c:v>41256</c:v>
                </c:pt>
                <c:pt idx="112">
                  <c:v>41257</c:v>
                </c:pt>
                <c:pt idx="113">
                  <c:v>41260</c:v>
                </c:pt>
                <c:pt idx="114">
                  <c:v>41261</c:v>
                </c:pt>
                <c:pt idx="115">
                  <c:v>41262</c:v>
                </c:pt>
                <c:pt idx="116">
                  <c:v>41263</c:v>
                </c:pt>
                <c:pt idx="117">
                  <c:v>41264</c:v>
                </c:pt>
                <c:pt idx="118">
                  <c:v>41267</c:v>
                </c:pt>
                <c:pt idx="119">
                  <c:v>41268</c:v>
                </c:pt>
                <c:pt idx="120">
                  <c:v>41269</c:v>
                </c:pt>
                <c:pt idx="121">
                  <c:v>41270</c:v>
                </c:pt>
                <c:pt idx="122">
                  <c:v>41271</c:v>
                </c:pt>
                <c:pt idx="123">
                  <c:v>41274</c:v>
                </c:pt>
                <c:pt idx="124">
                  <c:v>41278</c:v>
                </c:pt>
                <c:pt idx="125">
                  <c:v>41281</c:v>
                </c:pt>
                <c:pt idx="126">
                  <c:v>41282</c:v>
                </c:pt>
                <c:pt idx="127">
                  <c:v>41283</c:v>
                </c:pt>
                <c:pt idx="128">
                  <c:v>41284</c:v>
                </c:pt>
                <c:pt idx="129">
                  <c:v>41285</c:v>
                </c:pt>
                <c:pt idx="130">
                  <c:v>41288</c:v>
                </c:pt>
                <c:pt idx="131">
                  <c:v>41289</c:v>
                </c:pt>
                <c:pt idx="132">
                  <c:v>41290</c:v>
                </c:pt>
                <c:pt idx="133">
                  <c:v>41291</c:v>
                </c:pt>
                <c:pt idx="134">
                  <c:v>41292</c:v>
                </c:pt>
                <c:pt idx="135">
                  <c:v>41295</c:v>
                </c:pt>
                <c:pt idx="136">
                  <c:v>41296</c:v>
                </c:pt>
                <c:pt idx="137">
                  <c:v>41297</c:v>
                </c:pt>
                <c:pt idx="138">
                  <c:v>41298</c:v>
                </c:pt>
                <c:pt idx="139">
                  <c:v>41299</c:v>
                </c:pt>
                <c:pt idx="140">
                  <c:v>41302</c:v>
                </c:pt>
                <c:pt idx="141">
                  <c:v>41303</c:v>
                </c:pt>
                <c:pt idx="142">
                  <c:v>41304</c:v>
                </c:pt>
                <c:pt idx="143">
                  <c:v>41305</c:v>
                </c:pt>
                <c:pt idx="144">
                  <c:v>41306</c:v>
                </c:pt>
                <c:pt idx="145">
                  <c:v>41309</c:v>
                </c:pt>
                <c:pt idx="146">
                  <c:v>41310</c:v>
                </c:pt>
                <c:pt idx="147">
                  <c:v>41311</c:v>
                </c:pt>
                <c:pt idx="148">
                  <c:v>41312</c:v>
                </c:pt>
                <c:pt idx="149">
                  <c:v>41313</c:v>
                </c:pt>
                <c:pt idx="150">
                  <c:v>41323</c:v>
                </c:pt>
                <c:pt idx="151">
                  <c:v>41324</c:v>
                </c:pt>
                <c:pt idx="152">
                  <c:v>41325</c:v>
                </c:pt>
                <c:pt idx="153">
                  <c:v>41326</c:v>
                </c:pt>
                <c:pt idx="154">
                  <c:v>41327</c:v>
                </c:pt>
                <c:pt idx="155">
                  <c:v>41330</c:v>
                </c:pt>
                <c:pt idx="156">
                  <c:v>41331</c:v>
                </c:pt>
                <c:pt idx="157">
                  <c:v>41332</c:v>
                </c:pt>
                <c:pt idx="158">
                  <c:v>41333</c:v>
                </c:pt>
                <c:pt idx="159">
                  <c:v>41334</c:v>
                </c:pt>
                <c:pt idx="160">
                  <c:v>41337</c:v>
                </c:pt>
                <c:pt idx="161">
                  <c:v>41338</c:v>
                </c:pt>
                <c:pt idx="162">
                  <c:v>41339</c:v>
                </c:pt>
                <c:pt idx="163">
                  <c:v>41340</c:v>
                </c:pt>
                <c:pt idx="164">
                  <c:v>41341</c:v>
                </c:pt>
                <c:pt idx="165">
                  <c:v>41344</c:v>
                </c:pt>
                <c:pt idx="166">
                  <c:v>41345</c:v>
                </c:pt>
                <c:pt idx="167">
                  <c:v>41346</c:v>
                </c:pt>
                <c:pt idx="168">
                  <c:v>41347</c:v>
                </c:pt>
                <c:pt idx="169">
                  <c:v>41348</c:v>
                </c:pt>
                <c:pt idx="170">
                  <c:v>41351</c:v>
                </c:pt>
                <c:pt idx="171">
                  <c:v>41352</c:v>
                </c:pt>
                <c:pt idx="172">
                  <c:v>41353</c:v>
                </c:pt>
                <c:pt idx="173">
                  <c:v>41354</c:v>
                </c:pt>
                <c:pt idx="174">
                  <c:v>41355</c:v>
                </c:pt>
                <c:pt idx="175">
                  <c:v>41358</c:v>
                </c:pt>
                <c:pt idx="176">
                  <c:v>41359</c:v>
                </c:pt>
                <c:pt idx="177">
                  <c:v>41360</c:v>
                </c:pt>
                <c:pt idx="178">
                  <c:v>41361</c:v>
                </c:pt>
                <c:pt idx="179">
                  <c:v>41362</c:v>
                </c:pt>
                <c:pt idx="180">
                  <c:v>41365</c:v>
                </c:pt>
                <c:pt idx="181">
                  <c:v>41366</c:v>
                </c:pt>
                <c:pt idx="182">
                  <c:v>41367</c:v>
                </c:pt>
                <c:pt idx="183">
                  <c:v>41372</c:v>
                </c:pt>
                <c:pt idx="184">
                  <c:v>41373</c:v>
                </c:pt>
                <c:pt idx="185">
                  <c:v>41374</c:v>
                </c:pt>
                <c:pt idx="186">
                  <c:v>41375</c:v>
                </c:pt>
                <c:pt idx="187">
                  <c:v>41376</c:v>
                </c:pt>
                <c:pt idx="188">
                  <c:v>41379</c:v>
                </c:pt>
                <c:pt idx="189">
                  <c:v>41380</c:v>
                </c:pt>
                <c:pt idx="190">
                  <c:v>41381</c:v>
                </c:pt>
                <c:pt idx="191">
                  <c:v>41382</c:v>
                </c:pt>
                <c:pt idx="192">
                  <c:v>41383</c:v>
                </c:pt>
                <c:pt idx="193">
                  <c:v>41386</c:v>
                </c:pt>
                <c:pt idx="194">
                  <c:v>41387</c:v>
                </c:pt>
                <c:pt idx="195">
                  <c:v>41388</c:v>
                </c:pt>
                <c:pt idx="196">
                  <c:v>41389</c:v>
                </c:pt>
                <c:pt idx="197">
                  <c:v>41390</c:v>
                </c:pt>
                <c:pt idx="198">
                  <c:v>41396</c:v>
                </c:pt>
                <c:pt idx="199">
                  <c:v>41397</c:v>
                </c:pt>
                <c:pt idx="200">
                  <c:v>41400</c:v>
                </c:pt>
                <c:pt idx="201">
                  <c:v>41401</c:v>
                </c:pt>
                <c:pt idx="202">
                  <c:v>41402</c:v>
                </c:pt>
                <c:pt idx="203">
                  <c:v>41403</c:v>
                </c:pt>
                <c:pt idx="204">
                  <c:v>41404</c:v>
                </c:pt>
                <c:pt idx="205">
                  <c:v>41407</c:v>
                </c:pt>
                <c:pt idx="206">
                  <c:v>41408</c:v>
                </c:pt>
                <c:pt idx="207">
                  <c:v>41409</c:v>
                </c:pt>
                <c:pt idx="208">
                  <c:v>41410</c:v>
                </c:pt>
                <c:pt idx="209">
                  <c:v>41411</c:v>
                </c:pt>
                <c:pt idx="210">
                  <c:v>41414</c:v>
                </c:pt>
                <c:pt idx="211">
                  <c:v>41415</c:v>
                </c:pt>
                <c:pt idx="212">
                  <c:v>41416</c:v>
                </c:pt>
                <c:pt idx="213">
                  <c:v>41417</c:v>
                </c:pt>
                <c:pt idx="214">
                  <c:v>41418</c:v>
                </c:pt>
                <c:pt idx="215">
                  <c:v>41421</c:v>
                </c:pt>
                <c:pt idx="216">
                  <c:v>41422</c:v>
                </c:pt>
                <c:pt idx="217">
                  <c:v>41423</c:v>
                </c:pt>
                <c:pt idx="218">
                  <c:v>41424</c:v>
                </c:pt>
                <c:pt idx="219">
                  <c:v>41425</c:v>
                </c:pt>
                <c:pt idx="220">
                  <c:v>41428</c:v>
                </c:pt>
                <c:pt idx="221">
                  <c:v>41429</c:v>
                </c:pt>
                <c:pt idx="222">
                  <c:v>41430</c:v>
                </c:pt>
                <c:pt idx="223">
                  <c:v>41431</c:v>
                </c:pt>
                <c:pt idx="224">
                  <c:v>41432</c:v>
                </c:pt>
                <c:pt idx="225">
                  <c:v>41438</c:v>
                </c:pt>
                <c:pt idx="226">
                  <c:v>41439</c:v>
                </c:pt>
                <c:pt idx="227">
                  <c:v>41442</c:v>
                </c:pt>
                <c:pt idx="228">
                  <c:v>41443</c:v>
                </c:pt>
                <c:pt idx="229">
                  <c:v>41444</c:v>
                </c:pt>
                <c:pt idx="230">
                  <c:v>41445</c:v>
                </c:pt>
                <c:pt idx="231">
                  <c:v>41446</c:v>
                </c:pt>
                <c:pt idx="232">
                  <c:v>41449</c:v>
                </c:pt>
                <c:pt idx="233">
                  <c:v>41450</c:v>
                </c:pt>
                <c:pt idx="234">
                  <c:v>41451</c:v>
                </c:pt>
                <c:pt idx="235">
                  <c:v>41452</c:v>
                </c:pt>
                <c:pt idx="236">
                  <c:v>41453</c:v>
                </c:pt>
                <c:pt idx="237">
                  <c:v>41456</c:v>
                </c:pt>
                <c:pt idx="238">
                  <c:v>41457</c:v>
                </c:pt>
                <c:pt idx="239">
                  <c:v>41458</c:v>
                </c:pt>
                <c:pt idx="240">
                  <c:v>41459</c:v>
                </c:pt>
                <c:pt idx="241">
                  <c:v>41460</c:v>
                </c:pt>
                <c:pt idx="242">
                  <c:v>41463</c:v>
                </c:pt>
                <c:pt idx="243">
                  <c:v>41464</c:v>
                </c:pt>
                <c:pt idx="244">
                  <c:v>41465</c:v>
                </c:pt>
                <c:pt idx="245">
                  <c:v>41466</c:v>
                </c:pt>
                <c:pt idx="246">
                  <c:v>41467</c:v>
                </c:pt>
                <c:pt idx="247">
                  <c:v>41470</c:v>
                </c:pt>
                <c:pt idx="248">
                  <c:v>41471</c:v>
                </c:pt>
                <c:pt idx="249">
                  <c:v>41472</c:v>
                </c:pt>
                <c:pt idx="250">
                  <c:v>41473</c:v>
                </c:pt>
                <c:pt idx="251">
                  <c:v>41474</c:v>
                </c:pt>
                <c:pt idx="252">
                  <c:v>41477</c:v>
                </c:pt>
                <c:pt idx="253">
                  <c:v>41478</c:v>
                </c:pt>
                <c:pt idx="254">
                  <c:v>41479</c:v>
                </c:pt>
                <c:pt idx="255">
                  <c:v>41480</c:v>
                </c:pt>
                <c:pt idx="256">
                  <c:v>41481</c:v>
                </c:pt>
                <c:pt idx="257">
                  <c:v>41484</c:v>
                </c:pt>
                <c:pt idx="258">
                  <c:v>41485</c:v>
                </c:pt>
                <c:pt idx="259">
                  <c:v>41486</c:v>
                </c:pt>
                <c:pt idx="260">
                  <c:v>41487</c:v>
                </c:pt>
                <c:pt idx="261">
                  <c:v>41488</c:v>
                </c:pt>
                <c:pt idx="262">
                  <c:v>41491</c:v>
                </c:pt>
                <c:pt idx="263">
                  <c:v>41492</c:v>
                </c:pt>
                <c:pt idx="264">
                  <c:v>41493</c:v>
                </c:pt>
                <c:pt idx="265">
                  <c:v>41494</c:v>
                </c:pt>
                <c:pt idx="266">
                  <c:v>41495</c:v>
                </c:pt>
                <c:pt idx="267">
                  <c:v>41498</c:v>
                </c:pt>
                <c:pt idx="268">
                  <c:v>41499</c:v>
                </c:pt>
                <c:pt idx="269">
                  <c:v>41500</c:v>
                </c:pt>
                <c:pt idx="270">
                  <c:v>41501</c:v>
                </c:pt>
                <c:pt idx="271">
                  <c:v>41502</c:v>
                </c:pt>
                <c:pt idx="272">
                  <c:v>41505</c:v>
                </c:pt>
                <c:pt idx="273">
                  <c:v>41506</c:v>
                </c:pt>
                <c:pt idx="274">
                  <c:v>41507</c:v>
                </c:pt>
                <c:pt idx="275">
                  <c:v>41508</c:v>
                </c:pt>
                <c:pt idx="276">
                  <c:v>41509</c:v>
                </c:pt>
                <c:pt idx="277">
                  <c:v>41512</c:v>
                </c:pt>
                <c:pt idx="278">
                  <c:v>41513</c:v>
                </c:pt>
                <c:pt idx="279">
                  <c:v>41514</c:v>
                </c:pt>
                <c:pt idx="280">
                  <c:v>41515</c:v>
                </c:pt>
                <c:pt idx="281">
                  <c:v>41516</c:v>
                </c:pt>
                <c:pt idx="282">
                  <c:v>41519</c:v>
                </c:pt>
                <c:pt idx="283">
                  <c:v>41520</c:v>
                </c:pt>
                <c:pt idx="284">
                  <c:v>41521</c:v>
                </c:pt>
                <c:pt idx="285">
                  <c:v>41522</c:v>
                </c:pt>
                <c:pt idx="286">
                  <c:v>41523</c:v>
                </c:pt>
                <c:pt idx="287">
                  <c:v>41526</c:v>
                </c:pt>
                <c:pt idx="288">
                  <c:v>41527</c:v>
                </c:pt>
                <c:pt idx="289">
                  <c:v>41528</c:v>
                </c:pt>
                <c:pt idx="290">
                  <c:v>41529</c:v>
                </c:pt>
                <c:pt idx="291">
                  <c:v>41530</c:v>
                </c:pt>
                <c:pt idx="292">
                  <c:v>41533</c:v>
                </c:pt>
                <c:pt idx="293">
                  <c:v>41534</c:v>
                </c:pt>
                <c:pt idx="294">
                  <c:v>41535</c:v>
                </c:pt>
                <c:pt idx="295">
                  <c:v>41540</c:v>
                </c:pt>
                <c:pt idx="296">
                  <c:v>41541</c:v>
                </c:pt>
                <c:pt idx="297">
                  <c:v>41542</c:v>
                </c:pt>
                <c:pt idx="298">
                  <c:v>41543</c:v>
                </c:pt>
                <c:pt idx="299">
                  <c:v>41544</c:v>
                </c:pt>
                <c:pt idx="300">
                  <c:v>41547</c:v>
                </c:pt>
                <c:pt idx="301">
                  <c:v>41555</c:v>
                </c:pt>
                <c:pt idx="302">
                  <c:v>41556</c:v>
                </c:pt>
                <c:pt idx="303">
                  <c:v>41557</c:v>
                </c:pt>
                <c:pt idx="304">
                  <c:v>41558</c:v>
                </c:pt>
                <c:pt idx="305">
                  <c:v>41561</c:v>
                </c:pt>
                <c:pt idx="306">
                  <c:v>41562</c:v>
                </c:pt>
                <c:pt idx="307">
                  <c:v>41563</c:v>
                </c:pt>
                <c:pt idx="308">
                  <c:v>41564</c:v>
                </c:pt>
                <c:pt idx="309">
                  <c:v>41565</c:v>
                </c:pt>
                <c:pt idx="310">
                  <c:v>41568</c:v>
                </c:pt>
                <c:pt idx="311">
                  <c:v>41569</c:v>
                </c:pt>
                <c:pt idx="312">
                  <c:v>41570</c:v>
                </c:pt>
                <c:pt idx="313">
                  <c:v>41571</c:v>
                </c:pt>
                <c:pt idx="314">
                  <c:v>41572</c:v>
                </c:pt>
                <c:pt idx="315">
                  <c:v>41575</c:v>
                </c:pt>
                <c:pt idx="316">
                  <c:v>41576</c:v>
                </c:pt>
                <c:pt idx="317">
                  <c:v>41577</c:v>
                </c:pt>
                <c:pt idx="318">
                  <c:v>41578</c:v>
                </c:pt>
                <c:pt idx="319">
                  <c:v>41579</c:v>
                </c:pt>
                <c:pt idx="320">
                  <c:v>41582</c:v>
                </c:pt>
                <c:pt idx="321">
                  <c:v>41583</c:v>
                </c:pt>
                <c:pt idx="322">
                  <c:v>41584</c:v>
                </c:pt>
                <c:pt idx="323">
                  <c:v>41585</c:v>
                </c:pt>
                <c:pt idx="324">
                  <c:v>41586</c:v>
                </c:pt>
                <c:pt idx="325">
                  <c:v>41589</c:v>
                </c:pt>
                <c:pt idx="326">
                  <c:v>41590</c:v>
                </c:pt>
                <c:pt idx="327">
                  <c:v>41591</c:v>
                </c:pt>
                <c:pt idx="328">
                  <c:v>41592</c:v>
                </c:pt>
                <c:pt idx="329">
                  <c:v>41593</c:v>
                </c:pt>
                <c:pt idx="330">
                  <c:v>41596</c:v>
                </c:pt>
                <c:pt idx="331">
                  <c:v>41597</c:v>
                </c:pt>
                <c:pt idx="332">
                  <c:v>41598</c:v>
                </c:pt>
                <c:pt idx="333">
                  <c:v>41599</c:v>
                </c:pt>
                <c:pt idx="334">
                  <c:v>41600</c:v>
                </c:pt>
                <c:pt idx="335">
                  <c:v>41603</c:v>
                </c:pt>
                <c:pt idx="336">
                  <c:v>41604</c:v>
                </c:pt>
                <c:pt idx="337">
                  <c:v>41605</c:v>
                </c:pt>
                <c:pt idx="338">
                  <c:v>41606</c:v>
                </c:pt>
                <c:pt idx="339">
                  <c:v>41607</c:v>
                </c:pt>
                <c:pt idx="340">
                  <c:v>41610</c:v>
                </c:pt>
                <c:pt idx="341">
                  <c:v>41611</c:v>
                </c:pt>
                <c:pt idx="342">
                  <c:v>41612</c:v>
                </c:pt>
                <c:pt idx="343">
                  <c:v>41613</c:v>
                </c:pt>
                <c:pt idx="344">
                  <c:v>41614</c:v>
                </c:pt>
                <c:pt idx="345">
                  <c:v>41617</c:v>
                </c:pt>
                <c:pt idx="346">
                  <c:v>41618</c:v>
                </c:pt>
                <c:pt idx="347">
                  <c:v>41619</c:v>
                </c:pt>
                <c:pt idx="348">
                  <c:v>41620</c:v>
                </c:pt>
                <c:pt idx="349">
                  <c:v>41621</c:v>
                </c:pt>
                <c:pt idx="350">
                  <c:v>41624</c:v>
                </c:pt>
                <c:pt idx="351">
                  <c:v>41625</c:v>
                </c:pt>
                <c:pt idx="352">
                  <c:v>41626</c:v>
                </c:pt>
                <c:pt idx="353">
                  <c:v>41627</c:v>
                </c:pt>
                <c:pt idx="354">
                  <c:v>41628</c:v>
                </c:pt>
                <c:pt idx="355">
                  <c:v>41631</c:v>
                </c:pt>
                <c:pt idx="356">
                  <c:v>41632</c:v>
                </c:pt>
                <c:pt idx="357">
                  <c:v>41633</c:v>
                </c:pt>
                <c:pt idx="358">
                  <c:v>41634</c:v>
                </c:pt>
                <c:pt idx="359">
                  <c:v>41635</c:v>
                </c:pt>
                <c:pt idx="360">
                  <c:v>41638</c:v>
                </c:pt>
                <c:pt idx="361">
                  <c:v>41639</c:v>
                </c:pt>
                <c:pt idx="362">
                  <c:v>41641</c:v>
                </c:pt>
                <c:pt idx="363">
                  <c:v>41642</c:v>
                </c:pt>
                <c:pt idx="364">
                  <c:v>41645</c:v>
                </c:pt>
                <c:pt idx="365">
                  <c:v>41646</c:v>
                </c:pt>
                <c:pt idx="366">
                  <c:v>41647</c:v>
                </c:pt>
                <c:pt idx="367">
                  <c:v>41648</c:v>
                </c:pt>
                <c:pt idx="368">
                  <c:v>41649</c:v>
                </c:pt>
                <c:pt idx="369">
                  <c:v>41652</c:v>
                </c:pt>
                <c:pt idx="370">
                  <c:v>41653</c:v>
                </c:pt>
                <c:pt idx="371">
                  <c:v>41654</c:v>
                </c:pt>
                <c:pt idx="372">
                  <c:v>41655</c:v>
                </c:pt>
                <c:pt idx="373">
                  <c:v>41656</c:v>
                </c:pt>
                <c:pt idx="374">
                  <c:v>41659</c:v>
                </c:pt>
                <c:pt idx="375">
                  <c:v>41660</c:v>
                </c:pt>
                <c:pt idx="376">
                  <c:v>41661</c:v>
                </c:pt>
                <c:pt idx="377">
                  <c:v>41662</c:v>
                </c:pt>
                <c:pt idx="378">
                  <c:v>41663</c:v>
                </c:pt>
                <c:pt idx="379">
                  <c:v>41666</c:v>
                </c:pt>
                <c:pt idx="380">
                  <c:v>41667</c:v>
                </c:pt>
                <c:pt idx="381">
                  <c:v>41668</c:v>
                </c:pt>
                <c:pt idx="382">
                  <c:v>41669</c:v>
                </c:pt>
                <c:pt idx="383">
                  <c:v>41677</c:v>
                </c:pt>
                <c:pt idx="384">
                  <c:v>41680</c:v>
                </c:pt>
                <c:pt idx="385">
                  <c:v>41681</c:v>
                </c:pt>
                <c:pt idx="386">
                  <c:v>41682</c:v>
                </c:pt>
                <c:pt idx="387">
                  <c:v>41683</c:v>
                </c:pt>
                <c:pt idx="388">
                  <c:v>41684</c:v>
                </c:pt>
                <c:pt idx="389">
                  <c:v>41687</c:v>
                </c:pt>
                <c:pt idx="390">
                  <c:v>41688</c:v>
                </c:pt>
                <c:pt idx="391">
                  <c:v>41689</c:v>
                </c:pt>
                <c:pt idx="392">
                  <c:v>41690</c:v>
                </c:pt>
                <c:pt idx="393">
                  <c:v>41691</c:v>
                </c:pt>
                <c:pt idx="394">
                  <c:v>41694</c:v>
                </c:pt>
                <c:pt idx="395">
                  <c:v>41695</c:v>
                </c:pt>
                <c:pt idx="396">
                  <c:v>41696</c:v>
                </c:pt>
                <c:pt idx="397">
                  <c:v>41697</c:v>
                </c:pt>
                <c:pt idx="398">
                  <c:v>41698</c:v>
                </c:pt>
                <c:pt idx="399">
                  <c:v>41701</c:v>
                </c:pt>
                <c:pt idx="400">
                  <c:v>41702</c:v>
                </c:pt>
                <c:pt idx="401">
                  <c:v>41703</c:v>
                </c:pt>
                <c:pt idx="402">
                  <c:v>41704</c:v>
                </c:pt>
                <c:pt idx="403">
                  <c:v>41705</c:v>
                </c:pt>
                <c:pt idx="404">
                  <c:v>41708</c:v>
                </c:pt>
                <c:pt idx="405">
                  <c:v>41709</c:v>
                </c:pt>
                <c:pt idx="406">
                  <c:v>41710</c:v>
                </c:pt>
                <c:pt idx="407">
                  <c:v>41711</c:v>
                </c:pt>
                <c:pt idx="408">
                  <c:v>41712</c:v>
                </c:pt>
                <c:pt idx="409">
                  <c:v>41715</c:v>
                </c:pt>
                <c:pt idx="410">
                  <c:v>41716</c:v>
                </c:pt>
                <c:pt idx="411">
                  <c:v>41717</c:v>
                </c:pt>
                <c:pt idx="412">
                  <c:v>41718</c:v>
                </c:pt>
                <c:pt idx="413">
                  <c:v>41719</c:v>
                </c:pt>
                <c:pt idx="414">
                  <c:v>41722</c:v>
                </c:pt>
                <c:pt idx="415">
                  <c:v>41723</c:v>
                </c:pt>
                <c:pt idx="416">
                  <c:v>41724</c:v>
                </c:pt>
                <c:pt idx="417">
                  <c:v>41725</c:v>
                </c:pt>
                <c:pt idx="418">
                  <c:v>41726</c:v>
                </c:pt>
                <c:pt idx="419">
                  <c:v>41729</c:v>
                </c:pt>
                <c:pt idx="420">
                  <c:v>41730</c:v>
                </c:pt>
                <c:pt idx="421">
                  <c:v>41731</c:v>
                </c:pt>
                <c:pt idx="422">
                  <c:v>41732</c:v>
                </c:pt>
                <c:pt idx="423">
                  <c:v>41733</c:v>
                </c:pt>
                <c:pt idx="424">
                  <c:v>41737</c:v>
                </c:pt>
                <c:pt idx="425">
                  <c:v>41738</c:v>
                </c:pt>
                <c:pt idx="426">
                  <c:v>41739</c:v>
                </c:pt>
                <c:pt idx="427">
                  <c:v>41740</c:v>
                </c:pt>
                <c:pt idx="428">
                  <c:v>41743</c:v>
                </c:pt>
                <c:pt idx="429">
                  <c:v>41744</c:v>
                </c:pt>
                <c:pt idx="430">
                  <c:v>41745</c:v>
                </c:pt>
                <c:pt idx="431">
                  <c:v>41746</c:v>
                </c:pt>
                <c:pt idx="432">
                  <c:v>41747</c:v>
                </c:pt>
                <c:pt idx="433">
                  <c:v>41750</c:v>
                </c:pt>
                <c:pt idx="434">
                  <c:v>41751</c:v>
                </c:pt>
                <c:pt idx="435">
                  <c:v>41752</c:v>
                </c:pt>
                <c:pt idx="436">
                  <c:v>41753</c:v>
                </c:pt>
                <c:pt idx="437">
                  <c:v>41754</c:v>
                </c:pt>
                <c:pt idx="438">
                  <c:v>41757</c:v>
                </c:pt>
                <c:pt idx="439">
                  <c:v>41758</c:v>
                </c:pt>
                <c:pt idx="440">
                  <c:v>41759</c:v>
                </c:pt>
                <c:pt idx="441">
                  <c:v>41764</c:v>
                </c:pt>
                <c:pt idx="442">
                  <c:v>41765</c:v>
                </c:pt>
                <c:pt idx="443">
                  <c:v>41766</c:v>
                </c:pt>
                <c:pt idx="444">
                  <c:v>41767</c:v>
                </c:pt>
                <c:pt idx="445">
                  <c:v>41768</c:v>
                </c:pt>
                <c:pt idx="446">
                  <c:v>41771</c:v>
                </c:pt>
                <c:pt idx="447">
                  <c:v>41772</c:v>
                </c:pt>
                <c:pt idx="448">
                  <c:v>41773</c:v>
                </c:pt>
                <c:pt idx="449">
                  <c:v>41774</c:v>
                </c:pt>
                <c:pt idx="450">
                  <c:v>41775</c:v>
                </c:pt>
                <c:pt idx="451">
                  <c:v>41778</c:v>
                </c:pt>
                <c:pt idx="452">
                  <c:v>41779</c:v>
                </c:pt>
                <c:pt idx="453">
                  <c:v>41780</c:v>
                </c:pt>
                <c:pt idx="454">
                  <c:v>41781</c:v>
                </c:pt>
                <c:pt idx="455">
                  <c:v>41782</c:v>
                </c:pt>
                <c:pt idx="456">
                  <c:v>41785</c:v>
                </c:pt>
                <c:pt idx="457">
                  <c:v>41786</c:v>
                </c:pt>
                <c:pt idx="458">
                  <c:v>41787</c:v>
                </c:pt>
                <c:pt idx="459">
                  <c:v>41788</c:v>
                </c:pt>
                <c:pt idx="460">
                  <c:v>41789</c:v>
                </c:pt>
                <c:pt idx="461">
                  <c:v>41793</c:v>
                </c:pt>
                <c:pt idx="462">
                  <c:v>41794</c:v>
                </c:pt>
                <c:pt idx="463">
                  <c:v>41795</c:v>
                </c:pt>
                <c:pt idx="464">
                  <c:v>41796</c:v>
                </c:pt>
                <c:pt idx="465">
                  <c:v>41799</c:v>
                </c:pt>
                <c:pt idx="466">
                  <c:v>41800</c:v>
                </c:pt>
                <c:pt idx="467">
                  <c:v>41801</c:v>
                </c:pt>
                <c:pt idx="468">
                  <c:v>41802</c:v>
                </c:pt>
                <c:pt idx="469">
                  <c:v>41803</c:v>
                </c:pt>
                <c:pt idx="470">
                  <c:v>41806</c:v>
                </c:pt>
                <c:pt idx="471">
                  <c:v>41807</c:v>
                </c:pt>
                <c:pt idx="472">
                  <c:v>41808</c:v>
                </c:pt>
                <c:pt idx="473">
                  <c:v>41809</c:v>
                </c:pt>
                <c:pt idx="474">
                  <c:v>41810</c:v>
                </c:pt>
                <c:pt idx="475">
                  <c:v>41813</c:v>
                </c:pt>
                <c:pt idx="476">
                  <c:v>41814</c:v>
                </c:pt>
                <c:pt idx="477">
                  <c:v>41815</c:v>
                </c:pt>
                <c:pt idx="478">
                  <c:v>41816</c:v>
                </c:pt>
                <c:pt idx="479">
                  <c:v>41817</c:v>
                </c:pt>
                <c:pt idx="480">
                  <c:v>41820</c:v>
                </c:pt>
                <c:pt idx="481">
                  <c:v>41821</c:v>
                </c:pt>
                <c:pt idx="482">
                  <c:v>41822</c:v>
                </c:pt>
                <c:pt idx="483">
                  <c:v>41823</c:v>
                </c:pt>
                <c:pt idx="484">
                  <c:v>41824</c:v>
                </c:pt>
                <c:pt idx="485">
                  <c:v>41827</c:v>
                </c:pt>
                <c:pt idx="486">
                  <c:v>41828</c:v>
                </c:pt>
                <c:pt idx="487">
                  <c:v>41829</c:v>
                </c:pt>
                <c:pt idx="488">
                  <c:v>41830</c:v>
                </c:pt>
                <c:pt idx="489">
                  <c:v>41831</c:v>
                </c:pt>
                <c:pt idx="490">
                  <c:v>41834</c:v>
                </c:pt>
                <c:pt idx="491">
                  <c:v>41835</c:v>
                </c:pt>
                <c:pt idx="492">
                  <c:v>41836</c:v>
                </c:pt>
                <c:pt idx="493">
                  <c:v>41837</c:v>
                </c:pt>
                <c:pt idx="494">
                  <c:v>41838</c:v>
                </c:pt>
                <c:pt idx="495">
                  <c:v>41841</c:v>
                </c:pt>
                <c:pt idx="496">
                  <c:v>41842</c:v>
                </c:pt>
                <c:pt idx="497">
                  <c:v>41843</c:v>
                </c:pt>
                <c:pt idx="498">
                  <c:v>41844</c:v>
                </c:pt>
                <c:pt idx="499">
                  <c:v>41845</c:v>
                </c:pt>
                <c:pt idx="500">
                  <c:v>41848</c:v>
                </c:pt>
                <c:pt idx="501">
                  <c:v>41849</c:v>
                </c:pt>
                <c:pt idx="502">
                  <c:v>41850</c:v>
                </c:pt>
                <c:pt idx="503">
                  <c:v>41851</c:v>
                </c:pt>
                <c:pt idx="504">
                  <c:v>41852</c:v>
                </c:pt>
                <c:pt idx="505">
                  <c:v>41855</c:v>
                </c:pt>
                <c:pt idx="506">
                  <c:v>41856</c:v>
                </c:pt>
                <c:pt idx="507">
                  <c:v>41857</c:v>
                </c:pt>
                <c:pt idx="508">
                  <c:v>41858</c:v>
                </c:pt>
                <c:pt idx="509">
                  <c:v>41859</c:v>
                </c:pt>
                <c:pt idx="510">
                  <c:v>41862</c:v>
                </c:pt>
                <c:pt idx="511">
                  <c:v>41863</c:v>
                </c:pt>
                <c:pt idx="512">
                  <c:v>41864</c:v>
                </c:pt>
                <c:pt idx="513">
                  <c:v>41865</c:v>
                </c:pt>
                <c:pt idx="514">
                  <c:v>41866</c:v>
                </c:pt>
                <c:pt idx="515">
                  <c:v>41869</c:v>
                </c:pt>
                <c:pt idx="516">
                  <c:v>41870</c:v>
                </c:pt>
                <c:pt idx="517">
                  <c:v>41871</c:v>
                </c:pt>
                <c:pt idx="518">
                  <c:v>41872</c:v>
                </c:pt>
                <c:pt idx="519">
                  <c:v>41873</c:v>
                </c:pt>
                <c:pt idx="520">
                  <c:v>41876</c:v>
                </c:pt>
                <c:pt idx="521">
                  <c:v>41877</c:v>
                </c:pt>
                <c:pt idx="522">
                  <c:v>41878</c:v>
                </c:pt>
                <c:pt idx="523">
                  <c:v>41879</c:v>
                </c:pt>
                <c:pt idx="524">
                  <c:v>41880</c:v>
                </c:pt>
                <c:pt idx="525">
                  <c:v>41883</c:v>
                </c:pt>
                <c:pt idx="526">
                  <c:v>41884</c:v>
                </c:pt>
                <c:pt idx="527">
                  <c:v>41885</c:v>
                </c:pt>
                <c:pt idx="528">
                  <c:v>41886</c:v>
                </c:pt>
                <c:pt idx="529">
                  <c:v>41887</c:v>
                </c:pt>
                <c:pt idx="530">
                  <c:v>41891</c:v>
                </c:pt>
                <c:pt idx="531">
                  <c:v>41892</c:v>
                </c:pt>
                <c:pt idx="532">
                  <c:v>41893</c:v>
                </c:pt>
                <c:pt idx="533">
                  <c:v>41894</c:v>
                </c:pt>
                <c:pt idx="534">
                  <c:v>41897</c:v>
                </c:pt>
                <c:pt idx="535">
                  <c:v>41898</c:v>
                </c:pt>
                <c:pt idx="536">
                  <c:v>41899</c:v>
                </c:pt>
                <c:pt idx="537">
                  <c:v>41900</c:v>
                </c:pt>
                <c:pt idx="538">
                  <c:v>41901</c:v>
                </c:pt>
                <c:pt idx="539">
                  <c:v>41904</c:v>
                </c:pt>
                <c:pt idx="540">
                  <c:v>41905</c:v>
                </c:pt>
                <c:pt idx="541">
                  <c:v>41906</c:v>
                </c:pt>
                <c:pt idx="542">
                  <c:v>41907</c:v>
                </c:pt>
                <c:pt idx="543">
                  <c:v>41908</c:v>
                </c:pt>
                <c:pt idx="544">
                  <c:v>41911</c:v>
                </c:pt>
                <c:pt idx="545">
                  <c:v>41912</c:v>
                </c:pt>
                <c:pt idx="546">
                  <c:v>41920</c:v>
                </c:pt>
                <c:pt idx="547">
                  <c:v>41921</c:v>
                </c:pt>
                <c:pt idx="548">
                  <c:v>41922</c:v>
                </c:pt>
                <c:pt idx="549">
                  <c:v>41925</c:v>
                </c:pt>
                <c:pt idx="550">
                  <c:v>41926</c:v>
                </c:pt>
                <c:pt idx="551">
                  <c:v>41927</c:v>
                </c:pt>
                <c:pt idx="552">
                  <c:v>41928</c:v>
                </c:pt>
                <c:pt idx="553">
                  <c:v>41929</c:v>
                </c:pt>
                <c:pt idx="554">
                  <c:v>41932</c:v>
                </c:pt>
                <c:pt idx="555">
                  <c:v>41933</c:v>
                </c:pt>
                <c:pt idx="556">
                  <c:v>41934</c:v>
                </c:pt>
                <c:pt idx="557">
                  <c:v>41935</c:v>
                </c:pt>
                <c:pt idx="558">
                  <c:v>41936</c:v>
                </c:pt>
                <c:pt idx="559">
                  <c:v>41939</c:v>
                </c:pt>
                <c:pt idx="560">
                  <c:v>41940</c:v>
                </c:pt>
                <c:pt idx="561">
                  <c:v>41941</c:v>
                </c:pt>
                <c:pt idx="562">
                  <c:v>41942</c:v>
                </c:pt>
                <c:pt idx="563">
                  <c:v>41943</c:v>
                </c:pt>
                <c:pt idx="564">
                  <c:v>41946</c:v>
                </c:pt>
                <c:pt idx="565">
                  <c:v>41947</c:v>
                </c:pt>
                <c:pt idx="566">
                  <c:v>41948</c:v>
                </c:pt>
                <c:pt idx="567">
                  <c:v>41949</c:v>
                </c:pt>
                <c:pt idx="568">
                  <c:v>41950</c:v>
                </c:pt>
                <c:pt idx="569">
                  <c:v>41953</c:v>
                </c:pt>
                <c:pt idx="570">
                  <c:v>41954</c:v>
                </c:pt>
                <c:pt idx="571">
                  <c:v>41955</c:v>
                </c:pt>
                <c:pt idx="572">
                  <c:v>41956</c:v>
                </c:pt>
                <c:pt idx="573">
                  <c:v>41957</c:v>
                </c:pt>
                <c:pt idx="574">
                  <c:v>41960</c:v>
                </c:pt>
                <c:pt idx="575">
                  <c:v>41961</c:v>
                </c:pt>
                <c:pt idx="576">
                  <c:v>41962</c:v>
                </c:pt>
                <c:pt idx="577">
                  <c:v>41963</c:v>
                </c:pt>
                <c:pt idx="578">
                  <c:v>41964</c:v>
                </c:pt>
                <c:pt idx="579">
                  <c:v>41967</c:v>
                </c:pt>
                <c:pt idx="580">
                  <c:v>41968</c:v>
                </c:pt>
                <c:pt idx="581">
                  <c:v>41969</c:v>
                </c:pt>
                <c:pt idx="582">
                  <c:v>41970</c:v>
                </c:pt>
                <c:pt idx="583">
                  <c:v>41971</c:v>
                </c:pt>
                <c:pt idx="584">
                  <c:v>41974</c:v>
                </c:pt>
                <c:pt idx="585">
                  <c:v>41975</c:v>
                </c:pt>
                <c:pt idx="586">
                  <c:v>41976</c:v>
                </c:pt>
                <c:pt idx="587">
                  <c:v>41977</c:v>
                </c:pt>
                <c:pt idx="588">
                  <c:v>41978</c:v>
                </c:pt>
                <c:pt idx="589">
                  <c:v>41981</c:v>
                </c:pt>
                <c:pt idx="590">
                  <c:v>41982</c:v>
                </c:pt>
                <c:pt idx="591">
                  <c:v>41983</c:v>
                </c:pt>
                <c:pt idx="592">
                  <c:v>41984</c:v>
                </c:pt>
                <c:pt idx="593">
                  <c:v>41985</c:v>
                </c:pt>
                <c:pt idx="594">
                  <c:v>41988</c:v>
                </c:pt>
                <c:pt idx="595">
                  <c:v>41989</c:v>
                </c:pt>
                <c:pt idx="596">
                  <c:v>41990</c:v>
                </c:pt>
                <c:pt idx="597">
                  <c:v>41991</c:v>
                </c:pt>
                <c:pt idx="598">
                  <c:v>41992</c:v>
                </c:pt>
                <c:pt idx="599">
                  <c:v>41995</c:v>
                </c:pt>
                <c:pt idx="600">
                  <c:v>41996</c:v>
                </c:pt>
                <c:pt idx="601">
                  <c:v>41997</c:v>
                </c:pt>
                <c:pt idx="602">
                  <c:v>41998</c:v>
                </c:pt>
                <c:pt idx="603">
                  <c:v>41999</c:v>
                </c:pt>
                <c:pt idx="604">
                  <c:v>42002</c:v>
                </c:pt>
                <c:pt idx="605">
                  <c:v>42003</c:v>
                </c:pt>
                <c:pt idx="606">
                  <c:v>42004</c:v>
                </c:pt>
                <c:pt idx="607">
                  <c:v>42009</c:v>
                </c:pt>
                <c:pt idx="608">
                  <c:v>42010</c:v>
                </c:pt>
                <c:pt idx="609">
                  <c:v>42011</c:v>
                </c:pt>
                <c:pt idx="610">
                  <c:v>42012</c:v>
                </c:pt>
                <c:pt idx="611">
                  <c:v>42013</c:v>
                </c:pt>
                <c:pt idx="612">
                  <c:v>42016</c:v>
                </c:pt>
                <c:pt idx="613">
                  <c:v>42017</c:v>
                </c:pt>
                <c:pt idx="614">
                  <c:v>42018</c:v>
                </c:pt>
                <c:pt idx="615">
                  <c:v>42019</c:v>
                </c:pt>
                <c:pt idx="616">
                  <c:v>42020</c:v>
                </c:pt>
                <c:pt idx="617">
                  <c:v>42023</c:v>
                </c:pt>
                <c:pt idx="618">
                  <c:v>42024</c:v>
                </c:pt>
                <c:pt idx="619">
                  <c:v>42025</c:v>
                </c:pt>
                <c:pt idx="620">
                  <c:v>42026</c:v>
                </c:pt>
                <c:pt idx="621">
                  <c:v>42027</c:v>
                </c:pt>
                <c:pt idx="622">
                  <c:v>42030</c:v>
                </c:pt>
                <c:pt idx="623">
                  <c:v>42031</c:v>
                </c:pt>
                <c:pt idx="624">
                  <c:v>42032</c:v>
                </c:pt>
                <c:pt idx="625">
                  <c:v>42033</c:v>
                </c:pt>
                <c:pt idx="626">
                  <c:v>42034</c:v>
                </c:pt>
                <c:pt idx="627">
                  <c:v>42037</c:v>
                </c:pt>
                <c:pt idx="628">
                  <c:v>42038</c:v>
                </c:pt>
                <c:pt idx="629">
                  <c:v>42039</c:v>
                </c:pt>
                <c:pt idx="630">
                  <c:v>42040</c:v>
                </c:pt>
                <c:pt idx="631">
                  <c:v>42041</c:v>
                </c:pt>
                <c:pt idx="632">
                  <c:v>42044</c:v>
                </c:pt>
                <c:pt idx="633">
                  <c:v>42045</c:v>
                </c:pt>
                <c:pt idx="634">
                  <c:v>42046</c:v>
                </c:pt>
                <c:pt idx="635">
                  <c:v>42047</c:v>
                </c:pt>
                <c:pt idx="636">
                  <c:v>42048</c:v>
                </c:pt>
                <c:pt idx="637">
                  <c:v>42051</c:v>
                </c:pt>
                <c:pt idx="638">
                  <c:v>42052</c:v>
                </c:pt>
                <c:pt idx="639">
                  <c:v>42060</c:v>
                </c:pt>
                <c:pt idx="640">
                  <c:v>42061</c:v>
                </c:pt>
                <c:pt idx="641">
                  <c:v>42062</c:v>
                </c:pt>
                <c:pt idx="642">
                  <c:v>42065</c:v>
                </c:pt>
                <c:pt idx="643">
                  <c:v>42066</c:v>
                </c:pt>
                <c:pt idx="644">
                  <c:v>42067</c:v>
                </c:pt>
                <c:pt idx="645">
                  <c:v>42068</c:v>
                </c:pt>
                <c:pt idx="646">
                  <c:v>42069</c:v>
                </c:pt>
                <c:pt idx="647">
                  <c:v>42072</c:v>
                </c:pt>
                <c:pt idx="648">
                  <c:v>42073</c:v>
                </c:pt>
                <c:pt idx="649">
                  <c:v>42074</c:v>
                </c:pt>
                <c:pt idx="650">
                  <c:v>42075</c:v>
                </c:pt>
                <c:pt idx="651">
                  <c:v>42076</c:v>
                </c:pt>
                <c:pt idx="652">
                  <c:v>42079</c:v>
                </c:pt>
                <c:pt idx="653">
                  <c:v>42080</c:v>
                </c:pt>
                <c:pt idx="654">
                  <c:v>42081</c:v>
                </c:pt>
                <c:pt idx="655">
                  <c:v>42082</c:v>
                </c:pt>
                <c:pt idx="656">
                  <c:v>42083</c:v>
                </c:pt>
                <c:pt idx="657">
                  <c:v>42086</c:v>
                </c:pt>
                <c:pt idx="658">
                  <c:v>42087</c:v>
                </c:pt>
                <c:pt idx="659">
                  <c:v>42088</c:v>
                </c:pt>
                <c:pt idx="660">
                  <c:v>42089</c:v>
                </c:pt>
                <c:pt idx="661">
                  <c:v>42090</c:v>
                </c:pt>
                <c:pt idx="662">
                  <c:v>42093</c:v>
                </c:pt>
                <c:pt idx="663">
                  <c:v>42094</c:v>
                </c:pt>
                <c:pt idx="664">
                  <c:v>42095</c:v>
                </c:pt>
                <c:pt idx="665">
                  <c:v>42096</c:v>
                </c:pt>
                <c:pt idx="666">
                  <c:v>42097</c:v>
                </c:pt>
                <c:pt idx="667">
                  <c:v>42101</c:v>
                </c:pt>
                <c:pt idx="668">
                  <c:v>42102</c:v>
                </c:pt>
                <c:pt idx="669">
                  <c:v>42103</c:v>
                </c:pt>
                <c:pt idx="670">
                  <c:v>42104</c:v>
                </c:pt>
                <c:pt idx="671">
                  <c:v>42107</c:v>
                </c:pt>
                <c:pt idx="672">
                  <c:v>42108</c:v>
                </c:pt>
                <c:pt idx="673">
                  <c:v>42109</c:v>
                </c:pt>
                <c:pt idx="674">
                  <c:v>42110</c:v>
                </c:pt>
                <c:pt idx="675">
                  <c:v>42111</c:v>
                </c:pt>
                <c:pt idx="676">
                  <c:v>42114</c:v>
                </c:pt>
                <c:pt idx="677">
                  <c:v>42115</c:v>
                </c:pt>
                <c:pt idx="678">
                  <c:v>42116</c:v>
                </c:pt>
                <c:pt idx="679">
                  <c:v>42117</c:v>
                </c:pt>
                <c:pt idx="680">
                  <c:v>42118</c:v>
                </c:pt>
                <c:pt idx="681">
                  <c:v>42121</c:v>
                </c:pt>
                <c:pt idx="682">
                  <c:v>42122</c:v>
                </c:pt>
                <c:pt idx="683">
                  <c:v>42123</c:v>
                </c:pt>
                <c:pt idx="684">
                  <c:v>42124</c:v>
                </c:pt>
                <c:pt idx="685">
                  <c:v>42128</c:v>
                </c:pt>
                <c:pt idx="686">
                  <c:v>42129</c:v>
                </c:pt>
                <c:pt idx="687">
                  <c:v>42130</c:v>
                </c:pt>
                <c:pt idx="688">
                  <c:v>42131</c:v>
                </c:pt>
                <c:pt idx="689">
                  <c:v>42132</c:v>
                </c:pt>
                <c:pt idx="690">
                  <c:v>42135</c:v>
                </c:pt>
                <c:pt idx="691">
                  <c:v>42136</c:v>
                </c:pt>
                <c:pt idx="692">
                  <c:v>42137</c:v>
                </c:pt>
                <c:pt idx="693">
                  <c:v>42138</c:v>
                </c:pt>
                <c:pt idx="694">
                  <c:v>42139</c:v>
                </c:pt>
                <c:pt idx="695">
                  <c:v>42142</c:v>
                </c:pt>
                <c:pt idx="696">
                  <c:v>42143</c:v>
                </c:pt>
                <c:pt idx="697">
                  <c:v>42144</c:v>
                </c:pt>
                <c:pt idx="698">
                  <c:v>42145</c:v>
                </c:pt>
                <c:pt idx="699">
                  <c:v>42146</c:v>
                </c:pt>
                <c:pt idx="700">
                  <c:v>42149</c:v>
                </c:pt>
                <c:pt idx="701">
                  <c:v>42150</c:v>
                </c:pt>
                <c:pt idx="702">
                  <c:v>42151</c:v>
                </c:pt>
                <c:pt idx="703">
                  <c:v>42152</c:v>
                </c:pt>
                <c:pt idx="704">
                  <c:v>42153</c:v>
                </c:pt>
                <c:pt idx="705">
                  <c:v>42156</c:v>
                </c:pt>
                <c:pt idx="706">
                  <c:v>42157</c:v>
                </c:pt>
                <c:pt idx="707">
                  <c:v>42158</c:v>
                </c:pt>
                <c:pt idx="708">
                  <c:v>42159</c:v>
                </c:pt>
                <c:pt idx="709">
                  <c:v>42160</c:v>
                </c:pt>
                <c:pt idx="710">
                  <c:v>42163</c:v>
                </c:pt>
                <c:pt idx="711">
                  <c:v>42164</c:v>
                </c:pt>
                <c:pt idx="712">
                  <c:v>42165</c:v>
                </c:pt>
                <c:pt idx="713">
                  <c:v>42166</c:v>
                </c:pt>
                <c:pt idx="714">
                  <c:v>42167</c:v>
                </c:pt>
                <c:pt idx="715">
                  <c:v>42170</c:v>
                </c:pt>
                <c:pt idx="716">
                  <c:v>42171</c:v>
                </c:pt>
                <c:pt idx="717">
                  <c:v>42172</c:v>
                </c:pt>
                <c:pt idx="718">
                  <c:v>42173</c:v>
                </c:pt>
                <c:pt idx="719">
                  <c:v>42174</c:v>
                </c:pt>
                <c:pt idx="720">
                  <c:v>42178</c:v>
                </c:pt>
                <c:pt idx="721">
                  <c:v>42179</c:v>
                </c:pt>
                <c:pt idx="722">
                  <c:v>42180</c:v>
                </c:pt>
                <c:pt idx="723">
                  <c:v>42181</c:v>
                </c:pt>
                <c:pt idx="724">
                  <c:v>42184</c:v>
                </c:pt>
                <c:pt idx="725">
                  <c:v>42185</c:v>
                </c:pt>
                <c:pt idx="726">
                  <c:v>42186</c:v>
                </c:pt>
                <c:pt idx="727">
                  <c:v>42187</c:v>
                </c:pt>
                <c:pt idx="728">
                  <c:v>42188</c:v>
                </c:pt>
                <c:pt idx="729">
                  <c:v>42191</c:v>
                </c:pt>
                <c:pt idx="730">
                  <c:v>42192</c:v>
                </c:pt>
                <c:pt idx="731">
                  <c:v>42193</c:v>
                </c:pt>
                <c:pt idx="732">
                  <c:v>42194</c:v>
                </c:pt>
                <c:pt idx="733">
                  <c:v>42195</c:v>
                </c:pt>
                <c:pt idx="734">
                  <c:v>42198</c:v>
                </c:pt>
                <c:pt idx="735">
                  <c:v>42199</c:v>
                </c:pt>
                <c:pt idx="736">
                  <c:v>42200</c:v>
                </c:pt>
                <c:pt idx="737">
                  <c:v>42201</c:v>
                </c:pt>
                <c:pt idx="738">
                  <c:v>42202</c:v>
                </c:pt>
                <c:pt idx="739">
                  <c:v>42205</c:v>
                </c:pt>
                <c:pt idx="740">
                  <c:v>42206</c:v>
                </c:pt>
                <c:pt idx="741">
                  <c:v>42207</c:v>
                </c:pt>
                <c:pt idx="742">
                  <c:v>42208</c:v>
                </c:pt>
                <c:pt idx="743">
                  <c:v>42209</c:v>
                </c:pt>
                <c:pt idx="744">
                  <c:v>42212</c:v>
                </c:pt>
                <c:pt idx="745">
                  <c:v>42213</c:v>
                </c:pt>
                <c:pt idx="746">
                  <c:v>42214</c:v>
                </c:pt>
                <c:pt idx="747">
                  <c:v>42215</c:v>
                </c:pt>
                <c:pt idx="748">
                  <c:v>42216</c:v>
                </c:pt>
                <c:pt idx="749">
                  <c:v>42219</c:v>
                </c:pt>
                <c:pt idx="750">
                  <c:v>42220</c:v>
                </c:pt>
                <c:pt idx="751">
                  <c:v>42221</c:v>
                </c:pt>
                <c:pt idx="752">
                  <c:v>42222</c:v>
                </c:pt>
                <c:pt idx="753">
                  <c:v>42223</c:v>
                </c:pt>
                <c:pt idx="754">
                  <c:v>42226</c:v>
                </c:pt>
                <c:pt idx="755">
                  <c:v>42227</c:v>
                </c:pt>
                <c:pt idx="756">
                  <c:v>42228</c:v>
                </c:pt>
                <c:pt idx="757">
                  <c:v>42229</c:v>
                </c:pt>
                <c:pt idx="758">
                  <c:v>42230</c:v>
                </c:pt>
                <c:pt idx="759">
                  <c:v>42233</c:v>
                </c:pt>
                <c:pt idx="760">
                  <c:v>42234</c:v>
                </c:pt>
                <c:pt idx="761">
                  <c:v>42235</c:v>
                </c:pt>
                <c:pt idx="762">
                  <c:v>42236</c:v>
                </c:pt>
                <c:pt idx="763">
                  <c:v>42237</c:v>
                </c:pt>
                <c:pt idx="764">
                  <c:v>42240</c:v>
                </c:pt>
                <c:pt idx="765">
                  <c:v>42241</c:v>
                </c:pt>
                <c:pt idx="766">
                  <c:v>42242</c:v>
                </c:pt>
                <c:pt idx="767">
                  <c:v>42243</c:v>
                </c:pt>
                <c:pt idx="768">
                  <c:v>42244</c:v>
                </c:pt>
                <c:pt idx="769">
                  <c:v>42247</c:v>
                </c:pt>
                <c:pt idx="770">
                  <c:v>42248</c:v>
                </c:pt>
                <c:pt idx="771">
                  <c:v>42249</c:v>
                </c:pt>
                <c:pt idx="772">
                  <c:v>42254</c:v>
                </c:pt>
                <c:pt idx="773">
                  <c:v>42255</c:v>
                </c:pt>
                <c:pt idx="774">
                  <c:v>42256</c:v>
                </c:pt>
                <c:pt idx="775">
                  <c:v>42257</c:v>
                </c:pt>
                <c:pt idx="776">
                  <c:v>42258</c:v>
                </c:pt>
                <c:pt idx="777">
                  <c:v>42261</c:v>
                </c:pt>
                <c:pt idx="778">
                  <c:v>42262</c:v>
                </c:pt>
                <c:pt idx="779">
                  <c:v>42263</c:v>
                </c:pt>
                <c:pt idx="780">
                  <c:v>42264</c:v>
                </c:pt>
                <c:pt idx="781">
                  <c:v>42265</c:v>
                </c:pt>
                <c:pt idx="782">
                  <c:v>42268</c:v>
                </c:pt>
                <c:pt idx="783">
                  <c:v>42269</c:v>
                </c:pt>
                <c:pt idx="784">
                  <c:v>42270</c:v>
                </c:pt>
                <c:pt idx="785">
                  <c:v>42271</c:v>
                </c:pt>
                <c:pt idx="786">
                  <c:v>42272</c:v>
                </c:pt>
                <c:pt idx="787">
                  <c:v>42275</c:v>
                </c:pt>
                <c:pt idx="788">
                  <c:v>42276</c:v>
                </c:pt>
                <c:pt idx="789">
                  <c:v>42277</c:v>
                </c:pt>
                <c:pt idx="790">
                  <c:v>42285</c:v>
                </c:pt>
                <c:pt idx="791">
                  <c:v>42286</c:v>
                </c:pt>
                <c:pt idx="792">
                  <c:v>42289</c:v>
                </c:pt>
                <c:pt idx="793">
                  <c:v>42290</c:v>
                </c:pt>
                <c:pt idx="794">
                  <c:v>42291</c:v>
                </c:pt>
                <c:pt idx="795">
                  <c:v>42292</c:v>
                </c:pt>
                <c:pt idx="796">
                  <c:v>42293</c:v>
                </c:pt>
                <c:pt idx="797">
                  <c:v>42296</c:v>
                </c:pt>
                <c:pt idx="798">
                  <c:v>42297</c:v>
                </c:pt>
                <c:pt idx="799">
                  <c:v>42298</c:v>
                </c:pt>
                <c:pt idx="800">
                  <c:v>42299</c:v>
                </c:pt>
                <c:pt idx="801">
                  <c:v>42300</c:v>
                </c:pt>
                <c:pt idx="802">
                  <c:v>42303</c:v>
                </c:pt>
                <c:pt idx="803">
                  <c:v>42304</c:v>
                </c:pt>
                <c:pt idx="804">
                  <c:v>42305</c:v>
                </c:pt>
                <c:pt idx="805">
                  <c:v>42306</c:v>
                </c:pt>
                <c:pt idx="806">
                  <c:v>42307</c:v>
                </c:pt>
                <c:pt idx="807">
                  <c:v>42310</c:v>
                </c:pt>
                <c:pt idx="808">
                  <c:v>42311</c:v>
                </c:pt>
                <c:pt idx="809">
                  <c:v>42312</c:v>
                </c:pt>
                <c:pt idx="810">
                  <c:v>42313</c:v>
                </c:pt>
                <c:pt idx="811">
                  <c:v>42314</c:v>
                </c:pt>
                <c:pt idx="812">
                  <c:v>42317</c:v>
                </c:pt>
                <c:pt idx="813">
                  <c:v>42318</c:v>
                </c:pt>
                <c:pt idx="814">
                  <c:v>42319</c:v>
                </c:pt>
                <c:pt idx="815">
                  <c:v>42320</c:v>
                </c:pt>
                <c:pt idx="816">
                  <c:v>42321</c:v>
                </c:pt>
                <c:pt idx="817">
                  <c:v>42324</c:v>
                </c:pt>
                <c:pt idx="818">
                  <c:v>42325</c:v>
                </c:pt>
                <c:pt idx="819">
                  <c:v>42326</c:v>
                </c:pt>
                <c:pt idx="820">
                  <c:v>42327</c:v>
                </c:pt>
                <c:pt idx="821">
                  <c:v>42328</c:v>
                </c:pt>
                <c:pt idx="822">
                  <c:v>42331</c:v>
                </c:pt>
                <c:pt idx="823">
                  <c:v>42332</c:v>
                </c:pt>
                <c:pt idx="824">
                  <c:v>42333</c:v>
                </c:pt>
                <c:pt idx="825">
                  <c:v>42334</c:v>
                </c:pt>
                <c:pt idx="826">
                  <c:v>42335</c:v>
                </c:pt>
                <c:pt idx="827">
                  <c:v>42338</c:v>
                </c:pt>
                <c:pt idx="828">
                  <c:v>42339</c:v>
                </c:pt>
                <c:pt idx="829">
                  <c:v>42340</c:v>
                </c:pt>
                <c:pt idx="830">
                  <c:v>42341</c:v>
                </c:pt>
                <c:pt idx="831">
                  <c:v>42342</c:v>
                </c:pt>
                <c:pt idx="832">
                  <c:v>42345</c:v>
                </c:pt>
                <c:pt idx="833">
                  <c:v>42346</c:v>
                </c:pt>
                <c:pt idx="834">
                  <c:v>42347</c:v>
                </c:pt>
                <c:pt idx="835">
                  <c:v>42348</c:v>
                </c:pt>
                <c:pt idx="836">
                  <c:v>42349</c:v>
                </c:pt>
                <c:pt idx="837">
                  <c:v>42352</c:v>
                </c:pt>
                <c:pt idx="838">
                  <c:v>42353</c:v>
                </c:pt>
                <c:pt idx="839">
                  <c:v>42354</c:v>
                </c:pt>
                <c:pt idx="840">
                  <c:v>42355</c:v>
                </c:pt>
                <c:pt idx="841">
                  <c:v>42356</c:v>
                </c:pt>
                <c:pt idx="842">
                  <c:v>42359</c:v>
                </c:pt>
                <c:pt idx="843">
                  <c:v>42360</c:v>
                </c:pt>
                <c:pt idx="844">
                  <c:v>42361</c:v>
                </c:pt>
                <c:pt idx="845">
                  <c:v>42362</c:v>
                </c:pt>
                <c:pt idx="846">
                  <c:v>42363</c:v>
                </c:pt>
                <c:pt idx="847">
                  <c:v>42366</c:v>
                </c:pt>
                <c:pt idx="848">
                  <c:v>42367</c:v>
                </c:pt>
                <c:pt idx="849">
                  <c:v>42368</c:v>
                </c:pt>
                <c:pt idx="850">
                  <c:v>42369</c:v>
                </c:pt>
                <c:pt idx="851">
                  <c:v>42373</c:v>
                </c:pt>
                <c:pt idx="852">
                  <c:v>42374</c:v>
                </c:pt>
                <c:pt idx="853">
                  <c:v>42375</c:v>
                </c:pt>
                <c:pt idx="854">
                  <c:v>42376</c:v>
                </c:pt>
                <c:pt idx="855">
                  <c:v>42377</c:v>
                </c:pt>
                <c:pt idx="856">
                  <c:v>42380</c:v>
                </c:pt>
                <c:pt idx="857">
                  <c:v>42381</c:v>
                </c:pt>
                <c:pt idx="858">
                  <c:v>42382</c:v>
                </c:pt>
                <c:pt idx="859">
                  <c:v>42383</c:v>
                </c:pt>
                <c:pt idx="860">
                  <c:v>42384</c:v>
                </c:pt>
                <c:pt idx="861">
                  <c:v>42387</c:v>
                </c:pt>
                <c:pt idx="862">
                  <c:v>42388</c:v>
                </c:pt>
                <c:pt idx="863">
                  <c:v>42389</c:v>
                </c:pt>
                <c:pt idx="864">
                  <c:v>42390</c:v>
                </c:pt>
                <c:pt idx="865">
                  <c:v>42391</c:v>
                </c:pt>
                <c:pt idx="866">
                  <c:v>42394</c:v>
                </c:pt>
                <c:pt idx="867">
                  <c:v>42395</c:v>
                </c:pt>
                <c:pt idx="868">
                  <c:v>42396</c:v>
                </c:pt>
                <c:pt idx="869">
                  <c:v>42397</c:v>
                </c:pt>
                <c:pt idx="870">
                  <c:v>42398</c:v>
                </c:pt>
                <c:pt idx="871">
                  <c:v>42401</c:v>
                </c:pt>
                <c:pt idx="872">
                  <c:v>42402</c:v>
                </c:pt>
                <c:pt idx="873">
                  <c:v>42403</c:v>
                </c:pt>
                <c:pt idx="874">
                  <c:v>42404</c:v>
                </c:pt>
                <c:pt idx="875">
                  <c:v>42405</c:v>
                </c:pt>
                <c:pt idx="876">
                  <c:v>42415</c:v>
                </c:pt>
                <c:pt idx="877">
                  <c:v>42416</c:v>
                </c:pt>
                <c:pt idx="878">
                  <c:v>42417</c:v>
                </c:pt>
                <c:pt idx="879">
                  <c:v>42418</c:v>
                </c:pt>
                <c:pt idx="880">
                  <c:v>42419</c:v>
                </c:pt>
                <c:pt idx="881">
                  <c:v>42422</c:v>
                </c:pt>
                <c:pt idx="882">
                  <c:v>42423</c:v>
                </c:pt>
                <c:pt idx="883">
                  <c:v>42424</c:v>
                </c:pt>
                <c:pt idx="884">
                  <c:v>42425</c:v>
                </c:pt>
                <c:pt idx="885">
                  <c:v>42426</c:v>
                </c:pt>
                <c:pt idx="886">
                  <c:v>42429</c:v>
                </c:pt>
                <c:pt idx="887">
                  <c:v>42430</c:v>
                </c:pt>
                <c:pt idx="888">
                  <c:v>42431</c:v>
                </c:pt>
                <c:pt idx="889">
                  <c:v>42432</c:v>
                </c:pt>
                <c:pt idx="890">
                  <c:v>42433</c:v>
                </c:pt>
                <c:pt idx="891">
                  <c:v>42436</c:v>
                </c:pt>
                <c:pt idx="892">
                  <c:v>42437</c:v>
                </c:pt>
                <c:pt idx="893">
                  <c:v>42438</c:v>
                </c:pt>
                <c:pt idx="894">
                  <c:v>42439</c:v>
                </c:pt>
                <c:pt idx="895">
                  <c:v>42440</c:v>
                </c:pt>
                <c:pt idx="896">
                  <c:v>42443</c:v>
                </c:pt>
                <c:pt idx="897">
                  <c:v>42444</c:v>
                </c:pt>
                <c:pt idx="898">
                  <c:v>42445</c:v>
                </c:pt>
                <c:pt idx="899">
                  <c:v>42446</c:v>
                </c:pt>
                <c:pt idx="900">
                  <c:v>42447</c:v>
                </c:pt>
                <c:pt idx="901">
                  <c:v>42450</c:v>
                </c:pt>
                <c:pt idx="902">
                  <c:v>42451</c:v>
                </c:pt>
                <c:pt idx="903">
                  <c:v>42452</c:v>
                </c:pt>
                <c:pt idx="904">
                  <c:v>42453</c:v>
                </c:pt>
                <c:pt idx="905">
                  <c:v>42454</c:v>
                </c:pt>
                <c:pt idx="906">
                  <c:v>42457</c:v>
                </c:pt>
                <c:pt idx="907">
                  <c:v>42458</c:v>
                </c:pt>
                <c:pt idx="908">
                  <c:v>42459</c:v>
                </c:pt>
                <c:pt idx="909">
                  <c:v>42460</c:v>
                </c:pt>
                <c:pt idx="910">
                  <c:v>42461</c:v>
                </c:pt>
                <c:pt idx="911">
                  <c:v>42465</c:v>
                </c:pt>
                <c:pt idx="912">
                  <c:v>42466</c:v>
                </c:pt>
                <c:pt idx="913">
                  <c:v>42467</c:v>
                </c:pt>
                <c:pt idx="914">
                  <c:v>42468</c:v>
                </c:pt>
                <c:pt idx="915">
                  <c:v>42471</c:v>
                </c:pt>
                <c:pt idx="916">
                  <c:v>42472</c:v>
                </c:pt>
                <c:pt idx="917">
                  <c:v>42473</c:v>
                </c:pt>
                <c:pt idx="918">
                  <c:v>42474</c:v>
                </c:pt>
                <c:pt idx="919">
                  <c:v>42475</c:v>
                </c:pt>
                <c:pt idx="920">
                  <c:v>42478</c:v>
                </c:pt>
                <c:pt idx="921">
                  <c:v>42479</c:v>
                </c:pt>
                <c:pt idx="922">
                  <c:v>42480</c:v>
                </c:pt>
                <c:pt idx="923">
                  <c:v>42481</c:v>
                </c:pt>
                <c:pt idx="924">
                  <c:v>42482</c:v>
                </c:pt>
                <c:pt idx="925">
                  <c:v>42485</c:v>
                </c:pt>
                <c:pt idx="926">
                  <c:v>42486</c:v>
                </c:pt>
                <c:pt idx="927">
                  <c:v>42487</c:v>
                </c:pt>
                <c:pt idx="928">
                  <c:v>42488</c:v>
                </c:pt>
                <c:pt idx="929">
                  <c:v>42489</c:v>
                </c:pt>
                <c:pt idx="930">
                  <c:v>42493</c:v>
                </c:pt>
                <c:pt idx="931">
                  <c:v>42494</c:v>
                </c:pt>
                <c:pt idx="932">
                  <c:v>42495</c:v>
                </c:pt>
                <c:pt idx="933">
                  <c:v>42496</c:v>
                </c:pt>
                <c:pt idx="934">
                  <c:v>42499</c:v>
                </c:pt>
                <c:pt idx="935">
                  <c:v>42500</c:v>
                </c:pt>
                <c:pt idx="936">
                  <c:v>42501</c:v>
                </c:pt>
                <c:pt idx="937">
                  <c:v>42502</c:v>
                </c:pt>
                <c:pt idx="938">
                  <c:v>42503</c:v>
                </c:pt>
                <c:pt idx="939">
                  <c:v>42506</c:v>
                </c:pt>
                <c:pt idx="940">
                  <c:v>42507</c:v>
                </c:pt>
                <c:pt idx="941">
                  <c:v>42508</c:v>
                </c:pt>
                <c:pt idx="942">
                  <c:v>42509</c:v>
                </c:pt>
                <c:pt idx="943">
                  <c:v>42510</c:v>
                </c:pt>
                <c:pt idx="944">
                  <c:v>42513</c:v>
                </c:pt>
                <c:pt idx="945">
                  <c:v>42514</c:v>
                </c:pt>
                <c:pt idx="946">
                  <c:v>42515</c:v>
                </c:pt>
                <c:pt idx="947">
                  <c:v>42516</c:v>
                </c:pt>
                <c:pt idx="948">
                  <c:v>42517</c:v>
                </c:pt>
                <c:pt idx="949">
                  <c:v>42520</c:v>
                </c:pt>
                <c:pt idx="950">
                  <c:v>42521</c:v>
                </c:pt>
                <c:pt idx="951">
                  <c:v>42522</c:v>
                </c:pt>
                <c:pt idx="952">
                  <c:v>42523</c:v>
                </c:pt>
                <c:pt idx="953">
                  <c:v>42524</c:v>
                </c:pt>
                <c:pt idx="954">
                  <c:v>42527</c:v>
                </c:pt>
                <c:pt idx="955">
                  <c:v>42528</c:v>
                </c:pt>
                <c:pt idx="956">
                  <c:v>42529</c:v>
                </c:pt>
                <c:pt idx="957">
                  <c:v>42534</c:v>
                </c:pt>
                <c:pt idx="958">
                  <c:v>42535</c:v>
                </c:pt>
                <c:pt idx="959">
                  <c:v>42536</c:v>
                </c:pt>
                <c:pt idx="960">
                  <c:v>42537</c:v>
                </c:pt>
                <c:pt idx="961">
                  <c:v>42538</c:v>
                </c:pt>
                <c:pt idx="962">
                  <c:v>42541</c:v>
                </c:pt>
                <c:pt idx="963">
                  <c:v>42542</c:v>
                </c:pt>
                <c:pt idx="964">
                  <c:v>42543</c:v>
                </c:pt>
                <c:pt idx="965">
                  <c:v>42544</c:v>
                </c:pt>
                <c:pt idx="966">
                  <c:v>42545</c:v>
                </c:pt>
                <c:pt idx="967">
                  <c:v>42548</c:v>
                </c:pt>
                <c:pt idx="968">
                  <c:v>42549</c:v>
                </c:pt>
                <c:pt idx="969">
                  <c:v>42550</c:v>
                </c:pt>
                <c:pt idx="970">
                  <c:v>42551</c:v>
                </c:pt>
                <c:pt idx="971">
                  <c:v>42552</c:v>
                </c:pt>
                <c:pt idx="972">
                  <c:v>42555</c:v>
                </c:pt>
                <c:pt idx="973">
                  <c:v>42556</c:v>
                </c:pt>
                <c:pt idx="974">
                  <c:v>42557</c:v>
                </c:pt>
                <c:pt idx="975">
                  <c:v>42558</c:v>
                </c:pt>
                <c:pt idx="976">
                  <c:v>42559</c:v>
                </c:pt>
                <c:pt idx="977">
                  <c:v>42562</c:v>
                </c:pt>
                <c:pt idx="978">
                  <c:v>42563</c:v>
                </c:pt>
                <c:pt idx="979">
                  <c:v>42564</c:v>
                </c:pt>
                <c:pt idx="980">
                  <c:v>42565</c:v>
                </c:pt>
                <c:pt idx="981">
                  <c:v>42566</c:v>
                </c:pt>
                <c:pt idx="982">
                  <c:v>42569</c:v>
                </c:pt>
                <c:pt idx="983">
                  <c:v>42570</c:v>
                </c:pt>
                <c:pt idx="984">
                  <c:v>42571</c:v>
                </c:pt>
                <c:pt idx="985">
                  <c:v>42572</c:v>
                </c:pt>
                <c:pt idx="986">
                  <c:v>42573</c:v>
                </c:pt>
                <c:pt idx="987">
                  <c:v>42576</c:v>
                </c:pt>
                <c:pt idx="988">
                  <c:v>42577</c:v>
                </c:pt>
                <c:pt idx="989">
                  <c:v>42578</c:v>
                </c:pt>
                <c:pt idx="990">
                  <c:v>42579</c:v>
                </c:pt>
                <c:pt idx="991">
                  <c:v>42580</c:v>
                </c:pt>
                <c:pt idx="992">
                  <c:v>42583</c:v>
                </c:pt>
                <c:pt idx="993">
                  <c:v>42584</c:v>
                </c:pt>
                <c:pt idx="994">
                  <c:v>42585</c:v>
                </c:pt>
                <c:pt idx="995">
                  <c:v>42586</c:v>
                </c:pt>
                <c:pt idx="996">
                  <c:v>42587</c:v>
                </c:pt>
                <c:pt idx="997">
                  <c:v>42590</c:v>
                </c:pt>
                <c:pt idx="998">
                  <c:v>42591</c:v>
                </c:pt>
                <c:pt idx="999">
                  <c:v>42592</c:v>
                </c:pt>
                <c:pt idx="1000">
                  <c:v>42593</c:v>
                </c:pt>
                <c:pt idx="1001">
                  <c:v>42594</c:v>
                </c:pt>
                <c:pt idx="1002">
                  <c:v>42597</c:v>
                </c:pt>
                <c:pt idx="1003">
                  <c:v>42598</c:v>
                </c:pt>
                <c:pt idx="1004">
                  <c:v>42599</c:v>
                </c:pt>
                <c:pt idx="1005">
                  <c:v>42600</c:v>
                </c:pt>
                <c:pt idx="1006">
                  <c:v>42601</c:v>
                </c:pt>
                <c:pt idx="1007">
                  <c:v>42604</c:v>
                </c:pt>
                <c:pt idx="1008">
                  <c:v>42605</c:v>
                </c:pt>
                <c:pt idx="1009">
                  <c:v>42606</c:v>
                </c:pt>
                <c:pt idx="1010">
                  <c:v>42607</c:v>
                </c:pt>
                <c:pt idx="1011">
                  <c:v>42608</c:v>
                </c:pt>
                <c:pt idx="1012">
                  <c:v>42611</c:v>
                </c:pt>
                <c:pt idx="1013">
                  <c:v>42612</c:v>
                </c:pt>
                <c:pt idx="1014">
                  <c:v>42613</c:v>
                </c:pt>
                <c:pt idx="1015">
                  <c:v>42614</c:v>
                </c:pt>
                <c:pt idx="1016">
                  <c:v>42615</c:v>
                </c:pt>
                <c:pt idx="1017">
                  <c:v>42618</c:v>
                </c:pt>
                <c:pt idx="1018">
                  <c:v>42619</c:v>
                </c:pt>
                <c:pt idx="1019">
                  <c:v>42620</c:v>
                </c:pt>
                <c:pt idx="1020">
                  <c:v>42621</c:v>
                </c:pt>
                <c:pt idx="1021">
                  <c:v>42622</c:v>
                </c:pt>
                <c:pt idx="1022">
                  <c:v>42625</c:v>
                </c:pt>
                <c:pt idx="1023">
                  <c:v>42626</c:v>
                </c:pt>
                <c:pt idx="1024">
                  <c:v>42627</c:v>
                </c:pt>
                <c:pt idx="1025">
                  <c:v>42632</c:v>
                </c:pt>
                <c:pt idx="1026">
                  <c:v>42633</c:v>
                </c:pt>
                <c:pt idx="1027">
                  <c:v>42634</c:v>
                </c:pt>
                <c:pt idx="1028">
                  <c:v>42635</c:v>
                </c:pt>
                <c:pt idx="1029">
                  <c:v>42636</c:v>
                </c:pt>
                <c:pt idx="1030">
                  <c:v>42639</c:v>
                </c:pt>
                <c:pt idx="1031">
                  <c:v>42640</c:v>
                </c:pt>
                <c:pt idx="1032">
                  <c:v>42641</c:v>
                </c:pt>
                <c:pt idx="1033">
                  <c:v>42642</c:v>
                </c:pt>
                <c:pt idx="1034">
                  <c:v>42643</c:v>
                </c:pt>
                <c:pt idx="1035">
                  <c:v>42653</c:v>
                </c:pt>
                <c:pt idx="1036">
                  <c:v>42654</c:v>
                </c:pt>
                <c:pt idx="1037">
                  <c:v>42655</c:v>
                </c:pt>
                <c:pt idx="1038">
                  <c:v>42656</c:v>
                </c:pt>
                <c:pt idx="1039">
                  <c:v>42657</c:v>
                </c:pt>
                <c:pt idx="1040">
                  <c:v>42660</c:v>
                </c:pt>
                <c:pt idx="1041">
                  <c:v>42661</c:v>
                </c:pt>
                <c:pt idx="1042">
                  <c:v>42662</c:v>
                </c:pt>
                <c:pt idx="1043">
                  <c:v>42663</c:v>
                </c:pt>
                <c:pt idx="1044">
                  <c:v>42664</c:v>
                </c:pt>
                <c:pt idx="1045">
                  <c:v>42667</c:v>
                </c:pt>
                <c:pt idx="1046">
                  <c:v>42668</c:v>
                </c:pt>
                <c:pt idx="1047">
                  <c:v>42669</c:v>
                </c:pt>
                <c:pt idx="1048">
                  <c:v>42670</c:v>
                </c:pt>
                <c:pt idx="1049">
                  <c:v>42671</c:v>
                </c:pt>
                <c:pt idx="1050">
                  <c:v>42674</c:v>
                </c:pt>
                <c:pt idx="1051">
                  <c:v>42675</c:v>
                </c:pt>
                <c:pt idx="1052">
                  <c:v>42676</c:v>
                </c:pt>
                <c:pt idx="1053">
                  <c:v>42677</c:v>
                </c:pt>
                <c:pt idx="1054">
                  <c:v>42678</c:v>
                </c:pt>
                <c:pt idx="1055">
                  <c:v>42681</c:v>
                </c:pt>
                <c:pt idx="1056">
                  <c:v>42682</c:v>
                </c:pt>
                <c:pt idx="1057">
                  <c:v>42683</c:v>
                </c:pt>
                <c:pt idx="1058">
                  <c:v>42684</c:v>
                </c:pt>
                <c:pt idx="1059">
                  <c:v>42685</c:v>
                </c:pt>
                <c:pt idx="1060">
                  <c:v>42688</c:v>
                </c:pt>
                <c:pt idx="1061">
                  <c:v>42689</c:v>
                </c:pt>
                <c:pt idx="1062">
                  <c:v>42690</c:v>
                </c:pt>
                <c:pt idx="1063">
                  <c:v>42691</c:v>
                </c:pt>
                <c:pt idx="1064">
                  <c:v>42692</c:v>
                </c:pt>
                <c:pt idx="1065">
                  <c:v>42695</c:v>
                </c:pt>
                <c:pt idx="1066">
                  <c:v>42696</c:v>
                </c:pt>
                <c:pt idx="1067">
                  <c:v>42697</c:v>
                </c:pt>
                <c:pt idx="1068">
                  <c:v>42698</c:v>
                </c:pt>
                <c:pt idx="1069">
                  <c:v>42699</c:v>
                </c:pt>
                <c:pt idx="1070">
                  <c:v>42702</c:v>
                </c:pt>
                <c:pt idx="1071">
                  <c:v>42703</c:v>
                </c:pt>
                <c:pt idx="1072">
                  <c:v>42704</c:v>
                </c:pt>
                <c:pt idx="1073">
                  <c:v>42705</c:v>
                </c:pt>
                <c:pt idx="1074">
                  <c:v>42706</c:v>
                </c:pt>
                <c:pt idx="1075">
                  <c:v>42709</c:v>
                </c:pt>
                <c:pt idx="1076">
                  <c:v>42710</c:v>
                </c:pt>
                <c:pt idx="1077">
                  <c:v>42711</c:v>
                </c:pt>
                <c:pt idx="1078">
                  <c:v>42712</c:v>
                </c:pt>
                <c:pt idx="1079">
                  <c:v>42713</c:v>
                </c:pt>
                <c:pt idx="1080">
                  <c:v>42716</c:v>
                </c:pt>
                <c:pt idx="1081">
                  <c:v>42717</c:v>
                </c:pt>
                <c:pt idx="1082">
                  <c:v>42718</c:v>
                </c:pt>
                <c:pt idx="1083">
                  <c:v>42719</c:v>
                </c:pt>
                <c:pt idx="1084">
                  <c:v>42720</c:v>
                </c:pt>
                <c:pt idx="1085">
                  <c:v>42723</c:v>
                </c:pt>
                <c:pt idx="1086">
                  <c:v>42724</c:v>
                </c:pt>
                <c:pt idx="1087">
                  <c:v>42725</c:v>
                </c:pt>
                <c:pt idx="1088">
                  <c:v>42726</c:v>
                </c:pt>
                <c:pt idx="1089">
                  <c:v>42727</c:v>
                </c:pt>
                <c:pt idx="1090">
                  <c:v>42730</c:v>
                </c:pt>
                <c:pt idx="1091">
                  <c:v>42731</c:v>
                </c:pt>
                <c:pt idx="1092">
                  <c:v>42732</c:v>
                </c:pt>
                <c:pt idx="1093">
                  <c:v>42733</c:v>
                </c:pt>
                <c:pt idx="1094">
                  <c:v>42734</c:v>
                </c:pt>
                <c:pt idx="1095">
                  <c:v>42738</c:v>
                </c:pt>
                <c:pt idx="1096">
                  <c:v>42739</c:v>
                </c:pt>
                <c:pt idx="1097">
                  <c:v>42740</c:v>
                </c:pt>
                <c:pt idx="1098">
                  <c:v>42741</c:v>
                </c:pt>
                <c:pt idx="1099">
                  <c:v>42744</c:v>
                </c:pt>
                <c:pt idx="1100">
                  <c:v>42745</c:v>
                </c:pt>
                <c:pt idx="1101">
                  <c:v>42746</c:v>
                </c:pt>
                <c:pt idx="1102">
                  <c:v>42747</c:v>
                </c:pt>
                <c:pt idx="1103">
                  <c:v>42748</c:v>
                </c:pt>
                <c:pt idx="1104">
                  <c:v>42751</c:v>
                </c:pt>
                <c:pt idx="1105">
                  <c:v>42752</c:v>
                </c:pt>
                <c:pt idx="1106">
                  <c:v>42753</c:v>
                </c:pt>
                <c:pt idx="1107">
                  <c:v>42754</c:v>
                </c:pt>
                <c:pt idx="1108">
                  <c:v>42755</c:v>
                </c:pt>
                <c:pt idx="1109">
                  <c:v>42758</c:v>
                </c:pt>
                <c:pt idx="1110">
                  <c:v>42759</c:v>
                </c:pt>
                <c:pt idx="1111">
                  <c:v>42760</c:v>
                </c:pt>
                <c:pt idx="1112">
                  <c:v>42761</c:v>
                </c:pt>
                <c:pt idx="1113">
                  <c:v>42769</c:v>
                </c:pt>
                <c:pt idx="1114">
                  <c:v>42772</c:v>
                </c:pt>
                <c:pt idx="1115">
                  <c:v>42773</c:v>
                </c:pt>
                <c:pt idx="1116">
                  <c:v>42774</c:v>
                </c:pt>
                <c:pt idx="1117">
                  <c:v>42775</c:v>
                </c:pt>
                <c:pt idx="1118">
                  <c:v>42776</c:v>
                </c:pt>
                <c:pt idx="1119">
                  <c:v>42779</c:v>
                </c:pt>
                <c:pt idx="1120">
                  <c:v>42780</c:v>
                </c:pt>
                <c:pt idx="1121">
                  <c:v>42781</c:v>
                </c:pt>
                <c:pt idx="1122">
                  <c:v>42782</c:v>
                </c:pt>
                <c:pt idx="1123">
                  <c:v>42783</c:v>
                </c:pt>
                <c:pt idx="1124">
                  <c:v>42786</c:v>
                </c:pt>
                <c:pt idx="1125">
                  <c:v>42787</c:v>
                </c:pt>
                <c:pt idx="1126">
                  <c:v>42788</c:v>
                </c:pt>
                <c:pt idx="1127">
                  <c:v>42789</c:v>
                </c:pt>
                <c:pt idx="1128">
                  <c:v>42790</c:v>
                </c:pt>
                <c:pt idx="1129">
                  <c:v>42793</c:v>
                </c:pt>
                <c:pt idx="1130">
                  <c:v>42794</c:v>
                </c:pt>
                <c:pt idx="1131">
                  <c:v>42795</c:v>
                </c:pt>
                <c:pt idx="1132">
                  <c:v>42796</c:v>
                </c:pt>
                <c:pt idx="1133">
                  <c:v>42797</c:v>
                </c:pt>
                <c:pt idx="1134">
                  <c:v>42800</c:v>
                </c:pt>
                <c:pt idx="1135">
                  <c:v>42801</c:v>
                </c:pt>
                <c:pt idx="1136">
                  <c:v>42802</c:v>
                </c:pt>
                <c:pt idx="1137">
                  <c:v>42803</c:v>
                </c:pt>
                <c:pt idx="1138">
                  <c:v>42804</c:v>
                </c:pt>
                <c:pt idx="1139">
                  <c:v>42807</c:v>
                </c:pt>
                <c:pt idx="1140">
                  <c:v>42808</c:v>
                </c:pt>
                <c:pt idx="1141">
                  <c:v>42809</c:v>
                </c:pt>
                <c:pt idx="1142">
                  <c:v>42810</c:v>
                </c:pt>
                <c:pt idx="1143">
                  <c:v>42811</c:v>
                </c:pt>
                <c:pt idx="1144">
                  <c:v>42814</c:v>
                </c:pt>
                <c:pt idx="1145">
                  <c:v>42815</c:v>
                </c:pt>
                <c:pt idx="1146">
                  <c:v>42816</c:v>
                </c:pt>
                <c:pt idx="1147">
                  <c:v>42817</c:v>
                </c:pt>
                <c:pt idx="1148">
                  <c:v>42818</c:v>
                </c:pt>
                <c:pt idx="1149">
                  <c:v>42821</c:v>
                </c:pt>
                <c:pt idx="1150">
                  <c:v>42822</c:v>
                </c:pt>
                <c:pt idx="1151">
                  <c:v>42823</c:v>
                </c:pt>
                <c:pt idx="1152">
                  <c:v>42824</c:v>
                </c:pt>
                <c:pt idx="1153">
                  <c:v>42825</c:v>
                </c:pt>
                <c:pt idx="1154">
                  <c:v>42830</c:v>
                </c:pt>
              </c:numCache>
            </c:numRef>
          </c:cat>
          <c:val>
            <c:numRef>
              <c:f>沪深300增强_Wind!$I$10:$I$1165</c:f>
              <c:numCache>
                <c:formatCode>###,###,##0.0000</c:formatCode>
                <c:ptCount val="1156"/>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1.0009999999999999</c:v>
                </c:pt>
                <c:pt idx="21">
                  <c:v>1.0009999999999999</c:v>
                </c:pt>
                <c:pt idx="22">
                  <c:v>1.0009999999999999</c:v>
                </c:pt>
                <c:pt idx="23">
                  <c:v>1.0009999999999999</c:v>
                </c:pt>
                <c:pt idx="24">
                  <c:v>1.0009999999999999</c:v>
                </c:pt>
                <c:pt idx="25">
                  <c:v>1.0009999999999999</c:v>
                </c:pt>
                <c:pt idx="26">
                  <c:v>1.002</c:v>
                </c:pt>
                <c:pt idx="27">
                  <c:v>1.002</c:v>
                </c:pt>
                <c:pt idx="28">
                  <c:v>1.002</c:v>
                </c:pt>
                <c:pt idx="29">
                  <c:v>1.0009999999999999</c:v>
                </c:pt>
                <c:pt idx="30">
                  <c:v>1.0009999999999999</c:v>
                </c:pt>
                <c:pt idx="31">
                  <c:v>1.0009999999999999</c:v>
                </c:pt>
                <c:pt idx="32">
                  <c:v>1.0009999999999999</c:v>
                </c:pt>
                <c:pt idx="33">
                  <c:v>1.0009999999999999</c:v>
                </c:pt>
                <c:pt idx="34">
                  <c:v>1.0009999999999999</c:v>
                </c:pt>
                <c:pt idx="35">
                  <c:v>1.002</c:v>
                </c:pt>
                <c:pt idx="36">
                  <c:v>1.002</c:v>
                </c:pt>
                <c:pt idx="37">
                  <c:v>1.002</c:v>
                </c:pt>
                <c:pt idx="38">
                  <c:v>1.002</c:v>
                </c:pt>
                <c:pt idx="39">
                  <c:v>1.002</c:v>
                </c:pt>
                <c:pt idx="40">
                  <c:v>1.002</c:v>
                </c:pt>
                <c:pt idx="41">
                  <c:v>1.002</c:v>
                </c:pt>
                <c:pt idx="42">
                  <c:v>1.002</c:v>
                </c:pt>
                <c:pt idx="43">
                  <c:v>1.002</c:v>
                </c:pt>
                <c:pt idx="44">
                  <c:v>1.002</c:v>
                </c:pt>
                <c:pt idx="45">
                  <c:v>1.002</c:v>
                </c:pt>
                <c:pt idx="46">
                  <c:v>1.002</c:v>
                </c:pt>
                <c:pt idx="47">
                  <c:v>1.002</c:v>
                </c:pt>
                <c:pt idx="48">
                  <c:v>1.002</c:v>
                </c:pt>
                <c:pt idx="49">
                  <c:v>1.002</c:v>
                </c:pt>
                <c:pt idx="50">
                  <c:v>1.002</c:v>
                </c:pt>
                <c:pt idx="51">
                  <c:v>1.002</c:v>
                </c:pt>
                <c:pt idx="52">
                  <c:v>1.002</c:v>
                </c:pt>
                <c:pt idx="53">
                  <c:v>1.002</c:v>
                </c:pt>
                <c:pt idx="54">
                  <c:v>1.002</c:v>
                </c:pt>
                <c:pt idx="55">
                  <c:v>1.002</c:v>
                </c:pt>
                <c:pt idx="56">
                  <c:v>1.002</c:v>
                </c:pt>
                <c:pt idx="57">
                  <c:v>1.002</c:v>
                </c:pt>
                <c:pt idx="58">
                  <c:v>1.002</c:v>
                </c:pt>
                <c:pt idx="59">
                  <c:v>1.002</c:v>
                </c:pt>
                <c:pt idx="60">
                  <c:v>1.002</c:v>
                </c:pt>
                <c:pt idx="61">
                  <c:v>1.0009999999999999</c:v>
                </c:pt>
                <c:pt idx="62">
                  <c:v>1.008</c:v>
                </c:pt>
                <c:pt idx="63">
                  <c:v>1.0129999999999999</c:v>
                </c:pt>
                <c:pt idx="64">
                  <c:v>1.0109999999999999</c:v>
                </c:pt>
                <c:pt idx="65">
                  <c:v>1.0169999999999999</c:v>
                </c:pt>
                <c:pt idx="66">
                  <c:v>1.0169999999999999</c:v>
                </c:pt>
                <c:pt idx="67">
                  <c:v>1.0149999999999999</c:v>
                </c:pt>
                <c:pt idx="68">
                  <c:v>1.0149999999999999</c:v>
                </c:pt>
                <c:pt idx="69">
                  <c:v>1.0149999999999999</c:v>
                </c:pt>
                <c:pt idx="70">
                  <c:v>1.016</c:v>
                </c:pt>
                <c:pt idx="71">
                  <c:v>1.0169999999999999</c:v>
                </c:pt>
                <c:pt idx="72">
                  <c:v>1.026</c:v>
                </c:pt>
                <c:pt idx="73">
                  <c:v>1.026</c:v>
                </c:pt>
                <c:pt idx="74">
                  <c:v>1.028</c:v>
                </c:pt>
                <c:pt idx="75">
                  <c:v>1.0209999999999999</c:v>
                </c:pt>
                <c:pt idx="76">
                  <c:v>1.0209999999999999</c:v>
                </c:pt>
                <c:pt idx="77">
                  <c:v>1.016</c:v>
                </c:pt>
                <c:pt idx="78">
                  <c:v>1.006</c:v>
                </c:pt>
                <c:pt idx="79">
                  <c:v>1.0029999999999999</c:v>
                </c:pt>
                <c:pt idx="80">
                  <c:v>1.004</c:v>
                </c:pt>
                <c:pt idx="81">
                  <c:v>1.0109999999999999</c:v>
                </c:pt>
                <c:pt idx="82">
                  <c:v>1.024</c:v>
                </c:pt>
                <c:pt idx="83">
                  <c:v>1.0289999999999999</c:v>
                </c:pt>
                <c:pt idx="84">
                  <c:v>1.0269999999999999</c:v>
                </c:pt>
                <c:pt idx="85">
                  <c:v>1.0229999999999999</c:v>
                </c:pt>
                <c:pt idx="86">
                  <c:v>1.0209999999999999</c:v>
                </c:pt>
                <c:pt idx="87">
                  <c:v>1.008</c:v>
                </c:pt>
                <c:pt idx="88">
                  <c:v>1.0069999999999999</c:v>
                </c:pt>
                <c:pt idx="89">
                  <c:v>1.0109999999999999</c:v>
                </c:pt>
                <c:pt idx="90">
                  <c:v>0.996</c:v>
                </c:pt>
                <c:pt idx="91">
                  <c:v>1</c:v>
                </c:pt>
                <c:pt idx="92">
                  <c:v>0.98899999999999999</c:v>
                </c:pt>
                <c:pt idx="93">
                  <c:v>0.98399999999999999</c:v>
                </c:pt>
                <c:pt idx="94">
                  <c:v>0.98199999999999998</c:v>
                </c:pt>
                <c:pt idx="95">
                  <c:v>0.97799999999999998</c:v>
                </c:pt>
                <c:pt idx="96">
                  <c:v>0.98899999999999999</c:v>
                </c:pt>
                <c:pt idx="97">
                  <c:v>0.98199999999999998</c:v>
                </c:pt>
                <c:pt idx="98">
                  <c:v>0.98899999999999999</c:v>
                </c:pt>
                <c:pt idx="99">
                  <c:v>0.98199999999999998</c:v>
                </c:pt>
                <c:pt idx="100">
                  <c:v>0.97299999999999998</c:v>
                </c:pt>
                <c:pt idx="101">
                  <c:v>0.96499999999999997</c:v>
                </c:pt>
                <c:pt idx="102">
                  <c:v>0.96099999999999997</c:v>
                </c:pt>
                <c:pt idx="103">
                  <c:v>0.96899999999999997</c:v>
                </c:pt>
                <c:pt idx="104">
                  <c:v>0.95699999999999996</c:v>
                </c:pt>
                <c:pt idx="105">
                  <c:v>0.96499999999999997</c:v>
                </c:pt>
                <c:pt idx="106">
                  <c:v>0.99099999999999999</c:v>
                </c:pt>
                <c:pt idx="107">
                  <c:v>0.98899999999999999</c:v>
                </c:pt>
                <c:pt idx="108">
                  <c:v>1.0049999999999999</c:v>
                </c:pt>
                <c:pt idx="109">
                  <c:v>1.014</c:v>
                </c:pt>
                <c:pt idx="110">
                  <c:v>1.01</c:v>
                </c:pt>
                <c:pt idx="111">
                  <c:v>1.0129999999999999</c:v>
                </c:pt>
                <c:pt idx="112">
                  <c:v>1.0029999999999999</c:v>
                </c:pt>
                <c:pt idx="113">
                  <c:v>1.0429999999999999</c:v>
                </c:pt>
                <c:pt idx="114">
                  <c:v>1.05</c:v>
                </c:pt>
                <c:pt idx="115">
                  <c:v>1.0509999999999999</c:v>
                </c:pt>
                <c:pt idx="116">
                  <c:v>1.0529999999999999</c:v>
                </c:pt>
                <c:pt idx="117">
                  <c:v>1.0569999999999999</c:v>
                </c:pt>
                <c:pt idx="118">
                  <c:v>1.0529999999999999</c:v>
                </c:pt>
                <c:pt idx="119">
                  <c:v>1.0549999999999999</c:v>
                </c:pt>
                <c:pt idx="120">
                  <c:v>1.081</c:v>
                </c:pt>
                <c:pt idx="121">
                  <c:v>1.0860000000000001</c:v>
                </c:pt>
                <c:pt idx="122">
                  <c:v>1.081</c:v>
                </c:pt>
                <c:pt idx="123">
                  <c:v>1.095</c:v>
                </c:pt>
                <c:pt idx="124">
                  <c:v>1.113</c:v>
                </c:pt>
                <c:pt idx="125">
                  <c:v>1.1160000000000001</c:v>
                </c:pt>
                <c:pt idx="126">
                  <c:v>1.121</c:v>
                </c:pt>
                <c:pt idx="127">
                  <c:v>1.1160000000000001</c:v>
                </c:pt>
                <c:pt idx="128">
                  <c:v>1.117</c:v>
                </c:pt>
                <c:pt idx="129">
                  <c:v>1.119</c:v>
                </c:pt>
                <c:pt idx="130">
                  <c:v>1.1020000000000001</c:v>
                </c:pt>
                <c:pt idx="131">
                  <c:v>1.1379999999999999</c:v>
                </c:pt>
                <c:pt idx="132">
                  <c:v>1.1459999999999999</c:v>
                </c:pt>
                <c:pt idx="133">
                  <c:v>1.1399999999999999</c:v>
                </c:pt>
                <c:pt idx="134">
                  <c:v>1.1319999999999999</c:v>
                </c:pt>
                <c:pt idx="135">
                  <c:v>1.1519999999999999</c:v>
                </c:pt>
                <c:pt idx="136">
                  <c:v>1.157</c:v>
                </c:pt>
                <c:pt idx="137">
                  <c:v>1.1499999999999999</c:v>
                </c:pt>
                <c:pt idx="138">
                  <c:v>1.159</c:v>
                </c:pt>
                <c:pt idx="139">
                  <c:v>1.151</c:v>
                </c:pt>
                <c:pt idx="140">
                  <c:v>1.1459999999999999</c:v>
                </c:pt>
                <c:pt idx="141">
                  <c:v>1.18</c:v>
                </c:pt>
                <c:pt idx="142">
                  <c:v>1.1919999999999999</c:v>
                </c:pt>
                <c:pt idx="143">
                  <c:v>1.1970000000000001</c:v>
                </c:pt>
                <c:pt idx="144">
                  <c:v>1.194</c:v>
                </c:pt>
                <c:pt idx="145">
                  <c:v>1.2170000000000001</c:v>
                </c:pt>
                <c:pt idx="146">
                  <c:v>1.216</c:v>
                </c:pt>
                <c:pt idx="147">
                  <c:v>1.224</c:v>
                </c:pt>
                <c:pt idx="148">
                  <c:v>1.224</c:v>
                </c:pt>
                <c:pt idx="149">
                  <c:v>1.2150000000000001</c:v>
                </c:pt>
                <c:pt idx="150">
                  <c:v>1.2170000000000001</c:v>
                </c:pt>
                <c:pt idx="151">
                  <c:v>1.2050000000000001</c:v>
                </c:pt>
                <c:pt idx="152">
                  <c:v>1.1859999999999999</c:v>
                </c:pt>
                <c:pt idx="153">
                  <c:v>1.1930000000000001</c:v>
                </c:pt>
                <c:pt idx="154">
                  <c:v>1.1579999999999999</c:v>
                </c:pt>
                <c:pt idx="155">
                  <c:v>1.1519999999999999</c:v>
                </c:pt>
                <c:pt idx="156">
                  <c:v>1.155</c:v>
                </c:pt>
                <c:pt idx="157">
                  <c:v>1.1399999999999999</c:v>
                </c:pt>
                <c:pt idx="158">
                  <c:v>1.1499999999999999</c:v>
                </c:pt>
                <c:pt idx="159">
                  <c:v>1.1819999999999999</c:v>
                </c:pt>
                <c:pt idx="160">
                  <c:v>1.18</c:v>
                </c:pt>
                <c:pt idx="161">
                  <c:v>1.129</c:v>
                </c:pt>
                <c:pt idx="162">
                  <c:v>1.1619999999999999</c:v>
                </c:pt>
                <c:pt idx="163">
                  <c:v>1.1759999999999999</c:v>
                </c:pt>
                <c:pt idx="164">
                  <c:v>1.1619999999999999</c:v>
                </c:pt>
                <c:pt idx="165">
                  <c:v>1.157</c:v>
                </c:pt>
                <c:pt idx="166">
                  <c:v>1.1499999999999999</c:v>
                </c:pt>
                <c:pt idx="167">
                  <c:v>1.1339999999999999</c:v>
                </c:pt>
                <c:pt idx="168">
                  <c:v>1.1240000000000001</c:v>
                </c:pt>
                <c:pt idx="169">
                  <c:v>1.125</c:v>
                </c:pt>
                <c:pt idx="170">
                  <c:v>1.127</c:v>
                </c:pt>
                <c:pt idx="171">
                  <c:v>1.113</c:v>
                </c:pt>
                <c:pt idx="172">
                  <c:v>1.1220000000000001</c:v>
                </c:pt>
                <c:pt idx="173">
                  <c:v>1.1579999999999999</c:v>
                </c:pt>
                <c:pt idx="174">
                  <c:v>1.1579999999999999</c:v>
                </c:pt>
                <c:pt idx="175">
                  <c:v>1.1599999999999999</c:v>
                </c:pt>
                <c:pt idx="176">
                  <c:v>1.157</c:v>
                </c:pt>
                <c:pt idx="177">
                  <c:v>1.1419999999999999</c:v>
                </c:pt>
                <c:pt idx="178">
                  <c:v>1.1459999999999999</c:v>
                </c:pt>
                <c:pt idx="179">
                  <c:v>1.109</c:v>
                </c:pt>
                <c:pt idx="180">
                  <c:v>1.1080000000000001</c:v>
                </c:pt>
                <c:pt idx="181">
                  <c:v>1.1060000000000001</c:v>
                </c:pt>
                <c:pt idx="182">
                  <c:v>1.1040000000000001</c:v>
                </c:pt>
                <c:pt idx="183">
                  <c:v>1.103</c:v>
                </c:pt>
                <c:pt idx="184">
                  <c:v>1.0980000000000001</c:v>
                </c:pt>
                <c:pt idx="185">
                  <c:v>1.1060000000000001</c:v>
                </c:pt>
                <c:pt idx="186">
                  <c:v>1.107</c:v>
                </c:pt>
                <c:pt idx="187">
                  <c:v>1.1040000000000001</c:v>
                </c:pt>
                <c:pt idx="188">
                  <c:v>1.0960000000000001</c:v>
                </c:pt>
                <c:pt idx="189">
                  <c:v>1.085</c:v>
                </c:pt>
                <c:pt idx="190">
                  <c:v>1.0940000000000001</c:v>
                </c:pt>
                <c:pt idx="191">
                  <c:v>1.093</c:v>
                </c:pt>
                <c:pt idx="192">
                  <c:v>1.0960000000000001</c:v>
                </c:pt>
                <c:pt idx="193">
                  <c:v>1.125</c:v>
                </c:pt>
                <c:pt idx="194">
                  <c:v>1.125</c:v>
                </c:pt>
                <c:pt idx="195">
                  <c:v>1.0920000000000001</c:v>
                </c:pt>
                <c:pt idx="196">
                  <c:v>1.1120000000000001</c:v>
                </c:pt>
                <c:pt idx="197">
                  <c:v>1.101</c:v>
                </c:pt>
                <c:pt idx="198">
                  <c:v>1.0940000000000001</c:v>
                </c:pt>
                <c:pt idx="199">
                  <c:v>1.0960000000000001</c:v>
                </c:pt>
                <c:pt idx="200">
                  <c:v>1.115</c:v>
                </c:pt>
                <c:pt idx="201">
                  <c:v>1.129</c:v>
                </c:pt>
                <c:pt idx="202">
                  <c:v>1.127</c:v>
                </c:pt>
                <c:pt idx="203">
                  <c:v>1.131</c:v>
                </c:pt>
                <c:pt idx="204">
                  <c:v>1.123</c:v>
                </c:pt>
                <c:pt idx="205">
                  <c:v>1.1279999999999999</c:v>
                </c:pt>
                <c:pt idx="206">
                  <c:v>1.127</c:v>
                </c:pt>
                <c:pt idx="207">
                  <c:v>1.1100000000000001</c:v>
                </c:pt>
                <c:pt idx="208">
                  <c:v>1.115</c:v>
                </c:pt>
                <c:pt idx="209">
                  <c:v>1.1339999999999999</c:v>
                </c:pt>
                <c:pt idx="210">
                  <c:v>1.149</c:v>
                </c:pt>
                <c:pt idx="211">
                  <c:v>1.1559999999999999</c:v>
                </c:pt>
                <c:pt idx="212">
                  <c:v>1.157</c:v>
                </c:pt>
                <c:pt idx="213">
                  <c:v>1.1579999999999999</c:v>
                </c:pt>
                <c:pt idx="214">
                  <c:v>1.1439999999999999</c:v>
                </c:pt>
                <c:pt idx="215">
                  <c:v>1.1499999999999999</c:v>
                </c:pt>
                <c:pt idx="216">
                  <c:v>1.151</c:v>
                </c:pt>
                <c:pt idx="217">
                  <c:v>1.171</c:v>
                </c:pt>
                <c:pt idx="218">
                  <c:v>1.171</c:v>
                </c:pt>
                <c:pt idx="219">
                  <c:v>1.1679999999999999</c:v>
                </c:pt>
                <c:pt idx="220">
                  <c:v>1.157</c:v>
                </c:pt>
                <c:pt idx="221">
                  <c:v>1.157</c:v>
                </c:pt>
                <c:pt idx="222">
                  <c:v>1.141</c:v>
                </c:pt>
                <c:pt idx="223">
                  <c:v>1.139</c:v>
                </c:pt>
                <c:pt idx="224">
                  <c:v>1.1259999999999999</c:v>
                </c:pt>
                <c:pt idx="225">
                  <c:v>1.1095999999999999</c:v>
                </c:pt>
                <c:pt idx="226">
                  <c:v>1.0712999999999999</c:v>
                </c:pt>
                <c:pt idx="227">
                  <c:v>1.0772999999999999</c:v>
                </c:pt>
                <c:pt idx="228">
                  <c:v>1.0737000000000001</c:v>
                </c:pt>
                <c:pt idx="229">
                  <c:v>1.0792999999999999</c:v>
                </c:pt>
                <c:pt idx="230">
                  <c:v>1.0706</c:v>
                </c:pt>
                <c:pt idx="231">
                  <c:v>1.0383</c:v>
                </c:pt>
                <c:pt idx="232">
                  <c:v>1.0383</c:v>
                </c:pt>
                <c:pt idx="233">
                  <c:v>0.97509999999999997</c:v>
                </c:pt>
                <c:pt idx="234">
                  <c:v>0.9738</c:v>
                </c:pt>
                <c:pt idx="235">
                  <c:v>0.97509999999999997</c:v>
                </c:pt>
                <c:pt idx="236">
                  <c:v>0.97440000000000004</c:v>
                </c:pt>
                <c:pt idx="237">
                  <c:v>0.99329999999999996</c:v>
                </c:pt>
                <c:pt idx="238">
                  <c:v>0.998</c:v>
                </c:pt>
                <c:pt idx="239">
                  <c:v>1.0015000000000001</c:v>
                </c:pt>
                <c:pt idx="240">
                  <c:v>0.99229999999999996</c:v>
                </c:pt>
                <c:pt idx="241">
                  <c:v>1.0003</c:v>
                </c:pt>
                <c:pt idx="242">
                  <c:v>1.0018</c:v>
                </c:pt>
                <c:pt idx="243">
                  <c:v>0.97599999999999998</c:v>
                </c:pt>
                <c:pt idx="244">
                  <c:v>0.97499999999999998</c:v>
                </c:pt>
                <c:pt idx="245">
                  <c:v>1.0021</c:v>
                </c:pt>
                <c:pt idx="246">
                  <c:v>1.0496000000000001</c:v>
                </c:pt>
                <c:pt idx="247">
                  <c:v>1.0290999999999999</c:v>
                </c:pt>
                <c:pt idx="248">
                  <c:v>1.0416000000000001</c:v>
                </c:pt>
                <c:pt idx="249">
                  <c:v>1.0470999999999999</c:v>
                </c:pt>
                <c:pt idx="250">
                  <c:v>1.0330999999999999</c:v>
                </c:pt>
                <c:pt idx="251">
                  <c:v>1.0176000000000001</c:v>
                </c:pt>
                <c:pt idx="252">
                  <c:v>0.99570000000000003</c:v>
                </c:pt>
                <c:pt idx="253">
                  <c:v>1.0015000000000001</c:v>
                </c:pt>
                <c:pt idx="254">
                  <c:v>1.0275000000000001</c:v>
                </c:pt>
                <c:pt idx="255">
                  <c:v>1.0187999999999999</c:v>
                </c:pt>
                <c:pt idx="256">
                  <c:v>1.0150999999999999</c:v>
                </c:pt>
                <c:pt idx="257">
                  <c:v>1.0093000000000001</c:v>
                </c:pt>
                <c:pt idx="258">
                  <c:v>0.98950000000000005</c:v>
                </c:pt>
                <c:pt idx="259">
                  <c:v>0.99450000000000005</c:v>
                </c:pt>
                <c:pt idx="260">
                  <c:v>0.99739999999999995</c:v>
                </c:pt>
                <c:pt idx="261">
                  <c:v>1.0188999999999999</c:v>
                </c:pt>
                <c:pt idx="262">
                  <c:v>1.0192000000000001</c:v>
                </c:pt>
                <c:pt idx="263">
                  <c:v>1.0326</c:v>
                </c:pt>
                <c:pt idx="264">
                  <c:v>1.0412999999999999</c:v>
                </c:pt>
                <c:pt idx="265">
                  <c:v>1.0337000000000001</c:v>
                </c:pt>
                <c:pt idx="266">
                  <c:v>1.0333000000000001</c:v>
                </c:pt>
                <c:pt idx="267">
                  <c:v>1.0370999999999999</c:v>
                </c:pt>
                <c:pt idx="268">
                  <c:v>1.0676000000000001</c:v>
                </c:pt>
                <c:pt idx="269">
                  <c:v>1.0706</c:v>
                </c:pt>
                <c:pt idx="270">
                  <c:v>1.0663</c:v>
                </c:pt>
                <c:pt idx="271">
                  <c:v>1.0539000000000001</c:v>
                </c:pt>
                <c:pt idx="272">
                  <c:v>1.0466</c:v>
                </c:pt>
                <c:pt idx="273">
                  <c:v>1.0569</c:v>
                </c:pt>
                <c:pt idx="274">
                  <c:v>1.0479000000000001</c:v>
                </c:pt>
                <c:pt idx="275">
                  <c:v>1.0457000000000001</c:v>
                </c:pt>
                <c:pt idx="276">
                  <c:v>1.0426</c:v>
                </c:pt>
                <c:pt idx="277">
                  <c:v>1.0349999999999999</c:v>
                </c:pt>
                <c:pt idx="278">
                  <c:v>1.0562</c:v>
                </c:pt>
                <c:pt idx="279">
                  <c:v>1.0583</c:v>
                </c:pt>
                <c:pt idx="280">
                  <c:v>1.0542</c:v>
                </c:pt>
                <c:pt idx="281">
                  <c:v>1.0508</c:v>
                </c:pt>
                <c:pt idx="282">
                  <c:v>1.0502</c:v>
                </c:pt>
                <c:pt idx="283">
                  <c:v>1.0515000000000001</c:v>
                </c:pt>
                <c:pt idx="284">
                  <c:v>1.0673999999999999</c:v>
                </c:pt>
                <c:pt idx="285">
                  <c:v>1.0693999999999999</c:v>
                </c:pt>
                <c:pt idx="286">
                  <c:v>1.0649</c:v>
                </c:pt>
                <c:pt idx="287">
                  <c:v>1.0730999999999999</c:v>
                </c:pt>
                <c:pt idx="288">
                  <c:v>1.1111</c:v>
                </c:pt>
                <c:pt idx="289">
                  <c:v>1.1297999999999999</c:v>
                </c:pt>
                <c:pt idx="290">
                  <c:v>1.1308</c:v>
                </c:pt>
                <c:pt idx="291">
                  <c:v>1.1408</c:v>
                </c:pt>
                <c:pt idx="292">
                  <c:v>1.1348</c:v>
                </c:pt>
                <c:pt idx="293">
                  <c:v>1.1308</c:v>
                </c:pt>
                <c:pt idx="294">
                  <c:v>1.1073999999999999</c:v>
                </c:pt>
                <c:pt idx="295">
                  <c:v>1.1114999999999999</c:v>
                </c:pt>
                <c:pt idx="296">
                  <c:v>1.1259999999999999</c:v>
                </c:pt>
                <c:pt idx="297">
                  <c:v>1.1153</c:v>
                </c:pt>
                <c:pt idx="298">
                  <c:v>1.1120000000000001</c:v>
                </c:pt>
                <c:pt idx="299">
                  <c:v>1.093</c:v>
                </c:pt>
                <c:pt idx="300">
                  <c:v>1.0992999999999999</c:v>
                </c:pt>
                <c:pt idx="301">
                  <c:v>1.1034999999999999</c:v>
                </c:pt>
                <c:pt idx="302">
                  <c:v>1.1173</c:v>
                </c:pt>
                <c:pt idx="303">
                  <c:v>1.1217999999999999</c:v>
                </c:pt>
                <c:pt idx="304">
                  <c:v>1.1137999999999999</c:v>
                </c:pt>
                <c:pt idx="305">
                  <c:v>1.1315</c:v>
                </c:pt>
                <c:pt idx="306">
                  <c:v>1.1331</c:v>
                </c:pt>
                <c:pt idx="307">
                  <c:v>1.1308</c:v>
                </c:pt>
                <c:pt idx="308">
                  <c:v>1.1105</c:v>
                </c:pt>
                <c:pt idx="309">
                  <c:v>1.107</c:v>
                </c:pt>
                <c:pt idx="310">
                  <c:v>1.1114999999999999</c:v>
                </c:pt>
                <c:pt idx="311">
                  <c:v>1.1301000000000001</c:v>
                </c:pt>
                <c:pt idx="312">
                  <c:v>1.1204000000000001</c:v>
                </c:pt>
                <c:pt idx="313">
                  <c:v>1.109</c:v>
                </c:pt>
                <c:pt idx="314">
                  <c:v>1.1012999999999999</c:v>
                </c:pt>
                <c:pt idx="315">
                  <c:v>1.0895999999999999</c:v>
                </c:pt>
                <c:pt idx="316">
                  <c:v>1.0868</c:v>
                </c:pt>
                <c:pt idx="317">
                  <c:v>1.0898000000000001</c:v>
                </c:pt>
                <c:pt idx="318">
                  <c:v>1.1065</c:v>
                </c:pt>
                <c:pt idx="319">
                  <c:v>1.0943000000000001</c:v>
                </c:pt>
                <c:pt idx="320">
                  <c:v>1.0989</c:v>
                </c:pt>
                <c:pt idx="321">
                  <c:v>1.0959000000000001</c:v>
                </c:pt>
                <c:pt idx="322">
                  <c:v>1.0960000000000001</c:v>
                </c:pt>
                <c:pt idx="323">
                  <c:v>1.0838000000000001</c:v>
                </c:pt>
                <c:pt idx="324">
                  <c:v>1.0778000000000001</c:v>
                </c:pt>
                <c:pt idx="325">
                  <c:v>1.0646</c:v>
                </c:pt>
                <c:pt idx="326">
                  <c:v>1.0685</c:v>
                </c:pt>
                <c:pt idx="327">
                  <c:v>1.0786</c:v>
                </c:pt>
                <c:pt idx="328">
                  <c:v>1.0563</c:v>
                </c:pt>
                <c:pt idx="329">
                  <c:v>1.0617000000000001</c:v>
                </c:pt>
                <c:pt idx="330">
                  <c:v>1.0813999999999999</c:v>
                </c:pt>
                <c:pt idx="331">
                  <c:v>1.1134999999999999</c:v>
                </c:pt>
                <c:pt idx="332">
                  <c:v>1.1066</c:v>
                </c:pt>
                <c:pt idx="333">
                  <c:v>1.111</c:v>
                </c:pt>
                <c:pt idx="334">
                  <c:v>1.1048</c:v>
                </c:pt>
                <c:pt idx="335">
                  <c:v>1.0999000000000001</c:v>
                </c:pt>
                <c:pt idx="336">
                  <c:v>1.0958000000000001</c:v>
                </c:pt>
                <c:pt idx="337">
                  <c:v>1.0952</c:v>
                </c:pt>
                <c:pt idx="338">
                  <c:v>1.1053999999999999</c:v>
                </c:pt>
                <c:pt idx="339">
                  <c:v>1.1178999999999999</c:v>
                </c:pt>
                <c:pt idx="340">
                  <c:v>1.1185</c:v>
                </c:pt>
                <c:pt idx="341">
                  <c:v>1.113</c:v>
                </c:pt>
                <c:pt idx="342">
                  <c:v>1.1228</c:v>
                </c:pt>
                <c:pt idx="343">
                  <c:v>1.1356999999999999</c:v>
                </c:pt>
                <c:pt idx="344">
                  <c:v>1.1321000000000001</c:v>
                </c:pt>
                <c:pt idx="345">
                  <c:v>1.1263000000000001</c:v>
                </c:pt>
                <c:pt idx="346">
                  <c:v>1.1265000000000001</c:v>
                </c:pt>
                <c:pt idx="347">
                  <c:v>1.1264000000000001</c:v>
                </c:pt>
                <c:pt idx="348">
                  <c:v>1.1097999999999999</c:v>
                </c:pt>
                <c:pt idx="349">
                  <c:v>1.1095999999999999</c:v>
                </c:pt>
                <c:pt idx="350">
                  <c:v>1.1093999999999999</c:v>
                </c:pt>
                <c:pt idx="351">
                  <c:v>1.0909</c:v>
                </c:pt>
                <c:pt idx="352">
                  <c:v>1.0851999999999999</c:v>
                </c:pt>
                <c:pt idx="353">
                  <c:v>1.0866</c:v>
                </c:pt>
                <c:pt idx="354">
                  <c:v>1.0761000000000001</c:v>
                </c:pt>
                <c:pt idx="355">
                  <c:v>1.0524</c:v>
                </c:pt>
                <c:pt idx="356">
                  <c:v>1.0553999999999999</c:v>
                </c:pt>
                <c:pt idx="357">
                  <c:v>1.0582</c:v>
                </c:pt>
                <c:pt idx="358">
                  <c:v>1.0647</c:v>
                </c:pt>
                <c:pt idx="359">
                  <c:v>1.0465</c:v>
                </c:pt>
                <c:pt idx="360">
                  <c:v>1.0626</c:v>
                </c:pt>
                <c:pt idx="361">
                  <c:v>1.0587</c:v>
                </c:pt>
                <c:pt idx="362">
                  <c:v>1.0717000000000001</c:v>
                </c:pt>
                <c:pt idx="363">
                  <c:v>1.0683</c:v>
                </c:pt>
                <c:pt idx="364">
                  <c:v>1.0555000000000001</c:v>
                </c:pt>
                <c:pt idx="365">
                  <c:v>1.0345</c:v>
                </c:pt>
                <c:pt idx="366">
                  <c:v>1.0327</c:v>
                </c:pt>
                <c:pt idx="367">
                  <c:v>1.034</c:v>
                </c:pt>
                <c:pt idx="368">
                  <c:v>1.0274000000000001</c:v>
                </c:pt>
                <c:pt idx="369">
                  <c:v>1.0199</c:v>
                </c:pt>
                <c:pt idx="370">
                  <c:v>1.0168999999999999</c:v>
                </c:pt>
                <c:pt idx="371">
                  <c:v>1.0250999999999999</c:v>
                </c:pt>
                <c:pt idx="372">
                  <c:v>1.0228999999999999</c:v>
                </c:pt>
                <c:pt idx="373">
                  <c:v>1.0233000000000001</c:v>
                </c:pt>
                <c:pt idx="374">
                  <c:v>1.0078</c:v>
                </c:pt>
                <c:pt idx="375">
                  <c:v>1.0028999999999999</c:v>
                </c:pt>
                <c:pt idx="376">
                  <c:v>1.0135000000000001</c:v>
                </c:pt>
                <c:pt idx="377">
                  <c:v>1.0389999999999999</c:v>
                </c:pt>
                <c:pt idx="378">
                  <c:v>1.0341</c:v>
                </c:pt>
                <c:pt idx="379">
                  <c:v>1.0410999999999999</c:v>
                </c:pt>
                <c:pt idx="380">
                  <c:v>1.0274000000000001</c:v>
                </c:pt>
                <c:pt idx="381">
                  <c:v>1.0313000000000001</c:v>
                </c:pt>
                <c:pt idx="382">
                  <c:v>1.0342</c:v>
                </c:pt>
                <c:pt idx="383">
                  <c:v>1.0224</c:v>
                </c:pt>
                <c:pt idx="384">
                  <c:v>1.0263</c:v>
                </c:pt>
                <c:pt idx="385">
                  <c:v>1.0504</c:v>
                </c:pt>
                <c:pt idx="386">
                  <c:v>1.0593999999999999</c:v>
                </c:pt>
                <c:pt idx="387">
                  <c:v>1.0639000000000001</c:v>
                </c:pt>
                <c:pt idx="388">
                  <c:v>1.0608</c:v>
                </c:pt>
                <c:pt idx="389">
                  <c:v>1.0667</c:v>
                </c:pt>
                <c:pt idx="390">
                  <c:v>1.0721000000000001</c:v>
                </c:pt>
                <c:pt idx="391">
                  <c:v>1.0582</c:v>
                </c:pt>
                <c:pt idx="392">
                  <c:v>1.0710999999999999</c:v>
                </c:pt>
                <c:pt idx="393">
                  <c:v>1.0620000000000001</c:v>
                </c:pt>
                <c:pt idx="394">
                  <c:v>1.054</c:v>
                </c:pt>
                <c:pt idx="395">
                  <c:v>1.0304</c:v>
                </c:pt>
                <c:pt idx="396">
                  <c:v>1.0061</c:v>
                </c:pt>
                <c:pt idx="397">
                  <c:v>1.0071000000000001</c:v>
                </c:pt>
                <c:pt idx="398">
                  <c:v>1.0002</c:v>
                </c:pt>
                <c:pt idx="399">
                  <c:v>1.0112000000000001</c:v>
                </c:pt>
                <c:pt idx="400">
                  <c:v>1.0169999999999999</c:v>
                </c:pt>
                <c:pt idx="401">
                  <c:v>1.0153000000000001</c:v>
                </c:pt>
                <c:pt idx="402">
                  <c:v>1.0073000000000001</c:v>
                </c:pt>
                <c:pt idx="403">
                  <c:v>1.0116000000000001</c:v>
                </c:pt>
                <c:pt idx="404">
                  <c:v>1.0092000000000001</c:v>
                </c:pt>
                <c:pt idx="405">
                  <c:v>0.98219999999999996</c:v>
                </c:pt>
                <c:pt idx="406">
                  <c:v>0.98729999999999996</c:v>
                </c:pt>
                <c:pt idx="407">
                  <c:v>0.99029999999999996</c:v>
                </c:pt>
                <c:pt idx="408">
                  <c:v>1.0006999999999999</c:v>
                </c:pt>
                <c:pt idx="409">
                  <c:v>0.99439999999999995</c:v>
                </c:pt>
                <c:pt idx="410">
                  <c:v>1.0034000000000001</c:v>
                </c:pt>
                <c:pt idx="411">
                  <c:v>0.99870000000000003</c:v>
                </c:pt>
                <c:pt idx="412">
                  <c:v>0.99139999999999995</c:v>
                </c:pt>
                <c:pt idx="413">
                  <c:v>0.97940000000000005</c:v>
                </c:pt>
                <c:pt idx="414">
                  <c:v>1.0102</c:v>
                </c:pt>
                <c:pt idx="415">
                  <c:v>1.018</c:v>
                </c:pt>
                <c:pt idx="416">
                  <c:v>1.0170999999999999</c:v>
                </c:pt>
                <c:pt idx="417">
                  <c:v>1.0161</c:v>
                </c:pt>
                <c:pt idx="418">
                  <c:v>1.0095000000000001</c:v>
                </c:pt>
                <c:pt idx="419">
                  <c:v>1.0105999999999999</c:v>
                </c:pt>
                <c:pt idx="420">
                  <c:v>1.0075000000000001</c:v>
                </c:pt>
                <c:pt idx="421">
                  <c:v>1.0137</c:v>
                </c:pt>
                <c:pt idx="422">
                  <c:v>1.022</c:v>
                </c:pt>
                <c:pt idx="423">
                  <c:v>1.0163</c:v>
                </c:pt>
                <c:pt idx="424">
                  <c:v>1.0263</c:v>
                </c:pt>
                <c:pt idx="425">
                  <c:v>1.0498000000000001</c:v>
                </c:pt>
                <c:pt idx="426">
                  <c:v>1.0498000000000001</c:v>
                </c:pt>
                <c:pt idx="427">
                  <c:v>1.0633999999999999</c:v>
                </c:pt>
                <c:pt idx="428">
                  <c:v>1.0624</c:v>
                </c:pt>
                <c:pt idx="429">
                  <c:v>1.0631999999999999</c:v>
                </c:pt>
                <c:pt idx="430">
                  <c:v>1.0461</c:v>
                </c:pt>
                <c:pt idx="431">
                  <c:v>1.0475000000000001</c:v>
                </c:pt>
                <c:pt idx="432">
                  <c:v>1.044</c:v>
                </c:pt>
                <c:pt idx="433">
                  <c:v>1.0434000000000001</c:v>
                </c:pt>
                <c:pt idx="434">
                  <c:v>1.0268999999999999</c:v>
                </c:pt>
                <c:pt idx="435">
                  <c:v>1.0310999999999999</c:v>
                </c:pt>
                <c:pt idx="436">
                  <c:v>1.0298</c:v>
                </c:pt>
                <c:pt idx="437">
                  <c:v>1.0282</c:v>
                </c:pt>
                <c:pt idx="438">
                  <c:v>1.0198</c:v>
                </c:pt>
                <c:pt idx="439">
                  <c:v>1.0077</c:v>
                </c:pt>
                <c:pt idx="440">
                  <c:v>1.0185999999999999</c:v>
                </c:pt>
                <c:pt idx="441">
                  <c:v>1.0207999999999999</c:v>
                </c:pt>
                <c:pt idx="442">
                  <c:v>1.0193000000000001</c:v>
                </c:pt>
                <c:pt idx="443">
                  <c:v>1.0183</c:v>
                </c:pt>
                <c:pt idx="444">
                  <c:v>1.0123</c:v>
                </c:pt>
                <c:pt idx="445">
                  <c:v>1.012</c:v>
                </c:pt>
                <c:pt idx="446">
                  <c:v>1.0123</c:v>
                </c:pt>
                <c:pt idx="447">
                  <c:v>1.0328999999999999</c:v>
                </c:pt>
                <c:pt idx="448">
                  <c:v>1.0324</c:v>
                </c:pt>
                <c:pt idx="449">
                  <c:v>1.0316000000000001</c:v>
                </c:pt>
                <c:pt idx="450">
                  <c:v>1.0178</c:v>
                </c:pt>
                <c:pt idx="451">
                  <c:v>1.0181</c:v>
                </c:pt>
                <c:pt idx="452">
                  <c:v>1.0049999999999999</c:v>
                </c:pt>
                <c:pt idx="453">
                  <c:v>1.0058</c:v>
                </c:pt>
                <c:pt idx="454">
                  <c:v>1.0144</c:v>
                </c:pt>
                <c:pt idx="455">
                  <c:v>1.0118</c:v>
                </c:pt>
                <c:pt idx="456">
                  <c:v>1.0203</c:v>
                </c:pt>
                <c:pt idx="457">
                  <c:v>1.0232000000000001</c:v>
                </c:pt>
                <c:pt idx="458">
                  <c:v>1.0202</c:v>
                </c:pt>
                <c:pt idx="459">
                  <c:v>1.0301</c:v>
                </c:pt>
                <c:pt idx="460">
                  <c:v>1.0237000000000001</c:v>
                </c:pt>
                <c:pt idx="461">
                  <c:v>1.0254000000000001</c:v>
                </c:pt>
                <c:pt idx="462">
                  <c:v>1.0216000000000001</c:v>
                </c:pt>
                <c:pt idx="463">
                  <c:v>1.0114000000000001</c:v>
                </c:pt>
                <c:pt idx="464">
                  <c:v>1.0206999999999999</c:v>
                </c:pt>
                <c:pt idx="465">
                  <c:v>1.0136000000000001</c:v>
                </c:pt>
                <c:pt idx="466">
                  <c:v>1.0116000000000001</c:v>
                </c:pt>
                <c:pt idx="467">
                  <c:v>1.0238</c:v>
                </c:pt>
                <c:pt idx="468">
                  <c:v>1.0228999999999999</c:v>
                </c:pt>
                <c:pt idx="469">
                  <c:v>1.0194000000000001</c:v>
                </c:pt>
                <c:pt idx="470">
                  <c:v>1.0303</c:v>
                </c:pt>
                <c:pt idx="471">
                  <c:v>1.0384</c:v>
                </c:pt>
                <c:pt idx="472">
                  <c:v>1.0288999999999999</c:v>
                </c:pt>
                <c:pt idx="473">
                  <c:v>1.0258</c:v>
                </c:pt>
                <c:pt idx="474">
                  <c:v>1.0103</c:v>
                </c:pt>
                <c:pt idx="475">
                  <c:v>1.0164</c:v>
                </c:pt>
                <c:pt idx="476">
                  <c:v>1.0161</c:v>
                </c:pt>
                <c:pt idx="477">
                  <c:v>1.0239</c:v>
                </c:pt>
                <c:pt idx="478">
                  <c:v>1.0197000000000001</c:v>
                </c:pt>
                <c:pt idx="479">
                  <c:v>1.0268999999999999</c:v>
                </c:pt>
                <c:pt idx="480">
                  <c:v>1.0279</c:v>
                </c:pt>
                <c:pt idx="481">
                  <c:v>1.0343</c:v>
                </c:pt>
                <c:pt idx="482">
                  <c:v>1.0333000000000001</c:v>
                </c:pt>
                <c:pt idx="483">
                  <c:v>1.0347</c:v>
                </c:pt>
                <c:pt idx="484">
                  <c:v>1.0405</c:v>
                </c:pt>
                <c:pt idx="485">
                  <c:v>1.0398000000000001</c:v>
                </c:pt>
                <c:pt idx="486">
                  <c:v>1.0383</c:v>
                </c:pt>
                <c:pt idx="487">
                  <c:v>1.0402</c:v>
                </c:pt>
                <c:pt idx="488">
                  <c:v>1.0248999999999999</c:v>
                </c:pt>
                <c:pt idx="489">
                  <c:v>1.0251999999999999</c:v>
                </c:pt>
                <c:pt idx="490">
                  <c:v>1.0324</c:v>
                </c:pt>
                <c:pt idx="491">
                  <c:v>1.0429999999999999</c:v>
                </c:pt>
                <c:pt idx="492">
                  <c:v>1.0465</c:v>
                </c:pt>
                <c:pt idx="493">
                  <c:v>1.0475000000000001</c:v>
                </c:pt>
                <c:pt idx="494">
                  <c:v>1.0416000000000001</c:v>
                </c:pt>
                <c:pt idx="495">
                  <c:v>1.0484</c:v>
                </c:pt>
                <c:pt idx="496">
                  <c:v>1.0507</c:v>
                </c:pt>
                <c:pt idx="497">
                  <c:v>1.0618000000000001</c:v>
                </c:pt>
                <c:pt idx="498">
                  <c:v>1.0620000000000001</c:v>
                </c:pt>
                <c:pt idx="499">
                  <c:v>1.0791999999999999</c:v>
                </c:pt>
                <c:pt idx="500">
                  <c:v>1.0888</c:v>
                </c:pt>
                <c:pt idx="501">
                  <c:v>1.1180000000000001</c:v>
                </c:pt>
                <c:pt idx="502">
                  <c:v>1.1225000000000001</c:v>
                </c:pt>
                <c:pt idx="503">
                  <c:v>1.1221000000000001</c:v>
                </c:pt>
                <c:pt idx="504">
                  <c:v>1.133</c:v>
                </c:pt>
                <c:pt idx="505">
                  <c:v>1.1235999999999999</c:v>
                </c:pt>
                <c:pt idx="506">
                  <c:v>1.141</c:v>
                </c:pt>
                <c:pt idx="507">
                  <c:v>1.1394</c:v>
                </c:pt>
                <c:pt idx="508">
                  <c:v>1.1386000000000001</c:v>
                </c:pt>
                <c:pt idx="509">
                  <c:v>1.1231</c:v>
                </c:pt>
                <c:pt idx="510">
                  <c:v>1.1265000000000001</c:v>
                </c:pt>
                <c:pt idx="511">
                  <c:v>1.1418999999999999</c:v>
                </c:pt>
                <c:pt idx="512">
                  <c:v>1.1375999999999999</c:v>
                </c:pt>
                <c:pt idx="513">
                  <c:v>1.1382000000000001</c:v>
                </c:pt>
                <c:pt idx="514">
                  <c:v>1.1294</c:v>
                </c:pt>
                <c:pt idx="515">
                  <c:v>1.1407</c:v>
                </c:pt>
                <c:pt idx="516">
                  <c:v>1.1468</c:v>
                </c:pt>
                <c:pt idx="517">
                  <c:v>1.1476</c:v>
                </c:pt>
                <c:pt idx="518">
                  <c:v>1.1436999999999999</c:v>
                </c:pt>
                <c:pt idx="519">
                  <c:v>1.1399999999999999</c:v>
                </c:pt>
                <c:pt idx="520">
                  <c:v>1.1475</c:v>
                </c:pt>
                <c:pt idx="521">
                  <c:v>1.1415</c:v>
                </c:pt>
                <c:pt idx="522">
                  <c:v>1.1294999999999999</c:v>
                </c:pt>
                <c:pt idx="523">
                  <c:v>1.1291</c:v>
                </c:pt>
                <c:pt idx="524">
                  <c:v>1.1215999999999999</c:v>
                </c:pt>
                <c:pt idx="525">
                  <c:v>1.1336999999999999</c:v>
                </c:pt>
                <c:pt idx="526">
                  <c:v>1.1428</c:v>
                </c:pt>
                <c:pt idx="527">
                  <c:v>1.1556</c:v>
                </c:pt>
                <c:pt idx="528">
                  <c:v>1.1676</c:v>
                </c:pt>
                <c:pt idx="529">
                  <c:v>1.1754</c:v>
                </c:pt>
                <c:pt idx="530">
                  <c:v>1.1862999999999999</c:v>
                </c:pt>
                <c:pt idx="531">
                  <c:v>1.1894</c:v>
                </c:pt>
                <c:pt idx="532">
                  <c:v>1.1875</c:v>
                </c:pt>
                <c:pt idx="533">
                  <c:v>1.1819999999999999</c:v>
                </c:pt>
                <c:pt idx="534">
                  <c:v>1.1894</c:v>
                </c:pt>
                <c:pt idx="535">
                  <c:v>1.1924999999999999</c:v>
                </c:pt>
                <c:pt idx="536">
                  <c:v>1.167</c:v>
                </c:pt>
                <c:pt idx="537">
                  <c:v>1.1753</c:v>
                </c:pt>
                <c:pt idx="538">
                  <c:v>1.1813</c:v>
                </c:pt>
                <c:pt idx="539">
                  <c:v>1.1900999999999999</c:v>
                </c:pt>
                <c:pt idx="540">
                  <c:v>1.1707000000000001</c:v>
                </c:pt>
                <c:pt idx="541">
                  <c:v>1.179</c:v>
                </c:pt>
                <c:pt idx="542">
                  <c:v>1.1982999999999999</c:v>
                </c:pt>
                <c:pt idx="543">
                  <c:v>1.1970000000000001</c:v>
                </c:pt>
                <c:pt idx="544">
                  <c:v>1.1978</c:v>
                </c:pt>
                <c:pt idx="545">
                  <c:v>1.2045999999999999</c:v>
                </c:pt>
                <c:pt idx="546">
                  <c:v>1.2079</c:v>
                </c:pt>
                <c:pt idx="547">
                  <c:v>1.2230000000000001</c:v>
                </c:pt>
                <c:pt idx="548">
                  <c:v>1.2244999999999999</c:v>
                </c:pt>
                <c:pt idx="549">
                  <c:v>1.2181</c:v>
                </c:pt>
                <c:pt idx="550">
                  <c:v>1.2115</c:v>
                </c:pt>
                <c:pt idx="551">
                  <c:v>1.2078</c:v>
                </c:pt>
                <c:pt idx="552">
                  <c:v>1.2164999999999999</c:v>
                </c:pt>
                <c:pt idx="553">
                  <c:v>1.2083999999999999</c:v>
                </c:pt>
                <c:pt idx="554">
                  <c:v>1.2053</c:v>
                </c:pt>
                <c:pt idx="555">
                  <c:v>1.2113</c:v>
                </c:pt>
                <c:pt idx="556">
                  <c:v>1.2016</c:v>
                </c:pt>
                <c:pt idx="557">
                  <c:v>1.1943999999999999</c:v>
                </c:pt>
                <c:pt idx="558">
                  <c:v>1.1816</c:v>
                </c:pt>
                <c:pt idx="559">
                  <c:v>1.1798</c:v>
                </c:pt>
                <c:pt idx="560">
                  <c:v>1.1692</c:v>
                </c:pt>
                <c:pt idx="561">
                  <c:v>1.1922999999999999</c:v>
                </c:pt>
                <c:pt idx="562">
                  <c:v>1.2085999999999999</c:v>
                </c:pt>
                <c:pt idx="563">
                  <c:v>1.2135</c:v>
                </c:pt>
                <c:pt idx="564">
                  <c:v>1.2316</c:v>
                </c:pt>
                <c:pt idx="565">
                  <c:v>1.2310000000000001</c:v>
                </c:pt>
                <c:pt idx="566">
                  <c:v>1.2336</c:v>
                </c:pt>
                <c:pt idx="567">
                  <c:v>1.2284999999999999</c:v>
                </c:pt>
                <c:pt idx="568">
                  <c:v>1.2291000000000001</c:v>
                </c:pt>
                <c:pt idx="569">
                  <c:v>1.2264999999999999</c:v>
                </c:pt>
                <c:pt idx="570">
                  <c:v>1.2583</c:v>
                </c:pt>
                <c:pt idx="571">
                  <c:v>1.258</c:v>
                </c:pt>
                <c:pt idx="572">
                  <c:v>1.2756000000000001</c:v>
                </c:pt>
                <c:pt idx="573">
                  <c:v>1.2673000000000001</c:v>
                </c:pt>
                <c:pt idx="574">
                  <c:v>1.2676000000000001</c:v>
                </c:pt>
                <c:pt idx="575">
                  <c:v>1.2595000000000001</c:v>
                </c:pt>
                <c:pt idx="576">
                  <c:v>1.2431000000000001</c:v>
                </c:pt>
                <c:pt idx="577">
                  <c:v>1.2406999999999999</c:v>
                </c:pt>
                <c:pt idx="578">
                  <c:v>1.2412000000000001</c:v>
                </c:pt>
                <c:pt idx="579">
                  <c:v>1.2647999999999999</c:v>
                </c:pt>
                <c:pt idx="580">
                  <c:v>1.2946</c:v>
                </c:pt>
                <c:pt idx="581">
                  <c:v>1.3126</c:v>
                </c:pt>
                <c:pt idx="582">
                  <c:v>1.3283</c:v>
                </c:pt>
                <c:pt idx="583">
                  <c:v>1.3411</c:v>
                </c:pt>
                <c:pt idx="584">
                  <c:v>1.3633999999999999</c:v>
                </c:pt>
                <c:pt idx="585">
                  <c:v>1.3732</c:v>
                </c:pt>
                <c:pt idx="586">
                  <c:v>1.4202999999999999</c:v>
                </c:pt>
                <c:pt idx="587">
                  <c:v>1.4433</c:v>
                </c:pt>
                <c:pt idx="588">
                  <c:v>1.5012000000000001</c:v>
                </c:pt>
                <c:pt idx="589">
                  <c:v>1.5044</c:v>
                </c:pt>
                <c:pt idx="590">
                  <c:v>1.5468</c:v>
                </c:pt>
                <c:pt idx="591">
                  <c:v>1.4859</c:v>
                </c:pt>
                <c:pt idx="592">
                  <c:v>1.5448999999999999</c:v>
                </c:pt>
                <c:pt idx="593">
                  <c:v>1.5262</c:v>
                </c:pt>
                <c:pt idx="594">
                  <c:v>1.5256000000000001</c:v>
                </c:pt>
                <c:pt idx="595">
                  <c:v>1.5326</c:v>
                </c:pt>
                <c:pt idx="596">
                  <c:v>1.5714999999999999</c:v>
                </c:pt>
                <c:pt idx="597">
                  <c:v>1.5941000000000001</c:v>
                </c:pt>
                <c:pt idx="598">
                  <c:v>1.5855999999999999</c:v>
                </c:pt>
                <c:pt idx="599">
                  <c:v>1.5995999999999999</c:v>
                </c:pt>
                <c:pt idx="600">
                  <c:v>1.6046</c:v>
                </c:pt>
                <c:pt idx="601">
                  <c:v>1.5725</c:v>
                </c:pt>
                <c:pt idx="602">
                  <c:v>1.5347999999999999</c:v>
                </c:pt>
                <c:pt idx="603">
                  <c:v>1.5809</c:v>
                </c:pt>
                <c:pt idx="604">
                  <c:v>1.6301000000000001</c:v>
                </c:pt>
                <c:pt idx="605">
                  <c:v>1.6348</c:v>
                </c:pt>
                <c:pt idx="606">
                  <c:v>1.6358999999999999</c:v>
                </c:pt>
                <c:pt idx="607">
                  <c:v>1.6712</c:v>
                </c:pt>
                <c:pt idx="608">
                  <c:v>1.7196</c:v>
                </c:pt>
                <c:pt idx="609">
                  <c:v>1.7201</c:v>
                </c:pt>
                <c:pt idx="610">
                  <c:v>1.7183999999999999</c:v>
                </c:pt>
                <c:pt idx="611">
                  <c:v>1.6828000000000001</c:v>
                </c:pt>
                <c:pt idx="612">
                  <c:v>1.6798999999999999</c:v>
                </c:pt>
                <c:pt idx="613">
                  <c:v>1.6667000000000001</c:v>
                </c:pt>
                <c:pt idx="614">
                  <c:v>1.6662999999999999</c:v>
                </c:pt>
                <c:pt idx="615">
                  <c:v>1.6625000000000001</c:v>
                </c:pt>
                <c:pt idx="616">
                  <c:v>1.7055</c:v>
                </c:pt>
                <c:pt idx="617">
                  <c:v>1.716</c:v>
                </c:pt>
                <c:pt idx="618">
                  <c:v>1.5918000000000001</c:v>
                </c:pt>
                <c:pt idx="619">
                  <c:v>1.6072</c:v>
                </c:pt>
                <c:pt idx="620">
                  <c:v>1.6752</c:v>
                </c:pt>
                <c:pt idx="621">
                  <c:v>1.6831</c:v>
                </c:pt>
                <c:pt idx="622">
                  <c:v>1.6852</c:v>
                </c:pt>
                <c:pt idx="623">
                  <c:v>1.6958</c:v>
                </c:pt>
                <c:pt idx="624">
                  <c:v>1.6823999999999999</c:v>
                </c:pt>
                <c:pt idx="625">
                  <c:v>1.6625000000000001</c:v>
                </c:pt>
                <c:pt idx="626">
                  <c:v>1.6384000000000001</c:v>
                </c:pt>
                <c:pt idx="627">
                  <c:v>1.6213</c:v>
                </c:pt>
                <c:pt idx="628">
                  <c:v>1.5912999999999999</c:v>
                </c:pt>
                <c:pt idx="629">
                  <c:v>1.6268</c:v>
                </c:pt>
                <c:pt idx="630">
                  <c:v>1.6141000000000001</c:v>
                </c:pt>
                <c:pt idx="631">
                  <c:v>1.5969</c:v>
                </c:pt>
                <c:pt idx="632">
                  <c:v>1.5713999999999999</c:v>
                </c:pt>
                <c:pt idx="633">
                  <c:v>1.5858000000000001</c:v>
                </c:pt>
                <c:pt idx="634">
                  <c:v>1.613</c:v>
                </c:pt>
                <c:pt idx="635">
                  <c:v>1.6228</c:v>
                </c:pt>
                <c:pt idx="636">
                  <c:v>1.6278999999999999</c:v>
                </c:pt>
                <c:pt idx="637">
                  <c:v>1.6428</c:v>
                </c:pt>
                <c:pt idx="638">
                  <c:v>1.6561999999999999</c:v>
                </c:pt>
                <c:pt idx="639">
                  <c:v>1.6669</c:v>
                </c:pt>
                <c:pt idx="640">
                  <c:v>1.6483000000000001</c:v>
                </c:pt>
                <c:pt idx="641">
                  <c:v>1.6888000000000001</c:v>
                </c:pt>
                <c:pt idx="642">
                  <c:v>1.6915</c:v>
                </c:pt>
                <c:pt idx="643">
                  <c:v>1.7077</c:v>
                </c:pt>
                <c:pt idx="644">
                  <c:v>1.6652</c:v>
                </c:pt>
                <c:pt idx="645">
                  <c:v>1.6755</c:v>
                </c:pt>
                <c:pt idx="646">
                  <c:v>1.6617999999999999</c:v>
                </c:pt>
                <c:pt idx="647">
                  <c:v>1.6534</c:v>
                </c:pt>
                <c:pt idx="648">
                  <c:v>1.6806000000000001</c:v>
                </c:pt>
                <c:pt idx="649">
                  <c:v>1.6724000000000001</c:v>
                </c:pt>
                <c:pt idx="650">
                  <c:v>1.6755</c:v>
                </c:pt>
                <c:pt idx="651">
                  <c:v>1.7069000000000001</c:v>
                </c:pt>
                <c:pt idx="652">
                  <c:v>1.7189000000000001</c:v>
                </c:pt>
                <c:pt idx="653">
                  <c:v>1.7597</c:v>
                </c:pt>
                <c:pt idx="654">
                  <c:v>1.7854000000000001</c:v>
                </c:pt>
                <c:pt idx="655">
                  <c:v>1.8246</c:v>
                </c:pt>
                <c:pt idx="656">
                  <c:v>1.8184</c:v>
                </c:pt>
                <c:pt idx="657">
                  <c:v>1.8435999999999999</c:v>
                </c:pt>
                <c:pt idx="658">
                  <c:v>1.8786</c:v>
                </c:pt>
                <c:pt idx="659">
                  <c:v>1.8767</c:v>
                </c:pt>
                <c:pt idx="660">
                  <c:v>1.8623000000000001</c:v>
                </c:pt>
                <c:pt idx="661">
                  <c:v>1.8694</c:v>
                </c:pt>
                <c:pt idx="662">
                  <c:v>1.8789</c:v>
                </c:pt>
                <c:pt idx="663">
                  <c:v>1.9337</c:v>
                </c:pt>
                <c:pt idx="664">
                  <c:v>1.915</c:v>
                </c:pt>
                <c:pt idx="665">
                  <c:v>1.9453</c:v>
                </c:pt>
                <c:pt idx="666">
                  <c:v>1.9504999999999999</c:v>
                </c:pt>
                <c:pt idx="667">
                  <c:v>1.9750000000000001</c:v>
                </c:pt>
                <c:pt idx="668">
                  <c:v>2.0158999999999998</c:v>
                </c:pt>
                <c:pt idx="669">
                  <c:v>2.0390999999999999</c:v>
                </c:pt>
                <c:pt idx="670">
                  <c:v>2.0230999999999999</c:v>
                </c:pt>
                <c:pt idx="671">
                  <c:v>2.0642999999999998</c:v>
                </c:pt>
                <c:pt idx="672">
                  <c:v>2.0971000000000002</c:v>
                </c:pt>
                <c:pt idx="673">
                  <c:v>2.1049000000000002</c:v>
                </c:pt>
                <c:pt idx="674">
                  <c:v>2.0840000000000001</c:v>
                </c:pt>
                <c:pt idx="675">
                  <c:v>2.1436999999999999</c:v>
                </c:pt>
                <c:pt idx="676">
                  <c:v>2.1776</c:v>
                </c:pt>
                <c:pt idx="677">
                  <c:v>2.1463000000000001</c:v>
                </c:pt>
                <c:pt idx="678">
                  <c:v>2.1951999999999998</c:v>
                </c:pt>
                <c:pt idx="679">
                  <c:v>2.2511000000000001</c:v>
                </c:pt>
                <c:pt idx="680">
                  <c:v>2.2532000000000001</c:v>
                </c:pt>
                <c:pt idx="681">
                  <c:v>2.2355999999999998</c:v>
                </c:pt>
                <c:pt idx="682">
                  <c:v>2.2934000000000001</c:v>
                </c:pt>
                <c:pt idx="683">
                  <c:v>2.2774999999999999</c:v>
                </c:pt>
                <c:pt idx="684">
                  <c:v>2.2886000000000002</c:v>
                </c:pt>
                <c:pt idx="685">
                  <c:v>2.2831999999999999</c:v>
                </c:pt>
                <c:pt idx="686">
                  <c:v>2.3039000000000001</c:v>
                </c:pt>
                <c:pt idx="687">
                  <c:v>2.2057000000000002</c:v>
                </c:pt>
                <c:pt idx="688">
                  <c:v>2.1846999999999999</c:v>
                </c:pt>
                <c:pt idx="689">
                  <c:v>2.1499000000000001</c:v>
                </c:pt>
                <c:pt idx="690">
                  <c:v>2.1869000000000001</c:v>
                </c:pt>
                <c:pt idx="691">
                  <c:v>2.2448999999999999</c:v>
                </c:pt>
                <c:pt idx="692">
                  <c:v>2.2675000000000001</c:v>
                </c:pt>
                <c:pt idx="693">
                  <c:v>2.2566000000000002</c:v>
                </c:pt>
                <c:pt idx="694">
                  <c:v>2.2444999999999999</c:v>
                </c:pt>
                <c:pt idx="695">
                  <c:v>2.2061000000000002</c:v>
                </c:pt>
                <c:pt idx="696">
                  <c:v>2.1836000000000002</c:v>
                </c:pt>
                <c:pt idx="697">
                  <c:v>2.2602000000000002</c:v>
                </c:pt>
                <c:pt idx="698">
                  <c:v>2.2717000000000001</c:v>
                </c:pt>
                <c:pt idx="699">
                  <c:v>2.3147000000000002</c:v>
                </c:pt>
                <c:pt idx="700">
                  <c:v>2.3693</c:v>
                </c:pt>
                <c:pt idx="701">
                  <c:v>2.4390999999999998</c:v>
                </c:pt>
                <c:pt idx="702">
                  <c:v>2.4821</c:v>
                </c:pt>
                <c:pt idx="703">
                  <c:v>2.4699</c:v>
                </c:pt>
                <c:pt idx="704">
                  <c:v>2.3109999999999999</c:v>
                </c:pt>
                <c:pt idx="705">
                  <c:v>2.3109999999999999</c:v>
                </c:pt>
                <c:pt idx="706">
                  <c:v>2.4178999999999999</c:v>
                </c:pt>
                <c:pt idx="707">
                  <c:v>2.456</c:v>
                </c:pt>
                <c:pt idx="708">
                  <c:v>2.4496000000000002</c:v>
                </c:pt>
                <c:pt idx="709">
                  <c:v>2.4679000000000002</c:v>
                </c:pt>
                <c:pt idx="710">
                  <c:v>2.4937999999999998</c:v>
                </c:pt>
                <c:pt idx="711">
                  <c:v>2.5585</c:v>
                </c:pt>
                <c:pt idx="712">
                  <c:v>2.5404</c:v>
                </c:pt>
                <c:pt idx="713">
                  <c:v>2.5379999999999998</c:v>
                </c:pt>
                <c:pt idx="714">
                  <c:v>2.5388000000000002</c:v>
                </c:pt>
                <c:pt idx="715">
                  <c:v>2.5526</c:v>
                </c:pt>
                <c:pt idx="716">
                  <c:v>2.4996999999999998</c:v>
                </c:pt>
                <c:pt idx="717">
                  <c:v>2.4319999999999999</c:v>
                </c:pt>
                <c:pt idx="718">
                  <c:v>2.4676</c:v>
                </c:pt>
                <c:pt idx="719">
                  <c:v>2.3769999999999998</c:v>
                </c:pt>
                <c:pt idx="720">
                  <c:v>2.2471999999999999</c:v>
                </c:pt>
                <c:pt idx="721">
                  <c:v>2.3182</c:v>
                </c:pt>
                <c:pt idx="722">
                  <c:v>2.3643999999999998</c:v>
                </c:pt>
                <c:pt idx="723">
                  <c:v>2.2881999999999998</c:v>
                </c:pt>
                <c:pt idx="724">
                  <c:v>2.1206999999999998</c:v>
                </c:pt>
                <c:pt idx="725">
                  <c:v>2.0543</c:v>
                </c:pt>
                <c:pt idx="726">
                  <c:v>2.1865999999999999</c:v>
                </c:pt>
                <c:pt idx="727">
                  <c:v>2.085</c:v>
                </c:pt>
                <c:pt idx="728">
                  <c:v>2.0139</c:v>
                </c:pt>
                <c:pt idx="729">
                  <c:v>1.9119999999999999</c:v>
                </c:pt>
                <c:pt idx="730">
                  <c:v>1.9513</c:v>
                </c:pt>
                <c:pt idx="731">
                  <c:v>1.9093</c:v>
                </c:pt>
                <c:pt idx="732">
                  <c:v>1.7704</c:v>
                </c:pt>
                <c:pt idx="733">
                  <c:v>1.8853</c:v>
                </c:pt>
                <c:pt idx="734">
                  <c:v>1.9945999999999999</c:v>
                </c:pt>
                <c:pt idx="735">
                  <c:v>2.052</c:v>
                </c:pt>
                <c:pt idx="736">
                  <c:v>1.9997</c:v>
                </c:pt>
                <c:pt idx="737">
                  <c:v>1.9186000000000001</c:v>
                </c:pt>
                <c:pt idx="738">
                  <c:v>1.9397</c:v>
                </c:pt>
                <c:pt idx="739">
                  <c:v>2.0207999999999999</c:v>
                </c:pt>
                <c:pt idx="740">
                  <c:v>2.0217000000000001</c:v>
                </c:pt>
                <c:pt idx="741">
                  <c:v>2.0284</c:v>
                </c:pt>
                <c:pt idx="742">
                  <c:v>2.0272999999999999</c:v>
                </c:pt>
                <c:pt idx="743">
                  <c:v>2.0779999999999998</c:v>
                </c:pt>
                <c:pt idx="744">
                  <c:v>2.0381999999999998</c:v>
                </c:pt>
                <c:pt idx="745">
                  <c:v>1.8615999999999999</c:v>
                </c:pt>
                <c:pt idx="746">
                  <c:v>1.8539000000000001</c:v>
                </c:pt>
                <c:pt idx="747">
                  <c:v>1.9125000000000001</c:v>
                </c:pt>
                <c:pt idx="748">
                  <c:v>1.8573999999999999</c:v>
                </c:pt>
                <c:pt idx="749">
                  <c:v>1.8581000000000001</c:v>
                </c:pt>
                <c:pt idx="750">
                  <c:v>1.8614999999999999</c:v>
                </c:pt>
                <c:pt idx="751">
                  <c:v>1.9221999999999999</c:v>
                </c:pt>
                <c:pt idx="752">
                  <c:v>1.8878999999999999</c:v>
                </c:pt>
                <c:pt idx="753">
                  <c:v>1.8718999999999999</c:v>
                </c:pt>
                <c:pt idx="754">
                  <c:v>1.9098999999999999</c:v>
                </c:pt>
                <c:pt idx="755">
                  <c:v>1.9998</c:v>
                </c:pt>
                <c:pt idx="756">
                  <c:v>1.9923</c:v>
                </c:pt>
                <c:pt idx="757">
                  <c:v>1.968</c:v>
                </c:pt>
                <c:pt idx="758">
                  <c:v>2.0015000000000001</c:v>
                </c:pt>
                <c:pt idx="759">
                  <c:v>2.0053000000000001</c:v>
                </c:pt>
                <c:pt idx="760">
                  <c:v>2.0148000000000001</c:v>
                </c:pt>
                <c:pt idx="761">
                  <c:v>1.8900999999999999</c:v>
                </c:pt>
                <c:pt idx="762">
                  <c:v>1.92</c:v>
                </c:pt>
                <c:pt idx="763">
                  <c:v>1.8552999999999999</c:v>
                </c:pt>
                <c:pt idx="764">
                  <c:v>1.77</c:v>
                </c:pt>
                <c:pt idx="765">
                  <c:v>1.6162000000000001</c:v>
                </c:pt>
                <c:pt idx="766">
                  <c:v>1.4999</c:v>
                </c:pt>
                <c:pt idx="767">
                  <c:v>1.4886999999999999</c:v>
                </c:pt>
                <c:pt idx="768">
                  <c:v>1.5748</c:v>
                </c:pt>
                <c:pt idx="769">
                  <c:v>1.6453</c:v>
                </c:pt>
                <c:pt idx="770">
                  <c:v>1.6483000000000001</c:v>
                </c:pt>
                <c:pt idx="771">
                  <c:v>1.6367</c:v>
                </c:pt>
                <c:pt idx="772">
                  <c:v>1.6372</c:v>
                </c:pt>
                <c:pt idx="773">
                  <c:v>1.5948</c:v>
                </c:pt>
                <c:pt idx="774">
                  <c:v>1.6402000000000001</c:v>
                </c:pt>
                <c:pt idx="775">
                  <c:v>1.6722999999999999</c:v>
                </c:pt>
                <c:pt idx="776">
                  <c:v>1.6532</c:v>
                </c:pt>
                <c:pt idx="777">
                  <c:v>1.6498999999999999</c:v>
                </c:pt>
                <c:pt idx="778">
                  <c:v>1.6079000000000001</c:v>
                </c:pt>
                <c:pt idx="779">
                  <c:v>1.55</c:v>
                </c:pt>
                <c:pt idx="780">
                  <c:v>1.6284000000000001</c:v>
                </c:pt>
                <c:pt idx="781">
                  <c:v>1.5961000000000001</c:v>
                </c:pt>
                <c:pt idx="782">
                  <c:v>1.6028</c:v>
                </c:pt>
                <c:pt idx="783">
                  <c:v>1.6322000000000001</c:v>
                </c:pt>
                <c:pt idx="784">
                  <c:v>1.6486000000000001</c:v>
                </c:pt>
                <c:pt idx="785">
                  <c:v>1.6121000000000001</c:v>
                </c:pt>
                <c:pt idx="786">
                  <c:v>1.6244000000000001</c:v>
                </c:pt>
                <c:pt idx="787">
                  <c:v>1.5971</c:v>
                </c:pt>
                <c:pt idx="788">
                  <c:v>1.6056999999999999</c:v>
                </c:pt>
                <c:pt idx="789">
                  <c:v>1.5762</c:v>
                </c:pt>
                <c:pt idx="790">
                  <c:v>1.5894999999999999</c:v>
                </c:pt>
                <c:pt idx="791">
                  <c:v>1.6354</c:v>
                </c:pt>
                <c:pt idx="792">
                  <c:v>1.6551</c:v>
                </c:pt>
                <c:pt idx="793">
                  <c:v>1.7085999999999999</c:v>
                </c:pt>
                <c:pt idx="794">
                  <c:v>1.708</c:v>
                </c:pt>
                <c:pt idx="795">
                  <c:v>1.6900999999999999</c:v>
                </c:pt>
                <c:pt idx="796">
                  <c:v>1.7307999999999999</c:v>
                </c:pt>
                <c:pt idx="797">
                  <c:v>1.7557</c:v>
                </c:pt>
                <c:pt idx="798">
                  <c:v>1.7603</c:v>
                </c:pt>
                <c:pt idx="799">
                  <c:v>1.782</c:v>
                </c:pt>
                <c:pt idx="800">
                  <c:v>1.7271000000000001</c:v>
                </c:pt>
                <c:pt idx="801">
                  <c:v>1.7546999999999999</c:v>
                </c:pt>
                <c:pt idx="802">
                  <c:v>1.7774000000000001</c:v>
                </c:pt>
                <c:pt idx="803">
                  <c:v>1.7866</c:v>
                </c:pt>
                <c:pt idx="804">
                  <c:v>1.7894000000000001</c:v>
                </c:pt>
                <c:pt idx="805">
                  <c:v>1.7569999999999999</c:v>
                </c:pt>
                <c:pt idx="806">
                  <c:v>1.762</c:v>
                </c:pt>
                <c:pt idx="807">
                  <c:v>1.7618</c:v>
                </c:pt>
                <c:pt idx="808">
                  <c:v>1.7338</c:v>
                </c:pt>
                <c:pt idx="809">
                  <c:v>1.7281</c:v>
                </c:pt>
                <c:pt idx="810">
                  <c:v>1.8102</c:v>
                </c:pt>
                <c:pt idx="811">
                  <c:v>1.8491</c:v>
                </c:pt>
                <c:pt idx="812">
                  <c:v>1.8931</c:v>
                </c:pt>
                <c:pt idx="813">
                  <c:v>1.9198999999999999</c:v>
                </c:pt>
                <c:pt idx="814">
                  <c:v>1.9161999999999999</c:v>
                </c:pt>
                <c:pt idx="815">
                  <c:v>1.9161999999999999</c:v>
                </c:pt>
                <c:pt idx="816">
                  <c:v>1.8965000000000001</c:v>
                </c:pt>
                <c:pt idx="817">
                  <c:v>1.8768</c:v>
                </c:pt>
                <c:pt idx="818">
                  <c:v>1.8937999999999999</c:v>
                </c:pt>
                <c:pt idx="819">
                  <c:v>1.8912</c:v>
                </c:pt>
                <c:pt idx="820">
                  <c:v>1.8687</c:v>
                </c:pt>
                <c:pt idx="821">
                  <c:v>1.8962000000000001</c:v>
                </c:pt>
                <c:pt idx="822">
                  <c:v>1.8909</c:v>
                </c:pt>
                <c:pt idx="823">
                  <c:v>1.8803000000000001</c:v>
                </c:pt>
                <c:pt idx="824">
                  <c:v>1.8819999999999999</c:v>
                </c:pt>
                <c:pt idx="825">
                  <c:v>1.8956999999999999</c:v>
                </c:pt>
                <c:pt idx="826">
                  <c:v>1.8854</c:v>
                </c:pt>
                <c:pt idx="827">
                  <c:v>1.7874000000000001</c:v>
                </c:pt>
                <c:pt idx="828">
                  <c:v>1.7968999999999999</c:v>
                </c:pt>
                <c:pt idx="829">
                  <c:v>1.8089999999999999</c:v>
                </c:pt>
                <c:pt idx="830">
                  <c:v>1.8701000000000001</c:v>
                </c:pt>
                <c:pt idx="831">
                  <c:v>1.8823000000000001</c:v>
                </c:pt>
                <c:pt idx="832">
                  <c:v>1.8478000000000001</c:v>
                </c:pt>
                <c:pt idx="833">
                  <c:v>1.8532999999999999</c:v>
                </c:pt>
                <c:pt idx="834">
                  <c:v>1.8179000000000001</c:v>
                </c:pt>
                <c:pt idx="835">
                  <c:v>1.8267</c:v>
                </c:pt>
                <c:pt idx="836">
                  <c:v>1.8218000000000001</c:v>
                </c:pt>
                <c:pt idx="837">
                  <c:v>1.8165</c:v>
                </c:pt>
                <c:pt idx="838">
                  <c:v>1.8663000000000001</c:v>
                </c:pt>
                <c:pt idx="839">
                  <c:v>1.8573</c:v>
                </c:pt>
                <c:pt idx="840">
                  <c:v>1.8513999999999999</c:v>
                </c:pt>
                <c:pt idx="841">
                  <c:v>1.8861000000000001</c:v>
                </c:pt>
                <c:pt idx="842">
                  <c:v>1.8947000000000001</c:v>
                </c:pt>
                <c:pt idx="843">
                  <c:v>1.9456</c:v>
                </c:pt>
                <c:pt idx="844">
                  <c:v>1.9508000000000001</c:v>
                </c:pt>
                <c:pt idx="845">
                  <c:v>1.9469000000000001</c:v>
                </c:pt>
                <c:pt idx="846">
                  <c:v>1.9276</c:v>
                </c:pt>
                <c:pt idx="847">
                  <c:v>1.9323999999999999</c:v>
                </c:pt>
                <c:pt idx="848">
                  <c:v>1.8795999999999999</c:v>
                </c:pt>
                <c:pt idx="849">
                  <c:v>1.8963000000000001</c:v>
                </c:pt>
                <c:pt idx="850">
                  <c:v>1.8985000000000001</c:v>
                </c:pt>
                <c:pt idx="851">
                  <c:v>1.883</c:v>
                </c:pt>
                <c:pt idx="852">
                  <c:v>1.7606999999999999</c:v>
                </c:pt>
                <c:pt idx="853">
                  <c:v>1.7619</c:v>
                </c:pt>
                <c:pt idx="854">
                  <c:v>1.794</c:v>
                </c:pt>
                <c:pt idx="855">
                  <c:v>1.6839999999999999</c:v>
                </c:pt>
                <c:pt idx="856">
                  <c:v>1.7175</c:v>
                </c:pt>
                <c:pt idx="857">
                  <c:v>1.6293</c:v>
                </c:pt>
                <c:pt idx="858">
                  <c:v>1.6378999999999999</c:v>
                </c:pt>
                <c:pt idx="859">
                  <c:v>1.6060000000000001</c:v>
                </c:pt>
                <c:pt idx="860">
                  <c:v>1.6375999999999999</c:v>
                </c:pt>
                <c:pt idx="861">
                  <c:v>1.5844</c:v>
                </c:pt>
                <c:pt idx="862">
                  <c:v>1.5888</c:v>
                </c:pt>
                <c:pt idx="863">
                  <c:v>1.6388</c:v>
                </c:pt>
                <c:pt idx="864">
                  <c:v>1.6164000000000001</c:v>
                </c:pt>
                <c:pt idx="865">
                  <c:v>1.5702</c:v>
                </c:pt>
                <c:pt idx="866">
                  <c:v>1.5892999999999999</c:v>
                </c:pt>
                <c:pt idx="867">
                  <c:v>1.5985</c:v>
                </c:pt>
                <c:pt idx="868">
                  <c:v>1.4992000000000001</c:v>
                </c:pt>
                <c:pt idx="869">
                  <c:v>1.4964999999999999</c:v>
                </c:pt>
                <c:pt idx="870">
                  <c:v>1.452</c:v>
                </c:pt>
                <c:pt idx="871">
                  <c:v>1.5007999999999999</c:v>
                </c:pt>
                <c:pt idx="872">
                  <c:v>1.4806999999999999</c:v>
                </c:pt>
                <c:pt idx="873">
                  <c:v>1.5108999999999999</c:v>
                </c:pt>
                <c:pt idx="874">
                  <c:v>1.5068999999999999</c:v>
                </c:pt>
                <c:pt idx="875">
                  <c:v>1.5253000000000001</c:v>
                </c:pt>
                <c:pt idx="876">
                  <c:v>1.5123</c:v>
                </c:pt>
                <c:pt idx="877">
                  <c:v>1.504</c:v>
                </c:pt>
                <c:pt idx="878">
                  <c:v>1.5523</c:v>
                </c:pt>
                <c:pt idx="879">
                  <c:v>1.5653999999999999</c:v>
                </c:pt>
                <c:pt idx="880">
                  <c:v>1.5610999999999999</c:v>
                </c:pt>
                <c:pt idx="881">
                  <c:v>1.5596000000000001</c:v>
                </c:pt>
                <c:pt idx="882">
                  <c:v>1.5951</c:v>
                </c:pt>
                <c:pt idx="883">
                  <c:v>1.5792999999999999</c:v>
                </c:pt>
                <c:pt idx="884">
                  <c:v>1.5909</c:v>
                </c:pt>
                <c:pt idx="885">
                  <c:v>1.4899</c:v>
                </c:pt>
                <c:pt idx="886">
                  <c:v>1.5075000000000001</c:v>
                </c:pt>
                <c:pt idx="887">
                  <c:v>1.4726999999999999</c:v>
                </c:pt>
                <c:pt idx="888">
                  <c:v>1.4994000000000001</c:v>
                </c:pt>
                <c:pt idx="889">
                  <c:v>1.5625</c:v>
                </c:pt>
                <c:pt idx="890">
                  <c:v>1.5656000000000001</c:v>
                </c:pt>
                <c:pt idx="891">
                  <c:v>1.5804</c:v>
                </c:pt>
                <c:pt idx="892">
                  <c:v>1.5873999999999999</c:v>
                </c:pt>
                <c:pt idx="893">
                  <c:v>1.5911</c:v>
                </c:pt>
                <c:pt idx="894">
                  <c:v>1.5737000000000001</c:v>
                </c:pt>
                <c:pt idx="895">
                  <c:v>1.5457000000000001</c:v>
                </c:pt>
                <c:pt idx="896">
                  <c:v>1.5509999999999999</c:v>
                </c:pt>
                <c:pt idx="897">
                  <c:v>1.5754999999999999</c:v>
                </c:pt>
                <c:pt idx="898">
                  <c:v>1.5787</c:v>
                </c:pt>
                <c:pt idx="899">
                  <c:v>1.5838000000000001</c:v>
                </c:pt>
                <c:pt idx="900">
                  <c:v>1.6016999999999999</c:v>
                </c:pt>
                <c:pt idx="901">
                  <c:v>1.6289</c:v>
                </c:pt>
                <c:pt idx="902">
                  <c:v>1.6648000000000001</c:v>
                </c:pt>
                <c:pt idx="903">
                  <c:v>1.6540999999999999</c:v>
                </c:pt>
                <c:pt idx="904">
                  <c:v>1.6575</c:v>
                </c:pt>
                <c:pt idx="905">
                  <c:v>1.6326000000000001</c:v>
                </c:pt>
                <c:pt idx="906">
                  <c:v>1.6420999999999999</c:v>
                </c:pt>
                <c:pt idx="907">
                  <c:v>1.6296999999999999</c:v>
                </c:pt>
                <c:pt idx="908">
                  <c:v>1.6128</c:v>
                </c:pt>
                <c:pt idx="909">
                  <c:v>1.6539999999999999</c:v>
                </c:pt>
                <c:pt idx="910">
                  <c:v>1.6546000000000001</c:v>
                </c:pt>
                <c:pt idx="911">
                  <c:v>1.6588000000000001</c:v>
                </c:pt>
                <c:pt idx="912">
                  <c:v>1.6849000000000001</c:v>
                </c:pt>
                <c:pt idx="913">
                  <c:v>1.6834</c:v>
                </c:pt>
                <c:pt idx="914">
                  <c:v>1.6563000000000001</c:v>
                </c:pt>
                <c:pt idx="915">
                  <c:v>1.6438999999999999</c:v>
                </c:pt>
                <c:pt idx="916">
                  <c:v>1.6701999999999999</c:v>
                </c:pt>
                <c:pt idx="917">
                  <c:v>1.663</c:v>
                </c:pt>
                <c:pt idx="918">
                  <c:v>1.6853</c:v>
                </c:pt>
                <c:pt idx="919">
                  <c:v>1.6927000000000001</c:v>
                </c:pt>
                <c:pt idx="920">
                  <c:v>1.69</c:v>
                </c:pt>
                <c:pt idx="921">
                  <c:v>1.6716</c:v>
                </c:pt>
                <c:pt idx="922">
                  <c:v>1.6749000000000001</c:v>
                </c:pt>
                <c:pt idx="923">
                  <c:v>1.6422000000000001</c:v>
                </c:pt>
                <c:pt idx="924">
                  <c:v>1.6335999999999999</c:v>
                </c:pt>
                <c:pt idx="925">
                  <c:v>1.6402000000000001</c:v>
                </c:pt>
                <c:pt idx="926">
                  <c:v>1.6336999999999999</c:v>
                </c:pt>
                <c:pt idx="927">
                  <c:v>1.6442000000000001</c:v>
                </c:pt>
                <c:pt idx="928">
                  <c:v>1.6398999999999999</c:v>
                </c:pt>
                <c:pt idx="929">
                  <c:v>1.6398999999999999</c:v>
                </c:pt>
                <c:pt idx="930">
                  <c:v>1.6382000000000001</c:v>
                </c:pt>
                <c:pt idx="931">
                  <c:v>1.6682999999999999</c:v>
                </c:pt>
                <c:pt idx="932">
                  <c:v>1.6672</c:v>
                </c:pt>
                <c:pt idx="933">
                  <c:v>1.6679999999999999</c:v>
                </c:pt>
                <c:pt idx="934">
                  <c:v>1.6240000000000001</c:v>
                </c:pt>
                <c:pt idx="935">
                  <c:v>1.5936999999999999</c:v>
                </c:pt>
                <c:pt idx="936">
                  <c:v>1.5975999999999999</c:v>
                </c:pt>
                <c:pt idx="937">
                  <c:v>1.6073999999999999</c:v>
                </c:pt>
                <c:pt idx="938">
                  <c:v>1.6131</c:v>
                </c:pt>
                <c:pt idx="939">
                  <c:v>1.6052999999999999</c:v>
                </c:pt>
                <c:pt idx="940">
                  <c:v>1.6182000000000001</c:v>
                </c:pt>
                <c:pt idx="941">
                  <c:v>1.6088</c:v>
                </c:pt>
                <c:pt idx="942">
                  <c:v>1.5936999999999999</c:v>
                </c:pt>
                <c:pt idx="943">
                  <c:v>1.5903</c:v>
                </c:pt>
                <c:pt idx="944">
                  <c:v>1.6009</c:v>
                </c:pt>
                <c:pt idx="945">
                  <c:v>1.6082000000000001</c:v>
                </c:pt>
                <c:pt idx="946">
                  <c:v>1.5939000000000001</c:v>
                </c:pt>
                <c:pt idx="947">
                  <c:v>1.589</c:v>
                </c:pt>
                <c:pt idx="948">
                  <c:v>1.5906</c:v>
                </c:pt>
                <c:pt idx="949">
                  <c:v>1.589</c:v>
                </c:pt>
                <c:pt idx="950">
                  <c:v>1.5919000000000001</c:v>
                </c:pt>
                <c:pt idx="951">
                  <c:v>1.6476</c:v>
                </c:pt>
                <c:pt idx="952">
                  <c:v>1.6400999999999999</c:v>
                </c:pt>
                <c:pt idx="953">
                  <c:v>1.6395</c:v>
                </c:pt>
                <c:pt idx="954">
                  <c:v>1.6545000000000001</c:v>
                </c:pt>
                <c:pt idx="955">
                  <c:v>1.6485000000000001</c:v>
                </c:pt>
                <c:pt idx="956">
                  <c:v>1.6469</c:v>
                </c:pt>
                <c:pt idx="957">
                  <c:v>1.6455</c:v>
                </c:pt>
                <c:pt idx="958">
                  <c:v>1.5916999999999999</c:v>
                </c:pt>
                <c:pt idx="959">
                  <c:v>1.5987</c:v>
                </c:pt>
                <c:pt idx="960">
                  <c:v>1.6213</c:v>
                </c:pt>
                <c:pt idx="961">
                  <c:v>1.6119000000000001</c:v>
                </c:pt>
                <c:pt idx="962">
                  <c:v>1.6269</c:v>
                </c:pt>
                <c:pt idx="963">
                  <c:v>1.6240000000000001</c:v>
                </c:pt>
                <c:pt idx="964">
                  <c:v>1.6221000000000001</c:v>
                </c:pt>
                <c:pt idx="965">
                  <c:v>1.64</c:v>
                </c:pt>
                <c:pt idx="966">
                  <c:v>1.6389</c:v>
                </c:pt>
                <c:pt idx="967">
                  <c:v>1.6171</c:v>
                </c:pt>
                <c:pt idx="968">
                  <c:v>1.6455</c:v>
                </c:pt>
                <c:pt idx="969">
                  <c:v>1.6541999999999999</c:v>
                </c:pt>
                <c:pt idx="970">
                  <c:v>1.6638999999999999</c:v>
                </c:pt>
                <c:pt idx="971">
                  <c:v>1.665</c:v>
                </c:pt>
                <c:pt idx="972">
                  <c:v>1.669</c:v>
                </c:pt>
                <c:pt idx="973">
                  <c:v>1.6998</c:v>
                </c:pt>
                <c:pt idx="974">
                  <c:v>1.7064999999999999</c:v>
                </c:pt>
                <c:pt idx="975">
                  <c:v>1.7166999999999999</c:v>
                </c:pt>
                <c:pt idx="976">
                  <c:v>1.7156</c:v>
                </c:pt>
                <c:pt idx="977">
                  <c:v>1.7121999999999999</c:v>
                </c:pt>
                <c:pt idx="978">
                  <c:v>1.7250000000000001</c:v>
                </c:pt>
                <c:pt idx="979">
                  <c:v>1.7617</c:v>
                </c:pt>
                <c:pt idx="980">
                  <c:v>1.7698</c:v>
                </c:pt>
                <c:pt idx="981">
                  <c:v>1.7681</c:v>
                </c:pt>
                <c:pt idx="982">
                  <c:v>1.7650999999999999</c:v>
                </c:pt>
                <c:pt idx="983">
                  <c:v>1.7608999999999999</c:v>
                </c:pt>
                <c:pt idx="984">
                  <c:v>1.7538</c:v>
                </c:pt>
                <c:pt idx="985">
                  <c:v>1.7484</c:v>
                </c:pt>
                <c:pt idx="986">
                  <c:v>1.7606999999999999</c:v>
                </c:pt>
                <c:pt idx="987">
                  <c:v>1.7435</c:v>
                </c:pt>
                <c:pt idx="988">
                  <c:v>1.7504</c:v>
                </c:pt>
                <c:pt idx="989">
                  <c:v>1.7693000000000001</c:v>
                </c:pt>
                <c:pt idx="990">
                  <c:v>1.7458</c:v>
                </c:pt>
                <c:pt idx="991">
                  <c:v>1.7556</c:v>
                </c:pt>
                <c:pt idx="992">
                  <c:v>1.7472000000000001</c:v>
                </c:pt>
                <c:pt idx="993">
                  <c:v>1.7272000000000001</c:v>
                </c:pt>
                <c:pt idx="994">
                  <c:v>1.7363</c:v>
                </c:pt>
                <c:pt idx="995">
                  <c:v>1.7383999999999999</c:v>
                </c:pt>
                <c:pt idx="996">
                  <c:v>1.7395</c:v>
                </c:pt>
                <c:pt idx="997">
                  <c:v>1.7395</c:v>
                </c:pt>
                <c:pt idx="998">
                  <c:v>1.7555000000000001</c:v>
                </c:pt>
                <c:pt idx="999">
                  <c:v>1.7657</c:v>
                </c:pt>
                <c:pt idx="1000">
                  <c:v>1.758</c:v>
                </c:pt>
                <c:pt idx="1001">
                  <c:v>1.7493000000000001</c:v>
                </c:pt>
                <c:pt idx="1002">
                  <c:v>1.7795000000000001</c:v>
                </c:pt>
                <c:pt idx="1003">
                  <c:v>1.8234999999999999</c:v>
                </c:pt>
                <c:pt idx="1004">
                  <c:v>1.8193999999999999</c:v>
                </c:pt>
                <c:pt idx="1005">
                  <c:v>1.8251999999999999</c:v>
                </c:pt>
                <c:pt idx="1006">
                  <c:v>1.8172999999999999</c:v>
                </c:pt>
                <c:pt idx="1007">
                  <c:v>1.8171999999999999</c:v>
                </c:pt>
                <c:pt idx="1008">
                  <c:v>1.8010999999999999</c:v>
                </c:pt>
                <c:pt idx="1009">
                  <c:v>1.8061</c:v>
                </c:pt>
                <c:pt idx="1010">
                  <c:v>1.802</c:v>
                </c:pt>
                <c:pt idx="1011">
                  <c:v>1.7927</c:v>
                </c:pt>
                <c:pt idx="1012">
                  <c:v>1.7954000000000001</c:v>
                </c:pt>
                <c:pt idx="1013">
                  <c:v>1.8007</c:v>
                </c:pt>
                <c:pt idx="1014">
                  <c:v>1.8004</c:v>
                </c:pt>
                <c:pt idx="1015">
                  <c:v>1.804</c:v>
                </c:pt>
                <c:pt idx="1016">
                  <c:v>1.7862</c:v>
                </c:pt>
                <c:pt idx="1017">
                  <c:v>1.7887</c:v>
                </c:pt>
                <c:pt idx="1018">
                  <c:v>1.7910999999999999</c:v>
                </c:pt>
                <c:pt idx="1019">
                  <c:v>1.8035000000000001</c:v>
                </c:pt>
                <c:pt idx="1020">
                  <c:v>1.8021</c:v>
                </c:pt>
                <c:pt idx="1021">
                  <c:v>1.8037000000000001</c:v>
                </c:pt>
                <c:pt idx="1022">
                  <c:v>1.7928999999999999</c:v>
                </c:pt>
                <c:pt idx="1023">
                  <c:v>1.7649999999999999</c:v>
                </c:pt>
                <c:pt idx="1024">
                  <c:v>1.7605999999999999</c:v>
                </c:pt>
                <c:pt idx="1025">
                  <c:v>1.7471000000000001</c:v>
                </c:pt>
                <c:pt idx="1026">
                  <c:v>1.7617</c:v>
                </c:pt>
                <c:pt idx="1027">
                  <c:v>1.7601</c:v>
                </c:pt>
                <c:pt idx="1028">
                  <c:v>1.766</c:v>
                </c:pt>
                <c:pt idx="1029">
                  <c:v>1.7776000000000001</c:v>
                </c:pt>
                <c:pt idx="1030">
                  <c:v>1.7707999999999999</c:v>
                </c:pt>
                <c:pt idx="1031">
                  <c:v>1.7432000000000001</c:v>
                </c:pt>
                <c:pt idx="1032">
                  <c:v>1.7544</c:v>
                </c:pt>
                <c:pt idx="1033">
                  <c:v>1.7483</c:v>
                </c:pt>
                <c:pt idx="1034">
                  <c:v>1.7543</c:v>
                </c:pt>
                <c:pt idx="1035">
                  <c:v>1.7585999999999999</c:v>
                </c:pt>
                <c:pt idx="1036">
                  <c:v>1.7791999999999999</c:v>
                </c:pt>
                <c:pt idx="1037">
                  <c:v>1.7857000000000001</c:v>
                </c:pt>
                <c:pt idx="1038">
                  <c:v>1.7827</c:v>
                </c:pt>
                <c:pt idx="1039">
                  <c:v>1.7843</c:v>
                </c:pt>
                <c:pt idx="1040">
                  <c:v>1.786</c:v>
                </c:pt>
                <c:pt idx="1041">
                  <c:v>1.7788999999999999</c:v>
                </c:pt>
                <c:pt idx="1042">
                  <c:v>1.8036000000000001</c:v>
                </c:pt>
                <c:pt idx="1043">
                  <c:v>1.8039000000000001</c:v>
                </c:pt>
                <c:pt idx="1044">
                  <c:v>1.8080000000000001</c:v>
                </c:pt>
                <c:pt idx="1045">
                  <c:v>1.8162</c:v>
                </c:pt>
                <c:pt idx="1046">
                  <c:v>1.8371999999999999</c:v>
                </c:pt>
                <c:pt idx="1047">
                  <c:v>1.8418000000000001</c:v>
                </c:pt>
                <c:pt idx="1048">
                  <c:v>1.8313999999999999</c:v>
                </c:pt>
                <c:pt idx="1049">
                  <c:v>1.8257000000000001</c:v>
                </c:pt>
                <c:pt idx="1050">
                  <c:v>1.821</c:v>
                </c:pt>
                <c:pt idx="1051">
                  <c:v>1.8161</c:v>
                </c:pt>
                <c:pt idx="1052">
                  <c:v>1.829</c:v>
                </c:pt>
                <c:pt idx="1053">
                  <c:v>1.8141</c:v>
                </c:pt>
                <c:pt idx="1054">
                  <c:v>1.8292999999999999</c:v>
                </c:pt>
                <c:pt idx="1055">
                  <c:v>1.8253999999999999</c:v>
                </c:pt>
                <c:pt idx="1056">
                  <c:v>1.8307</c:v>
                </c:pt>
                <c:pt idx="1057">
                  <c:v>1.8354999999999999</c:v>
                </c:pt>
                <c:pt idx="1058">
                  <c:v>1.8249</c:v>
                </c:pt>
                <c:pt idx="1059">
                  <c:v>1.8478000000000001</c:v>
                </c:pt>
                <c:pt idx="1060">
                  <c:v>1.8614999999999999</c:v>
                </c:pt>
                <c:pt idx="1061">
                  <c:v>1.8727</c:v>
                </c:pt>
                <c:pt idx="1062">
                  <c:v>1.8717999999999999</c:v>
                </c:pt>
                <c:pt idx="1063">
                  <c:v>1.8712</c:v>
                </c:pt>
                <c:pt idx="1064">
                  <c:v>1.8752</c:v>
                </c:pt>
                <c:pt idx="1065">
                  <c:v>1.8685</c:v>
                </c:pt>
                <c:pt idx="1066">
                  <c:v>1.8815999999999999</c:v>
                </c:pt>
                <c:pt idx="1067">
                  <c:v>1.8980999999999999</c:v>
                </c:pt>
                <c:pt idx="1068">
                  <c:v>1.8986000000000001</c:v>
                </c:pt>
                <c:pt idx="1069">
                  <c:v>1.9003000000000001</c:v>
                </c:pt>
                <c:pt idx="1070">
                  <c:v>1.9222999999999999</c:v>
                </c:pt>
                <c:pt idx="1071">
                  <c:v>1.9355</c:v>
                </c:pt>
                <c:pt idx="1072">
                  <c:v>1.9467000000000001</c:v>
                </c:pt>
                <c:pt idx="1073">
                  <c:v>1.9360999999999999</c:v>
                </c:pt>
                <c:pt idx="1074">
                  <c:v>1.9477</c:v>
                </c:pt>
                <c:pt idx="1075">
                  <c:v>1.9341999999999999</c:v>
                </c:pt>
                <c:pt idx="1076">
                  <c:v>1.9222999999999999</c:v>
                </c:pt>
                <c:pt idx="1077">
                  <c:v>1.9193</c:v>
                </c:pt>
                <c:pt idx="1078">
                  <c:v>1.9298</c:v>
                </c:pt>
                <c:pt idx="1079">
                  <c:v>1.9244000000000001</c:v>
                </c:pt>
                <c:pt idx="1080">
                  <c:v>1.9349000000000001</c:v>
                </c:pt>
                <c:pt idx="1081">
                  <c:v>1.8934</c:v>
                </c:pt>
                <c:pt idx="1082">
                  <c:v>1.8935999999999999</c:v>
                </c:pt>
                <c:pt idx="1083">
                  <c:v>1.8826000000000001</c:v>
                </c:pt>
                <c:pt idx="1084">
                  <c:v>1.867</c:v>
                </c:pt>
                <c:pt idx="1085">
                  <c:v>1.8672</c:v>
                </c:pt>
                <c:pt idx="1086">
                  <c:v>1.8668</c:v>
                </c:pt>
                <c:pt idx="1087">
                  <c:v>1.8522000000000001</c:v>
                </c:pt>
                <c:pt idx="1088">
                  <c:v>1.8669</c:v>
                </c:pt>
                <c:pt idx="1089">
                  <c:v>1.8634999999999999</c:v>
                </c:pt>
                <c:pt idx="1090">
                  <c:v>1.8505</c:v>
                </c:pt>
                <c:pt idx="1091">
                  <c:v>1.8542000000000001</c:v>
                </c:pt>
                <c:pt idx="1092">
                  <c:v>1.8482000000000001</c:v>
                </c:pt>
                <c:pt idx="1093">
                  <c:v>1.8444</c:v>
                </c:pt>
                <c:pt idx="1094">
                  <c:v>1.8421000000000001</c:v>
                </c:pt>
                <c:pt idx="1095">
                  <c:v>1.8489</c:v>
                </c:pt>
                <c:pt idx="1096">
                  <c:v>1.8633</c:v>
                </c:pt>
                <c:pt idx="1097">
                  <c:v>1.8771</c:v>
                </c:pt>
                <c:pt idx="1098">
                  <c:v>1.8775999999999999</c:v>
                </c:pt>
                <c:pt idx="1099">
                  <c:v>1.871</c:v>
                </c:pt>
                <c:pt idx="1100">
                  <c:v>1.8793</c:v>
                </c:pt>
                <c:pt idx="1101">
                  <c:v>1.8763000000000001</c:v>
                </c:pt>
                <c:pt idx="1102">
                  <c:v>1.8664000000000001</c:v>
                </c:pt>
                <c:pt idx="1103">
                  <c:v>1.8559000000000001</c:v>
                </c:pt>
                <c:pt idx="1104">
                  <c:v>1.8548</c:v>
                </c:pt>
                <c:pt idx="1105">
                  <c:v>1.8562000000000001</c:v>
                </c:pt>
                <c:pt idx="1106">
                  <c:v>1.857</c:v>
                </c:pt>
                <c:pt idx="1107">
                  <c:v>1.8619000000000001</c:v>
                </c:pt>
                <c:pt idx="1108">
                  <c:v>1.8608</c:v>
                </c:pt>
                <c:pt idx="1109">
                  <c:v>1.8761000000000001</c:v>
                </c:pt>
                <c:pt idx="1110">
                  <c:v>1.8862000000000001</c:v>
                </c:pt>
                <c:pt idx="1111">
                  <c:v>1.8876999999999999</c:v>
                </c:pt>
                <c:pt idx="1112">
                  <c:v>1.8931</c:v>
                </c:pt>
                <c:pt idx="1113">
                  <c:v>1.9046000000000001</c:v>
                </c:pt>
                <c:pt idx="1114">
                  <c:v>1.8923000000000001</c:v>
                </c:pt>
                <c:pt idx="1115">
                  <c:v>1.8995</c:v>
                </c:pt>
                <c:pt idx="1116">
                  <c:v>1.8922000000000001</c:v>
                </c:pt>
                <c:pt idx="1117">
                  <c:v>1.9003000000000001</c:v>
                </c:pt>
                <c:pt idx="1118">
                  <c:v>1.9093</c:v>
                </c:pt>
                <c:pt idx="1119">
                  <c:v>1.9182999999999999</c:v>
                </c:pt>
                <c:pt idx="1120">
                  <c:v>1.9247000000000001</c:v>
                </c:pt>
                <c:pt idx="1121">
                  <c:v>1.9260999999999999</c:v>
                </c:pt>
                <c:pt idx="1122">
                  <c:v>1.9253</c:v>
                </c:pt>
                <c:pt idx="1123">
                  <c:v>1.9360999999999999</c:v>
                </c:pt>
                <c:pt idx="1124">
                  <c:v>1.9236</c:v>
                </c:pt>
                <c:pt idx="1125">
                  <c:v>1.9461999999999999</c:v>
                </c:pt>
                <c:pt idx="1126">
                  <c:v>1.9527000000000001</c:v>
                </c:pt>
                <c:pt idx="1127">
                  <c:v>1.9571000000000001</c:v>
                </c:pt>
                <c:pt idx="1128">
                  <c:v>1.95</c:v>
                </c:pt>
                <c:pt idx="1129">
                  <c:v>1.9513</c:v>
                </c:pt>
                <c:pt idx="1130">
                  <c:v>1.9391</c:v>
                </c:pt>
                <c:pt idx="1131">
                  <c:v>1.9411</c:v>
                </c:pt>
                <c:pt idx="1132">
                  <c:v>1.948</c:v>
                </c:pt>
                <c:pt idx="1133">
                  <c:v>1.9380999999999999</c:v>
                </c:pt>
                <c:pt idx="1134">
                  <c:v>1.9366000000000001</c:v>
                </c:pt>
                <c:pt idx="1135">
                  <c:v>1.9447000000000001</c:v>
                </c:pt>
                <c:pt idx="1136">
                  <c:v>1.9462999999999999</c:v>
                </c:pt>
                <c:pt idx="1137">
                  <c:v>1.9399</c:v>
                </c:pt>
                <c:pt idx="1138">
                  <c:v>1.9329000000000001</c:v>
                </c:pt>
                <c:pt idx="1139">
                  <c:v>1.9346000000000001</c:v>
                </c:pt>
                <c:pt idx="1140">
                  <c:v>1.948</c:v>
                </c:pt>
                <c:pt idx="1141">
                  <c:v>1.9475</c:v>
                </c:pt>
                <c:pt idx="1142">
                  <c:v>1.9477</c:v>
                </c:pt>
                <c:pt idx="1143">
                  <c:v>1.9591000000000001</c:v>
                </c:pt>
                <c:pt idx="1144">
                  <c:v>1.9375</c:v>
                </c:pt>
                <c:pt idx="1145">
                  <c:v>1.9424999999999999</c:v>
                </c:pt>
                <c:pt idx="1146">
                  <c:v>1.9463999999999999</c:v>
                </c:pt>
                <c:pt idx="1147">
                  <c:v>1.9371</c:v>
                </c:pt>
                <c:pt idx="1148">
                  <c:v>1.94</c:v>
                </c:pt>
                <c:pt idx="1149">
                  <c:v>1.9557</c:v>
                </c:pt>
                <c:pt idx="1150">
                  <c:v>1.9582999999999999</c:v>
                </c:pt>
                <c:pt idx="1151">
                  <c:v>1.9517</c:v>
                </c:pt>
                <c:pt idx="1152">
                  <c:v>1.9518</c:v>
                </c:pt>
                <c:pt idx="1153">
                  <c:v>1.9389000000000001</c:v>
                </c:pt>
                <c:pt idx="1154">
                  <c:v>1.9421999999999999</c:v>
                </c:pt>
                <c:pt idx="1155">
                  <c:v>1.9681999999999999</c:v>
                </c:pt>
              </c:numCache>
            </c:numRef>
          </c:val>
          <c:smooth val="0"/>
          <c:extLst>
            <c:ext xmlns:c16="http://schemas.microsoft.com/office/drawing/2014/chart" uri="{C3380CC4-5D6E-409C-BE32-E72D297353CC}">
              <c16:uniqueId val="{00000001-A566-4D8F-9C4D-D8450631E2F8}"/>
            </c:ext>
          </c:extLst>
        </c:ser>
        <c:ser>
          <c:idx val="1"/>
          <c:order val="1"/>
          <c:tx>
            <c:strRef>
              <c:f>沪深300增强_Wind!$J$9</c:f>
              <c:strCache>
                <c:ptCount val="1"/>
                <c:pt idx="0">
                  <c:v>沪深300</c:v>
                </c:pt>
              </c:strCache>
            </c:strRef>
          </c:tx>
          <c:spPr>
            <a:ln w="12700" cap="rnd">
              <a:solidFill>
                <a:srgbClr val="00BEE6"/>
              </a:solidFill>
              <a:round/>
            </a:ln>
            <a:effectLst/>
          </c:spPr>
          <c:marker>
            <c:symbol val="none"/>
          </c:marker>
          <c:cat>
            <c:numRef>
              <c:f>沪深300增强_Wind!$B$11:$B$1165</c:f>
              <c:numCache>
                <c:formatCode>yyyy/mm/dd</c:formatCode>
                <c:ptCount val="1155"/>
                <c:pt idx="0">
                  <c:v>41094</c:v>
                </c:pt>
                <c:pt idx="1">
                  <c:v>41095</c:v>
                </c:pt>
                <c:pt idx="2">
                  <c:v>41096</c:v>
                </c:pt>
                <c:pt idx="3">
                  <c:v>41099</c:v>
                </c:pt>
                <c:pt idx="4">
                  <c:v>41100</c:v>
                </c:pt>
                <c:pt idx="5">
                  <c:v>41101</c:v>
                </c:pt>
                <c:pt idx="6">
                  <c:v>41102</c:v>
                </c:pt>
                <c:pt idx="7">
                  <c:v>41103</c:v>
                </c:pt>
                <c:pt idx="8">
                  <c:v>41106</c:v>
                </c:pt>
                <c:pt idx="9">
                  <c:v>41107</c:v>
                </c:pt>
                <c:pt idx="10">
                  <c:v>41108</c:v>
                </c:pt>
                <c:pt idx="11">
                  <c:v>41109</c:v>
                </c:pt>
                <c:pt idx="12">
                  <c:v>41110</c:v>
                </c:pt>
                <c:pt idx="13">
                  <c:v>41113</c:v>
                </c:pt>
                <c:pt idx="14">
                  <c:v>41114</c:v>
                </c:pt>
                <c:pt idx="15">
                  <c:v>41115</c:v>
                </c:pt>
                <c:pt idx="16">
                  <c:v>41116</c:v>
                </c:pt>
                <c:pt idx="17">
                  <c:v>41117</c:v>
                </c:pt>
                <c:pt idx="18">
                  <c:v>41120</c:v>
                </c:pt>
                <c:pt idx="19">
                  <c:v>41121</c:v>
                </c:pt>
                <c:pt idx="20">
                  <c:v>41122</c:v>
                </c:pt>
                <c:pt idx="21">
                  <c:v>41123</c:v>
                </c:pt>
                <c:pt idx="22">
                  <c:v>41124</c:v>
                </c:pt>
                <c:pt idx="23">
                  <c:v>41127</c:v>
                </c:pt>
                <c:pt idx="24">
                  <c:v>41128</c:v>
                </c:pt>
                <c:pt idx="25">
                  <c:v>41129</c:v>
                </c:pt>
                <c:pt idx="26">
                  <c:v>41130</c:v>
                </c:pt>
                <c:pt idx="27">
                  <c:v>41131</c:v>
                </c:pt>
                <c:pt idx="28">
                  <c:v>41134</c:v>
                </c:pt>
                <c:pt idx="29">
                  <c:v>41135</c:v>
                </c:pt>
                <c:pt idx="30">
                  <c:v>41136</c:v>
                </c:pt>
                <c:pt idx="31">
                  <c:v>41137</c:v>
                </c:pt>
                <c:pt idx="32">
                  <c:v>41138</c:v>
                </c:pt>
                <c:pt idx="33">
                  <c:v>41141</c:v>
                </c:pt>
                <c:pt idx="34">
                  <c:v>41142</c:v>
                </c:pt>
                <c:pt idx="35">
                  <c:v>41143</c:v>
                </c:pt>
                <c:pt idx="36">
                  <c:v>41144</c:v>
                </c:pt>
                <c:pt idx="37">
                  <c:v>41145</c:v>
                </c:pt>
                <c:pt idx="38">
                  <c:v>41148</c:v>
                </c:pt>
                <c:pt idx="39">
                  <c:v>41149</c:v>
                </c:pt>
                <c:pt idx="40">
                  <c:v>41150</c:v>
                </c:pt>
                <c:pt idx="41">
                  <c:v>41151</c:v>
                </c:pt>
                <c:pt idx="42">
                  <c:v>41152</c:v>
                </c:pt>
                <c:pt idx="43">
                  <c:v>41155</c:v>
                </c:pt>
                <c:pt idx="44">
                  <c:v>41156</c:v>
                </c:pt>
                <c:pt idx="45">
                  <c:v>41157</c:v>
                </c:pt>
                <c:pt idx="46">
                  <c:v>41158</c:v>
                </c:pt>
                <c:pt idx="47">
                  <c:v>41159</c:v>
                </c:pt>
                <c:pt idx="48">
                  <c:v>41162</c:v>
                </c:pt>
                <c:pt idx="49">
                  <c:v>41163</c:v>
                </c:pt>
                <c:pt idx="50">
                  <c:v>41164</c:v>
                </c:pt>
                <c:pt idx="51">
                  <c:v>41165</c:v>
                </c:pt>
                <c:pt idx="52">
                  <c:v>41166</c:v>
                </c:pt>
                <c:pt idx="53">
                  <c:v>41169</c:v>
                </c:pt>
                <c:pt idx="54">
                  <c:v>41170</c:v>
                </c:pt>
                <c:pt idx="55">
                  <c:v>41171</c:v>
                </c:pt>
                <c:pt idx="56">
                  <c:v>41172</c:v>
                </c:pt>
                <c:pt idx="57">
                  <c:v>41173</c:v>
                </c:pt>
                <c:pt idx="58">
                  <c:v>41176</c:v>
                </c:pt>
                <c:pt idx="59">
                  <c:v>41177</c:v>
                </c:pt>
                <c:pt idx="60">
                  <c:v>41178</c:v>
                </c:pt>
                <c:pt idx="61">
                  <c:v>41179</c:v>
                </c:pt>
                <c:pt idx="62">
                  <c:v>41180</c:v>
                </c:pt>
                <c:pt idx="63">
                  <c:v>41190</c:v>
                </c:pt>
                <c:pt idx="64">
                  <c:v>41191</c:v>
                </c:pt>
                <c:pt idx="65">
                  <c:v>41192</c:v>
                </c:pt>
                <c:pt idx="66">
                  <c:v>41193</c:v>
                </c:pt>
                <c:pt idx="67">
                  <c:v>41194</c:v>
                </c:pt>
                <c:pt idx="68">
                  <c:v>41197</c:v>
                </c:pt>
                <c:pt idx="69">
                  <c:v>41198</c:v>
                </c:pt>
                <c:pt idx="70">
                  <c:v>41199</c:v>
                </c:pt>
                <c:pt idx="71">
                  <c:v>41200</c:v>
                </c:pt>
                <c:pt idx="72">
                  <c:v>41201</c:v>
                </c:pt>
                <c:pt idx="73">
                  <c:v>41204</c:v>
                </c:pt>
                <c:pt idx="74">
                  <c:v>41205</c:v>
                </c:pt>
                <c:pt idx="75">
                  <c:v>41206</c:v>
                </c:pt>
                <c:pt idx="76">
                  <c:v>41207</c:v>
                </c:pt>
                <c:pt idx="77">
                  <c:v>41208</c:v>
                </c:pt>
                <c:pt idx="78">
                  <c:v>41211</c:v>
                </c:pt>
                <c:pt idx="79">
                  <c:v>41212</c:v>
                </c:pt>
                <c:pt idx="80">
                  <c:v>41213</c:v>
                </c:pt>
                <c:pt idx="81">
                  <c:v>41214</c:v>
                </c:pt>
                <c:pt idx="82">
                  <c:v>41215</c:v>
                </c:pt>
                <c:pt idx="83">
                  <c:v>41218</c:v>
                </c:pt>
                <c:pt idx="84">
                  <c:v>41219</c:v>
                </c:pt>
                <c:pt idx="85">
                  <c:v>41220</c:v>
                </c:pt>
                <c:pt idx="86">
                  <c:v>41221</c:v>
                </c:pt>
                <c:pt idx="87">
                  <c:v>41222</c:v>
                </c:pt>
                <c:pt idx="88">
                  <c:v>41225</c:v>
                </c:pt>
                <c:pt idx="89">
                  <c:v>41226</c:v>
                </c:pt>
                <c:pt idx="90">
                  <c:v>41227</c:v>
                </c:pt>
                <c:pt idx="91">
                  <c:v>41228</c:v>
                </c:pt>
                <c:pt idx="92">
                  <c:v>41229</c:v>
                </c:pt>
                <c:pt idx="93">
                  <c:v>41232</c:v>
                </c:pt>
                <c:pt idx="94">
                  <c:v>41233</c:v>
                </c:pt>
                <c:pt idx="95">
                  <c:v>41234</c:v>
                </c:pt>
                <c:pt idx="96">
                  <c:v>41235</c:v>
                </c:pt>
                <c:pt idx="97">
                  <c:v>41236</c:v>
                </c:pt>
                <c:pt idx="98">
                  <c:v>41239</c:v>
                </c:pt>
                <c:pt idx="99">
                  <c:v>41240</c:v>
                </c:pt>
                <c:pt idx="100">
                  <c:v>41241</c:v>
                </c:pt>
                <c:pt idx="101">
                  <c:v>41242</c:v>
                </c:pt>
                <c:pt idx="102">
                  <c:v>41243</c:v>
                </c:pt>
                <c:pt idx="103">
                  <c:v>41246</c:v>
                </c:pt>
                <c:pt idx="104">
                  <c:v>41247</c:v>
                </c:pt>
                <c:pt idx="105">
                  <c:v>41248</c:v>
                </c:pt>
                <c:pt idx="106">
                  <c:v>41249</c:v>
                </c:pt>
                <c:pt idx="107">
                  <c:v>41250</c:v>
                </c:pt>
                <c:pt idx="108">
                  <c:v>41253</c:v>
                </c:pt>
                <c:pt idx="109">
                  <c:v>41254</c:v>
                </c:pt>
                <c:pt idx="110">
                  <c:v>41255</c:v>
                </c:pt>
                <c:pt idx="111">
                  <c:v>41256</c:v>
                </c:pt>
                <c:pt idx="112">
                  <c:v>41257</c:v>
                </c:pt>
                <c:pt idx="113">
                  <c:v>41260</c:v>
                </c:pt>
                <c:pt idx="114">
                  <c:v>41261</c:v>
                </c:pt>
                <c:pt idx="115">
                  <c:v>41262</c:v>
                </c:pt>
                <c:pt idx="116">
                  <c:v>41263</c:v>
                </c:pt>
                <c:pt idx="117">
                  <c:v>41264</c:v>
                </c:pt>
                <c:pt idx="118">
                  <c:v>41267</c:v>
                </c:pt>
                <c:pt idx="119">
                  <c:v>41268</c:v>
                </c:pt>
                <c:pt idx="120">
                  <c:v>41269</c:v>
                </c:pt>
                <c:pt idx="121">
                  <c:v>41270</c:v>
                </c:pt>
                <c:pt idx="122">
                  <c:v>41271</c:v>
                </c:pt>
                <c:pt idx="123">
                  <c:v>41274</c:v>
                </c:pt>
                <c:pt idx="124">
                  <c:v>41278</c:v>
                </c:pt>
                <c:pt idx="125">
                  <c:v>41281</c:v>
                </c:pt>
                <c:pt idx="126">
                  <c:v>41282</c:v>
                </c:pt>
                <c:pt idx="127">
                  <c:v>41283</c:v>
                </c:pt>
                <c:pt idx="128">
                  <c:v>41284</c:v>
                </c:pt>
                <c:pt idx="129">
                  <c:v>41285</c:v>
                </c:pt>
                <c:pt idx="130">
                  <c:v>41288</c:v>
                </c:pt>
                <c:pt idx="131">
                  <c:v>41289</c:v>
                </c:pt>
                <c:pt idx="132">
                  <c:v>41290</c:v>
                </c:pt>
                <c:pt idx="133">
                  <c:v>41291</c:v>
                </c:pt>
                <c:pt idx="134">
                  <c:v>41292</c:v>
                </c:pt>
                <c:pt idx="135">
                  <c:v>41295</c:v>
                </c:pt>
                <c:pt idx="136">
                  <c:v>41296</c:v>
                </c:pt>
                <c:pt idx="137">
                  <c:v>41297</c:v>
                </c:pt>
                <c:pt idx="138">
                  <c:v>41298</c:v>
                </c:pt>
                <c:pt idx="139">
                  <c:v>41299</c:v>
                </c:pt>
                <c:pt idx="140">
                  <c:v>41302</c:v>
                </c:pt>
                <c:pt idx="141">
                  <c:v>41303</c:v>
                </c:pt>
                <c:pt idx="142">
                  <c:v>41304</c:v>
                </c:pt>
                <c:pt idx="143">
                  <c:v>41305</c:v>
                </c:pt>
                <c:pt idx="144">
                  <c:v>41306</c:v>
                </c:pt>
                <c:pt idx="145">
                  <c:v>41309</c:v>
                </c:pt>
                <c:pt idx="146">
                  <c:v>41310</c:v>
                </c:pt>
                <c:pt idx="147">
                  <c:v>41311</c:v>
                </c:pt>
                <c:pt idx="148">
                  <c:v>41312</c:v>
                </c:pt>
                <c:pt idx="149">
                  <c:v>41313</c:v>
                </c:pt>
                <c:pt idx="150">
                  <c:v>41323</c:v>
                </c:pt>
                <c:pt idx="151">
                  <c:v>41324</c:v>
                </c:pt>
                <c:pt idx="152">
                  <c:v>41325</c:v>
                </c:pt>
                <c:pt idx="153">
                  <c:v>41326</c:v>
                </c:pt>
                <c:pt idx="154">
                  <c:v>41327</c:v>
                </c:pt>
                <c:pt idx="155">
                  <c:v>41330</c:v>
                </c:pt>
                <c:pt idx="156">
                  <c:v>41331</c:v>
                </c:pt>
                <c:pt idx="157">
                  <c:v>41332</c:v>
                </c:pt>
                <c:pt idx="158">
                  <c:v>41333</c:v>
                </c:pt>
                <c:pt idx="159">
                  <c:v>41334</c:v>
                </c:pt>
                <c:pt idx="160">
                  <c:v>41337</c:v>
                </c:pt>
                <c:pt idx="161">
                  <c:v>41338</c:v>
                </c:pt>
                <c:pt idx="162">
                  <c:v>41339</c:v>
                </c:pt>
                <c:pt idx="163">
                  <c:v>41340</c:v>
                </c:pt>
                <c:pt idx="164">
                  <c:v>41341</c:v>
                </c:pt>
                <c:pt idx="165">
                  <c:v>41344</c:v>
                </c:pt>
                <c:pt idx="166">
                  <c:v>41345</c:v>
                </c:pt>
                <c:pt idx="167">
                  <c:v>41346</c:v>
                </c:pt>
                <c:pt idx="168">
                  <c:v>41347</c:v>
                </c:pt>
                <c:pt idx="169">
                  <c:v>41348</c:v>
                </c:pt>
                <c:pt idx="170">
                  <c:v>41351</c:v>
                </c:pt>
                <c:pt idx="171">
                  <c:v>41352</c:v>
                </c:pt>
                <c:pt idx="172">
                  <c:v>41353</c:v>
                </c:pt>
                <c:pt idx="173">
                  <c:v>41354</c:v>
                </c:pt>
                <c:pt idx="174">
                  <c:v>41355</c:v>
                </c:pt>
                <c:pt idx="175">
                  <c:v>41358</c:v>
                </c:pt>
                <c:pt idx="176">
                  <c:v>41359</c:v>
                </c:pt>
                <c:pt idx="177">
                  <c:v>41360</c:v>
                </c:pt>
                <c:pt idx="178">
                  <c:v>41361</c:v>
                </c:pt>
                <c:pt idx="179">
                  <c:v>41362</c:v>
                </c:pt>
                <c:pt idx="180">
                  <c:v>41365</c:v>
                </c:pt>
                <c:pt idx="181">
                  <c:v>41366</c:v>
                </c:pt>
                <c:pt idx="182">
                  <c:v>41367</c:v>
                </c:pt>
                <c:pt idx="183">
                  <c:v>41372</c:v>
                </c:pt>
                <c:pt idx="184">
                  <c:v>41373</c:v>
                </c:pt>
                <c:pt idx="185">
                  <c:v>41374</c:v>
                </c:pt>
                <c:pt idx="186">
                  <c:v>41375</c:v>
                </c:pt>
                <c:pt idx="187">
                  <c:v>41376</c:v>
                </c:pt>
                <c:pt idx="188">
                  <c:v>41379</c:v>
                </c:pt>
                <c:pt idx="189">
                  <c:v>41380</c:v>
                </c:pt>
                <c:pt idx="190">
                  <c:v>41381</c:v>
                </c:pt>
                <c:pt idx="191">
                  <c:v>41382</c:v>
                </c:pt>
                <c:pt idx="192">
                  <c:v>41383</c:v>
                </c:pt>
                <c:pt idx="193">
                  <c:v>41386</c:v>
                </c:pt>
                <c:pt idx="194">
                  <c:v>41387</c:v>
                </c:pt>
                <c:pt idx="195">
                  <c:v>41388</c:v>
                </c:pt>
                <c:pt idx="196">
                  <c:v>41389</c:v>
                </c:pt>
                <c:pt idx="197">
                  <c:v>41390</c:v>
                </c:pt>
                <c:pt idx="198">
                  <c:v>41396</c:v>
                </c:pt>
                <c:pt idx="199">
                  <c:v>41397</c:v>
                </c:pt>
                <c:pt idx="200">
                  <c:v>41400</c:v>
                </c:pt>
                <c:pt idx="201">
                  <c:v>41401</c:v>
                </c:pt>
                <c:pt idx="202">
                  <c:v>41402</c:v>
                </c:pt>
                <c:pt idx="203">
                  <c:v>41403</c:v>
                </c:pt>
                <c:pt idx="204">
                  <c:v>41404</c:v>
                </c:pt>
                <c:pt idx="205">
                  <c:v>41407</c:v>
                </c:pt>
                <c:pt idx="206">
                  <c:v>41408</c:v>
                </c:pt>
                <c:pt idx="207">
                  <c:v>41409</c:v>
                </c:pt>
                <c:pt idx="208">
                  <c:v>41410</c:v>
                </c:pt>
                <c:pt idx="209">
                  <c:v>41411</c:v>
                </c:pt>
                <c:pt idx="210">
                  <c:v>41414</c:v>
                </c:pt>
                <c:pt idx="211">
                  <c:v>41415</c:v>
                </c:pt>
                <c:pt idx="212">
                  <c:v>41416</c:v>
                </c:pt>
                <c:pt idx="213">
                  <c:v>41417</c:v>
                </c:pt>
                <c:pt idx="214">
                  <c:v>41418</c:v>
                </c:pt>
                <c:pt idx="215">
                  <c:v>41421</c:v>
                </c:pt>
                <c:pt idx="216">
                  <c:v>41422</c:v>
                </c:pt>
                <c:pt idx="217">
                  <c:v>41423</c:v>
                </c:pt>
                <c:pt idx="218">
                  <c:v>41424</c:v>
                </c:pt>
                <c:pt idx="219">
                  <c:v>41425</c:v>
                </c:pt>
                <c:pt idx="220">
                  <c:v>41428</c:v>
                </c:pt>
                <c:pt idx="221">
                  <c:v>41429</c:v>
                </c:pt>
                <c:pt idx="222">
                  <c:v>41430</c:v>
                </c:pt>
                <c:pt idx="223">
                  <c:v>41431</c:v>
                </c:pt>
                <c:pt idx="224">
                  <c:v>41432</c:v>
                </c:pt>
                <c:pt idx="225">
                  <c:v>41438</c:v>
                </c:pt>
                <c:pt idx="226">
                  <c:v>41439</c:v>
                </c:pt>
                <c:pt idx="227">
                  <c:v>41442</c:v>
                </c:pt>
                <c:pt idx="228">
                  <c:v>41443</c:v>
                </c:pt>
                <c:pt idx="229">
                  <c:v>41444</c:v>
                </c:pt>
                <c:pt idx="230">
                  <c:v>41445</c:v>
                </c:pt>
                <c:pt idx="231">
                  <c:v>41446</c:v>
                </c:pt>
                <c:pt idx="232">
                  <c:v>41449</c:v>
                </c:pt>
                <c:pt idx="233">
                  <c:v>41450</c:v>
                </c:pt>
                <c:pt idx="234">
                  <c:v>41451</c:v>
                </c:pt>
                <c:pt idx="235">
                  <c:v>41452</c:v>
                </c:pt>
                <c:pt idx="236">
                  <c:v>41453</c:v>
                </c:pt>
                <c:pt idx="237">
                  <c:v>41456</c:v>
                </c:pt>
                <c:pt idx="238">
                  <c:v>41457</c:v>
                </c:pt>
                <c:pt idx="239">
                  <c:v>41458</c:v>
                </c:pt>
                <c:pt idx="240">
                  <c:v>41459</c:v>
                </c:pt>
                <c:pt idx="241">
                  <c:v>41460</c:v>
                </c:pt>
                <c:pt idx="242">
                  <c:v>41463</c:v>
                </c:pt>
                <c:pt idx="243">
                  <c:v>41464</c:v>
                </c:pt>
                <c:pt idx="244">
                  <c:v>41465</c:v>
                </c:pt>
                <c:pt idx="245">
                  <c:v>41466</c:v>
                </c:pt>
                <c:pt idx="246">
                  <c:v>41467</c:v>
                </c:pt>
                <c:pt idx="247">
                  <c:v>41470</c:v>
                </c:pt>
                <c:pt idx="248">
                  <c:v>41471</c:v>
                </c:pt>
                <c:pt idx="249">
                  <c:v>41472</c:v>
                </c:pt>
                <c:pt idx="250">
                  <c:v>41473</c:v>
                </c:pt>
                <c:pt idx="251">
                  <c:v>41474</c:v>
                </c:pt>
                <c:pt idx="252">
                  <c:v>41477</c:v>
                </c:pt>
                <c:pt idx="253">
                  <c:v>41478</c:v>
                </c:pt>
                <c:pt idx="254">
                  <c:v>41479</c:v>
                </c:pt>
                <c:pt idx="255">
                  <c:v>41480</c:v>
                </c:pt>
                <c:pt idx="256">
                  <c:v>41481</c:v>
                </c:pt>
                <c:pt idx="257">
                  <c:v>41484</c:v>
                </c:pt>
                <c:pt idx="258">
                  <c:v>41485</c:v>
                </c:pt>
                <c:pt idx="259">
                  <c:v>41486</c:v>
                </c:pt>
                <c:pt idx="260">
                  <c:v>41487</c:v>
                </c:pt>
                <c:pt idx="261">
                  <c:v>41488</c:v>
                </c:pt>
                <c:pt idx="262">
                  <c:v>41491</c:v>
                </c:pt>
                <c:pt idx="263">
                  <c:v>41492</c:v>
                </c:pt>
                <c:pt idx="264">
                  <c:v>41493</c:v>
                </c:pt>
                <c:pt idx="265">
                  <c:v>41494</c:v>
                </c:pt>
                <c:pt idx="266">
                  <c:v>41495</c:v>
                </c:pt>
                <c:pt idx="267">
                  <c:v>41498</c:v>
                </c:pt>
                <c:pt idx="268">
                  <c:v>41499</c:v>
                </c:pt>
                <c:pt idx="269">
                  <c:v>41500</c:v>
                </c:pt>
                <c:pt idx="270">
                  <c:v>41501</c:v>
                </c:pt>
                <c:pt idx="271">
                  <c:v>41502</c:v>
                </c:pt>
                <c:pt idx="272">
                  <c:v>41505</c:v>
                </c:pt>
                <c:pt idx="273">
                  <c:v>41506</c:v>
                </c:pt>
                <c:pt idx="274">
                  <c:v>41507</c:v>
                </c:pt>
                <c:pt idx="275">
                  <c:v>41508</c:v>
                </c:pt>
                <c:pt idx="276">
                  <c:v>41509</c:v>
                </c:pt>
                <c:pt idx="277">
                  <c:v>41512</c:v>
                </c:pt>
                <c:pt idx="278">
                  <c:v>41513</c:v>
                </c:pt>
                <c:pt idx="279">
                  <c:v>41514</c:v>
                </c:pt>
                <c:pt idx="280">
                  <c:v>41515</c:v>
                </c:pt>
                <c:pt idx="281">
                  <c:v>41516</c:v>
                </c:pt>
                <c:pt idx="282">
                  <c:v>41519</c:v>
                </c:pt>
                <c:pt idx="283">
                  <c:v>41520</c:v>
                </c:pt>
                <c:pt idx="284">
                  <c:v>41521</c:v>
                </c:pt>
                <c:pt idx="285">
                  <c:v>41522</c:v>
                </c:pt>
                <c:pt idx="286">
                  <c:v>41523</c:v>
                </c:pt>
                <c:pt idx="287">
                  <c:v>41526</c:v>
                </c:pt>
                <c:pt idx="288">
                  <c:v>41527</c:v>
                </c:pt>
                <c:pt idx="289">
                  <c:v>41528</c:v>
                </c:pt>
                <c:pt idx="290">
                  <c:v>41529</c:v>
                </c:pt>
                <c:pt idx="291">
                  <c:v>41530</c:v>
                </c:pt>
                <c:pt idx="292">
                  <c:v>41533</c:v>
                </c:pt>
                <c:pt idx="293">
                  <c:v>41534</c:v>
                </c:pt>
                <c:pt idx="294">
                  <c:v>41535</c:v>
                </c:pt>
                <c:pt idx="295">
                  <c:v>41540</c:v>
                </c:pt>
                <c:pt idx="296">
                  <c:v>41541</c:v>
                </c:pt>
                <c:pt idx="297">
                  <c:v>41542</c:v>
                </c:pt>
                <c:pt idx="298">
                  <c:v>41543</c:v>
                </c:pt>
                <c:pt idx="299">
                  <c:v>41544</c:v>
                </c:pt>
                <c:pt idx="300">
                  <c:v>41547</c:v>
                </c:pt>
                <c:pt idx="301">
                  <c:v>41555</c:v>
                </c:pt>
                <c:pt idx="302">
                  <c:v>41556</c:v>
                </c:pt>
                <c:pt idx="303">
                  <c:v>41557</c:v>
                </c:pt>
                <c:pt idx="304">
                  <c:v>41558</c:v>
                </c:pt>
                <c:pt idx="305">
                  <c:v>41561</c:v>
                </c:pt>
                <c:pt idx="306">
                  <c:v>41562</c:v>
                </c:pt>
                <c:pt idx="307">
                  <c:v>41563</c:v>
                </c:pt>
                <c:pt idx="308">
                  <c:v>41564</c:v>
                </c:pt>
                <c:pt idx="309">
                  <c:v>41565</c:v>
                </c:pt>
                <c:pt idx="310">
                  <c:v>41568</c:v>
                </c:pt>
                <c:pt idx="311">
                  <c:v>41569</c:v>
                </c:pt>
                <c:pt idx="312">
                  <c:v>41570</c:v>
                </c:pt>
                <c:pt idx="313">
                  <c:v>41571</c:v>
                </c:pt>
                <c:pt idx="314">
                  <c:v>41572</c:v>
                </c:pt>
                <c:pt idx="315">
                  <c:v>41575</c:v>
                </c:pt>
                <c:pt idx="316">
                  <c:v>41576</c:v>
                </c:pt>
                <c:pt idx="317">
                  <c:v>41577</c:v>
                </c:pt>
                <c:pt idx="318">
                  <c:v>41578</c:v>
                </c:pt>
                <c:pt idx="319">
                  <c:v>41579</c:v>
                </c:pt>
                <c:pt idx="320">
                  <c:v>41582</c:v>
                </c:pt>
                <c:pt idx="321">
                  <c:v>41583</c:v>
                </c:pt>
                <c:pt idx="322">
                  <c:v>41584</c:v>
                </c:pt>
                <c:pt idx="323">
                  <c:v>41585</c:v>
                </c:pt>
                <c:pt idx="324">
                  <c:v>41586</c:v>
                </c:pt>
                <c:pt idx="325">
                  <c:v>41589</c:v>
                </c:pt>
                <c:pt idx="326">
                  <c:v>41590</c:v>
                </c:pt>
                <c:pt idx="327">
                  <c:v>41591</c:v>
                </c:pt>
                <c:pt idx="328">
                  <c:v>41592</c:v>
                </c:pt>
                <c:pt idx="329">
                  <c:v>41593</c:v>
                </c:pt>
                <c:pt idx="330">
                  <c:v>41596</c:v>
                </c:pt>
                <c:pt idx="331">
                  <c:v>41597</c:v>
                </c:pt>
                <c:pt idx="332">
                  <c:v>41598</c:v>
                </c:pt>
                <c:pt idx="333">
                  <c:v>41599</c:v>
                </c:pt>
                <c:pt idx="334">
                  <c:v>41600</c:v>
                </c:pt>
                <c:pt idx="335">
                  <c:v>41603</c:v>
                </c:pt>
                <c:pt idx="336">
                  <c:v>41604</c:v>
                </c:pt>
                <c:pt idx="337">
                  <c:v>41605</c:v>
                </c:pt>
                <c:pt idx="338">
                  <c:v>41606</c:v>
                </c:pt>
                <c:pt idx="339">
                  <c:v>41607</c:v>
                </c:pt>
                <c:pt idx="340">
                  <c:v>41610</c:v>
                </c:pt>
                <c:pt idx="341">
                  <c:v>41611</c:v>
                </c:pt>
                <c:pt idx="342">
                  <c:v>41612</c:v>
                </c:pt>
                <c:pt idx="343">
                  <c:v>41613</c:v>
                </c:pt>
                <c:pt idx="344">
                  <c:v>41614</c:v>
                </c:pt>
                <c:pt idx="345">
                  <c:v>41617</c:v>
                </c:pt>
                <c:pt idx="346">
                  <c:v>41618</c:v>
                </c:pt>
                <c:pt idx="347">
                  <c:v>41619</c:v>
                </c:pt>
                <c:pt idx="348">
                  <c:v>41620</c:v>
                </c:pt>
                <c:pt idx="349">
                  <c:v>41621</c:v>
                </c:pt>
                <c:pt idx="350">
                  <c:v>41624</c:v>
                </c:pt>
                <c:pt idx="351">
                  <c:v>41625</c:v>
                </c:pt>
                <c:pt idx="352">
                  <c:v>41626</c:v>
                </c:pt>
                <c:pt idx="353">
                  <c:v>41627</c:v>
                </c:pt>
                <c:pt idx="354">
                  <c:v>41628</c:v>
                </c:pt>
                <c:pt idx="355">
                  <c:v>41631</c:v>
                </c:pt>
                <c:pt idx="356">
                  <c:v>41632</c:v>
                </c:pt>
                <c:pt idx="357">
                  <c:v>41633</c:v>
                </c:pt>
                <c:pt idx="358">
                  <c:v>41634</c:v>
                </c:pt>
                <c:pt idx="359">
                  <c:v>41635</c:v>
                </c:pt>
                <c:pt idx="360">
                  <c:v>41638</c:v>
                </c:pt>
                <c:pt idx="361">
                  <c:v>41639</c:v>
                </c:pt>
                <c:pt idx="362">
                  <c:v>41641</c:v>
                </c:pt>
                <c:pt idx="363">
                  <c:v>41642</c:v>
                </c:pt>
                <c:pt idx="364">
                  <c:v>41645</c:v>
                </c:pt>
                <c:pt idx="365">
                  <c:v>41646</c:v>
                </c:pt>
                <c:pt idx="366">
                  <c:v>41647</c:v>
                </c:pt>
                <c:pt idx="367">
                  <c:v>41648</c:v>
                </c:pt>
                <c:pt idx="368">
                  <c:v>41649</c:v>
                </c:pt>
                <c:pt idx="369">
                  <c:v>41652</c:v>
                </c:pt>
                <c:pt idx="370">
                  <c:v>41653</c:v>
                </c:pt>
                <c:pt idx="371">
                  <c:v>41654</c:v>
                </c:pt>
                <c:pt idx="372">
                  <c:v>41655</c:v>
                </c:pt>
                <c:pt idx="373">
                  <c:v>41656</c:v>
                </c:pt>
                <c:pt idx="374">
                  <c:v>41659</c:v>
                </c:pt>
                <c:pt idx="375">
                  <c:v>41660</c:v>
                </c:pt>
                <c:pt idx="376">
                  <c:v>41661</c:v>
                </c:pt>
                <c:pt idx="377">
                  <c:v>41662</c:v>
                </c:pt>
                <c:pt idx="378">
                  <c:v>41663</c:v>
                </c:pt>
                <c:pt idx="379">
                  <c:v>41666</c:v>
                </c:pt>
                <c:pt idx="380">
                  <c:v>41667</c:v>
                </c:pt>
                <c:pt idx="381">
                  <c:v>41668</c:v>
                </c:pt>
                <c:pt idx="382">
                  <c:v>41669</c:v>
                </c:pt>
                <c:pt idx="383">
                  <c:v>41677</c:v>
                </c:pt>
                <c:pt idx="384">
                  <c:v>41680</c:v>
                </c:pt>
                <c:pt idx="385">
                  <c:v>41681</c:v>
                </c:pt>
                <c:pt idx="386">
                  <c:v>41682</c:v>
                </c:pt>
                <c:pt idx="387">
                  <c:v>41683</c:v>
                </c:pt>
                <c:pt idx="388">
                  <c:v>41684</c:v>
                </c:pt>
                <c:pt idx="389">
                  <c:v>41687</c:v>
                </c:pt>
                <c:pt idx="390">
                  <c:v>41688</c:v>
                </c:pt>
                <c:pt idx="391">
                  <c:v>41689</c:v>
                </c:pt>
                <c:pt idx="392">
                  <c:v>41690</c:v>
                </c:pt>
                <c:pt idx="393">
                  <c:v>41691</c:v>
                </c:pt>
                <c:pt idx="394">
                  <c:v>41694</c:v>
                </c:pt>
                <c:pt idx="395">
                  <c:v>41695</c:v>
                </c:pt>
                <c:pt idx="396">
                  <c:v>41696</c:v>
                </c:pt>
                <c:pt idx="397">
                  <c:v>41697</c:v>
                </c:pt>
                <c:pt idx="398">
                  <c:v>41698</c:v>
                </c:pt>
                <c:pt idx="399">
                  <c:v>41701</c:v>
                </c:pt>
                <c:pt idx="400">
                  <c:v>41702</c:v>
                </c:pt>
                <c:pt idx="401">
                  <c:v>41703</c:v>
                </c:pt>
                <c:pt idx="402">
                  <c:v>41704</c:v>
                </c:pt>
                <c:pt idx="403">
                  <c:v>41705</c:v>
                </c:pt>
                <c:pt idx="404">
                  <c:v>41708</c:v>
                </c:pt>
                <c:pt idx="405">
                  <c:v>41709</c:v>
                </c:pt>
                <c:pt idx="406">
                  <c:v>41710</c:v>
                </c:pt>
                <c:pt idx="407">
                  <c:v>41711</c:v>
                </c:pt>
                <c:pt idx="408">
                  <c:v>41712</c:v>
                </c:pt>
                <c:pt idx="409">
                  <c:v>41715</c:v>
                </c:pt>
                <c:pt idx="410">
                  <c:v>41716</c:v>
                </c:pt>
                <c:pt idx="411">
                  <c:v>41717</c:v>
                </c:pt>
                <c:pt idx="412">
                  <c:v>41718</c:v>
                </c:pt>
                <c:pt idx="413">
                  <c:v>41719</c:v>
                </c:pt>
                <c:pt idx="414">
                  <c:v>41722</c:v>
                </c:pt>
                <c:pt idx="415">
                  <c:v>41723</c:v>
                </c:pt>
                <c:pt idx="416">
                  <c:v>41724</c:v>
                </c:pt>
                <c:pt idx="417">
                  <c:v>41725</c:v>
                </c:pt>
                <c:pt idx="418">
                  <c:v>41726</c:v>
                </c:pt>
                <c:pt idx="419">
                  <c:v>41729</c:v>
                </c:pt>
                <c:pt idx="420">
                  <c:v>41730</c:v>
                </c:pt>
                <c:pt idx="421">
                  <c:v>41731</c:v>
                </c:pt>
                <c:pt idx="422">
                  <c:v>41732</c:v>
                </c:pt>
                <c:pt idx="423">
                  <c:v>41733</c:v>
                </c:pt>
                <c:pt idx="424">
                  <c:v>41737</c:v>
                </c:pt>
                <c:pt idx="425">
                  <c:v>41738</c:v>
                </c:pt>
                <c:pt idx="426">
                  <c:v>41739</c:v>
                </c:pt>
                <c:pt idx="427">
                  <c:v>41740</c:v>
                </c:pt>
                <c:pt idx="428">
                  <c:v>41743</c:v>
                </c:pt>
                <c:pt idx="429">
                  <c:v>41744</c:v>
                </c:pt>
                <c:pt idx="430">
                  <c:v>41745</c:v>
                </c:pt>
                <c:pt idx="431">
                  <c:v>41746</c:v>
                </c:pt>
                <c:pt idx="432">
                  <c:v>41747</c:v>
                </c:pt>
                <c:pt idx="433">
                  <c:v>41750</c:v>
                </c:pt>
                <c:pt idx="434">
                  <c:v>41751</c:v>
                </c:pt>
                <c:pt idx="435">
                  <c:v>41752</c:v>
                </c:pt>
                <c:pt idx="436">
                  <c:v>41753</c:v>
                </c:pt>
                <c:pt idx="437">
                  <c:v>41754</c:v>
                </c:pt>
                <c:pt idx="438">
                  <c:v>41757</c:v>
                </c:pt>
                <c:pt idx="439">
                  <c:v>41758</c:v>
                </c:pt>
                <c:pt idx="440">
                  <c:v>41759</c:v>
                </c:pt>
                <c:pt idx="441">
                  <c:v>41764</c:v>
                </c:pt>
                <c:pt idx="442">
                  <c:v>41765</c:v>
                </c:pt>
                <c:pt idx="443">
                  <c:v>41766</c:v>
                </c:pt>
                <c:pt idx="444">
                  <c:v>41767</c:v>
                </c:pt>
                <c:pt idx="445">
                  <c:v>41768</c:v>
                </c:pt>
                <c:pt idx="446">
                  <c:v>41771</c:v>
                </c:pt>
                <c:pt idx="447">
                  <c:v>41772</c:v>
                </c:pt>
                <c:pt idx="448">
                  <c:v>41773</c:v>
                </c:pt>
                <c:pt idx="449">
                  <c:v>41774</c:v>
                </c:pt>
                <c:pt idx="450">
                  <c:v>41775</c:v>
                </c:pt>
                <c:pt idx="451">
                  <c:v>41778</c:v>
                </c:pt>
                <c:pt idx="452">
                  <c:v>41779</c:v>
                </c:pt>
                <c:pt idx="453">
                  <c:v>41780</c:v>
                </c:pt>
                <c:pt idx="454">
                  <c:v>41781</c:v>
                </c:pt>
                <c:pt idx="455">
                  <c:v>41782</c:v>
                </c:pt>
                <c:pt idx="456">
                  <c:v>41785</c:v>
                </c:pt>
                <c:pt idx="457">
                  <c:v>41786</c:v>
                </c:pt>
                <c:pt idx="458">
                  <c:v>41787</c:v>
                </c:pt>
                <c:pt idx="459">
                  <c:v>41788</c:v>
                </c:pt>
                <c:pt idx="460">
                  <c:v>41789</c:v>
                </c:pt>
                <c:pt idx="461">
                  <c:v>41793</c:v>
                </c:pt>
                <c:pt idx="462">
                  <c:v>41794</c:v>
                </c:pt>
                <c:pt idx="463">
                  <c:v>41795</c:v>
                </c:pt>
                <c:pt idx="464">
                  <c:v>41796</c:v>
                </c:pt>
                <c:pt idx="465">
                  <c:v>41799</c:v>
                </c:pt>
                <c:pt idx="466">
                  <c:v>41800</c:v>
                </c:pt>
                <c:pt idx="467">
                  <c:v>41801</c:v>
                </c:pt>
                <c:pt idx="468">
                  <c:v>41802</c:v>
                </c:pt>
                <c:pt idx="469">
                  <c:v>41803</c:v>
                </c:pt>
                <c:pt idx="470">
                  <c:v>41806</c:v>
                </c:pt>
                <c:pt idx="471">
                  <c:v>41807</c:v>
                </c:pt>
                <c:pt idx="472">
                  <c:v>41808</c:v>
                </c:pt>
                <c:pt idx="473">
                  <c:v>41809</c:v>
                </c:pt>
                <c:pt idx="474">
                  <c:v>41810</c:v>
                </c:pt>
                <c:pt idx="475">
                  <c:v>41813</c:v>
                </c:pt>
                <c:pt idx="476">
                  <c:v>41814</c:v>
                </c:pt>
                <c:pt idx="477">
                  <c:v>41815</c:v>
                </c:pt>
                <c:pt idx="478">
                  <c:v>41816</c:v>
                </c:pt>
                <c:pt idx="479">
                  <c:v>41817</c:v>
                </c:pt>
                <c:pt idx="480">
                  <c:v>41820</c:v>
                </c:pt>
                <c:pt idx="481">
                  <c:v>41821</c:v>
                </c:pt>
                <c:pt idx="482">
                  <c:v>41822</c:v>
                </c:pt>
                <c:pt idx="483">
                  <c:v>41823</c:v>
                </c:pt>
                <c:pt idx="484">
                  <c:v>41824</c:v>
                </c:pt>
                <c:pt idx="485">
                  <c:v>41827</c:v>
                </c:pt>
                <c:pt idx="486">
                  <c:v>41828</c:v>
                </c:pt>
                <c:pt idx="487">
                  <c:v>41829</c:v>
                </c:pt>
                <c:pt idx="488">
                  <c:v>41830</c:v>
                </c:pt>
                <c:pt idx="489">
                  <c:v>41831</c:v>
                </c:pt>
                <c:pt idx="490">
                  <c:v>41834</c:v>
                </c:pt>
                <c:pt idx="491">
                  <c:v>41835</c:v>
                </c:pt>
                <c:pt idx="492">
                  <c:v>41836</c:v>
                </c:pt>
                <c:pt idx="493">
                  <c:v>41837</c:v>
                </c:pt>
                <c:pt idx="494">
                  <c:v>41838</c:v>
                </c:pt>
                <c:pt idx="495">
                  <c:v>41841</c:v>
                </c:pt>
                <c:pt idx="496">
                  <c:v>41842</c:v>
                </c:pt>
                <c:pt idx="497">
                  <c:v>41843</c:v>
                </c:pt>
                <c:pt idx="498">
                  <c:v>41844</c:v>
                </c:pt>
                <c:pt idx="499">
                  <c:v>41845</c:v>
                </c:pt>
                <c:pt idx="500">
                  <c:v>41848</c:v>
                </c:pt>
                <c:pt idx="501">
                  <c:v>41849</c:v>
                </c:pt>
                <c:pt idx="502">
                  <c:v>41850</c:v>
                </c:pt>
                <c:pt idx="503">
                  <c:v>41851</c:v>
                </c:pt>
                <c:pt idx="504">
                  <c:v>41852</c:v>
                </c:pt>
                <c:pt idx="505">
                  <c:v>41855</c:v>
                </c:pt>
                <c:pt idx="506">
                  <c:v>41856</c:v>
                </c:pt>
                <c:pt idx="507">
                  <c:v>41857</c:v>
                </c:pt>
                <c:pt idx="508">
                  <c:v>41858</c:v>
                </c:pt>
                <c:pt idx="509">
                  <c:v>41859</c:v>
                </c:pt>
                <c:pt idx="510">
                  <c:v>41862</c:v>
                </c:pt>
                <c:pt idx="511">
                  <c:v>41863</c:v>
                </c:pt>
                <c:pt idx="512">
                  <c:v>41864</c:v>
                </c:pt>
                <c:pt idx="513">
                  <c:v>41865</c:v>
                </c:pt>
                <c:pt idx="514">
                  <c:v>41866</c:v>
                </c:pt>
                <c:pt idx="515">
                  <c:v>41869</c:v>
                </c:pt>
                <c:pt idx="516">
                  <c:v>41870</c:v>
                </c:pt>
                <c:pt idx="517">
                  <c:v>41871</c:v>
                </c:pt>
                <c:pt idx="518">
                  <c:v>41872</c:v>
                </c:pt>
                <c:pt idx="519">
                  <c:v>41873</c:v>
                </c:pt>
                <c:pt idx="520">
                  <c:v>41876</c:v>
                </c:pt>
                <c:pt idx="521">
                  <c:v>41877</c:v>
                </c:pt>
                <c:pt idx="522">
                  <c:v>41878</c:v>
                </c:pt>
                <c:pt idx="523">
                  <c:v>41879</c:v>
                </c:pt>
                <c:pt idx="524">
                  <c:v>41880</c:v>
                </c:pt>
                <c:pt idx="525">
                  <c:v>41883</c:v>
                </c:pt>
                <c:pt idx="526">
                  <c:v>41884</c:v>
                </c:pt>
                <c:pt idx="527">
                  <c:v>41885</c:v>
                </c:pt>
                <c:pt idx="528">
                  <c:v>41886</c:v>
                </c:pt>
                <c:pt idx="529">
                  <c:v>41887</c:v>
                </c:pt>
                <c:pt idx="530">
                  <c:v>41891</c:v>
                </c:pt>
                <c:pt idx="531">
                  <c:v>41892</c:v>
                </c:pt>
                <c:pt idx="532">
                  <c:v>41893</c:v>
                </c:pt>
                <c:pt idx="533">
                  <c:v>41894</c:v>
                </c:pt>
                <c:pt idx="534">
                  <c:v>41897</c:v>
                </c:pt>
                <c:pt idx="535">
                  <c:v>41898</c:v>
                </c:pt>
                <c:pt idx="536">
                  <c:v>41899</c:v>
                </c:pt>
                <c:pt idx="537">
                  <c:v>41900</c:v>
                </c:pt>
                <c:pt idx="538">
                  <c:v>41901</c:v>
                </c:pt>
                <c:pt idx="539">
                  <c:v>41904</c:v>
                </c:pt>
                <c:pt idx="540">
                  <c:v>41905</c:v>
                </c:pt>
                <c:pt idx="541">
                  <c:v>41906</c:v>
                </c:pt>
                <c:pt idx="542">
                  <c:v>41907</c:v>
                </c:pt>
                <c:pt idx="543">
                  <c:v>41908</c:v>
                </c:pt>
                <c:pt idx="544">
                  <c:v>41911</c:v>
                </c:pt>
                <c:pt idx="545">
                  <c:v>41912</c:v>
                </c:pt>
                <c:pt idx="546">
                  <c:v>41920</c:v>
                </c:pt>
                <c:pt idx="547">
                  <c:v>41921</c:v>
                </c:pt>
                <c:pt idx="548">
                  <c:v>41922</c:v>
                </c:pt>
                <c:pt idx="549">
                  <c:v>41925</c:v>
                </c:pt>
                <c:pt idx="550">
                  <c:v>41926</c:v>
                </c:pt>
                <c:pt idx="551">
                  <c:v>41927</c:v>
                </c:pt>
                <c:pt idx="552">
                  <c:v>41928</c:v>
                </c:pt>
                <c:pt idx="553">
                  <c:v>41929</c:v>
                </c:pt>
                <c:pt idx="554">
                  <c:v>41932</c:v>
                </c:pt>
                <c:pt idx="555">
                  <c:v>41933</c:v>
                </c:pt>
                <c:pt idx="556">
                  <c:v>41934</c:v>
                </c:pt>
                <c:pt idx="557">
                  <c:v>41935</c:v>
                </c:pt>
                <c:pt idx="558">
                  <c:v>41936</c:v>
                </c:pt>
                <c:pt idx="559">
                  <c:v>41939</c:v>
                </c:pt>
                <c:pt idx="560">
                  <c:v>41940</c:v>
                </c:pt>
                <c:pt idx="561">
                  <c:v>41941</c:v>
                </c:pt>
                <c:pt idx="562">
                  <c:v>41942</c:v>
                </c:pt>
                <c:pt idx="563">
                  <c:v>41943</c:v>
                </c:pt>
                <c:pt idx="564">
                  <c:v>41946</c:v>
                </c:pt>
                <c:pt idx="565">
                  <c:v>41947</c:v>
                </c:pt>
                <c:pt idx="566">
                  <c:v>41948</c:v>
                </c:pt>
                <c:pt idx="567">
                  <c:v>41949</c:v>
                </c:pt>
                <c:pt idx="568">
                  <c:v>41950</c:v>
                </c:pt>
                <c:pt idx="569">
                  <c:v>41953</c:v>
                </c:pt>
                <c:pt idx="570">
                  <c:v>41954</c:v>
                </c:pt>
                <c:pt idx="571">
                  <c:v>41955</c:v>
                </c:pt>
                <c:pt idx="572">
                  <c:v>41956</c:v>
                </c:pt>
                <c:pt idx="573">
                  <c:v>41957</c:v>
                </c:pt>
                <c:pt idx="574">
                  <c:v>41960</c:v>
                </c:pt>
                <c:pt idx="575">
                  <c:v>41961</c:v>
                </c:pt>
                <c:pt idx="576">
                  <c:v>41962</c:v>
                </c:pt>
                <c:pt idx="577">
                  <c:v>41963</c:v>
                </c:pt>
                <c:pt idx="578">
                  <c:v>41964</c:v>
                </c:pt>
                <c:pt idx="579">
                  <c:v>41967</c:v>
                </c:pt>
                <c:pt idx="580">
                  <c:v>41968</c:v>
                </c:pt>
                <c:pt idx="581">
                  <c:v>41969</c:v>
                </c:pt>
                <c:pt idx="582">
                  <c:v>41970</c:v>
                </c:pt>
                <c:pt idx="583">
                  <c:v>41971</c:v>
                </c:pt>
                <c:pt idx="584">
                  <c:v>41974</c:v>
                </c:pt>
                <c:pt idx="585">
                  <c:v>41975</c:v>
                </c:pt>
                <c:pt idx="586">
                  <c:v>41976</c:v>
                </c:pt>
                <c:pt idx="587">
                  <c:v>41977</c:v>
                </c:pt>
                <c:pt idx="588">
                  <c:v>41978</c:v>
                </c:pt>
                <c:pt idx="589">
                  <c:v>41981</c:v>
                </c:pt>
                <c:pt idx="590">
                  <c:v>41982</c:v>
                </c:pt>
                <c:pt idx="591">
                  <c:v>41983</c:v>
                </c:pt>
                <c:pt idx="592">
                  <c:v>41984</c:v>
                </c:pt>
                <c:pt idx="593">
                  <c:v>41985</c:v>
                </c:pt>
                <c:pt idx="594">
                  <c:v>41988</c:v>
                </c:pt>
                <c:pt idx="595">
                  <c:v>41989</c:v>
                </c:pt>
                <c:pt idx="596">
                  <c:v>41990</c:v>
                </c:pt>
                <c:pt idx="597">
                  <c:v>41991</c:v>
                </c:pt>
                <c:pt idx="598">
                  <c:v>41992</c:v>
                </c:pt>
                <c:pt idx="599">
                  <c:v>41995</c:v>
                </c:pt>
                <c:pt idx="600">
                  <c:v>41996</c:v>
                </c:pt>
                <c:pt idx="601">
                  <c:v>41997</c:v>
                </c:pt>
                <c:pt idx="602">
                  <c:v>41998</c:v>
                </c:pt>
                <c:pt idx="603">
                  <c:v>41999</c:v>
                </c:pt>
                <c:pt idx="604">
                  <c:v>42002</c:v>
                </c:pt>
                <c:pt idx="605">
                  <c:v>42003</c:v>
                </c:pt>
                <c:pt idx="606">
                  <c:v>42004</c:v>
                </c:pt>
                <c:pt idx="607">
                  <c:v>42009</c:v>
                </c:pt>
                <c:pt idx="608">
                  <c:v>42010</c:v>
                </c:pt>
                <c:pt idx="609">
                  <c:v>42011</c:v>
                </c:pt>
                <c:pt idx="610">
                  <c:v>42012</c:v>
                </c:pt>
                <c:pt idx="611">
                  <c:v>42013</c:v>
                </c:pt>
                <c:pt idx="612">
                  <c:v>42016</c:v>
                </c:pt>
                <c:pt idx="613">
                  <c:v>42017</c:v>
                </c:pt>
                <c:pt idx="614">
                  <c:v>42018</c:v>
                </c:pt>
                <c:pt idx="615">
                  <c:v>42019</c:v>
                </c:pt>
                <c:pt idx="616">
                  <c:v>42020</c:v>
                </c:pt>
                <c:pt idx="617">
                  <c:v>42023</c:v>
                </c:pt>
                <c:pt idx="618">
                  <c:v>42024</c:v>
                </c:pt>
                <c:pt idx="619">
                  <c:v>42025</c:v>
                </c:pt>
                <c:pt idx="620">
                  <c:v>42026</c:v>
                </c:pt>
                <c:pt idx="621">
                  <c:v>42027</c:v>
                </c:pt>
                <c:pt idx="622">
                  <c:v>42030</c:v>
                </c:pt>
                <c:pt idx="623">
                  <c:v>42031</c:v>
                </c:pt>
                <c:pt idx="624">
                  <c:v>42032</c:v>
                </c:pt>
                <c:pt idx="625">
                  <c:v>42033</c:v>
                </c:pt>
                <c:pt idx="626">
                  <c:v>42034</c:v>
                </c:pt>
                <c:pt idx="627">
                  <c:v>42037</c:v>
                </c:pt>
                <c:pt idx="628">
                  <c:v>42038</c:v>
                </c:pt>
                <c:pt idx="629">
                  <c:v>42039</c:v>
                </c:pt>
                <c:pt idx="630">
                  <c:v>42040</c:v>
                </c:pt>
                <c:pt idx="631">
                  <c:v>42041</c:v>
                </c:pt>
                <c:pt idx="632">
                  <c:v>42044</c:v>
                </c:pt>
                <c:pt idx="633">
                  <c:v>42045</c:v>
                </c:pt>
                <c:pt idx="634">
                  <c:v>42046</c:v>
                </c:pt>
                <c:pt idx="635">
                  <c:v>42047</c:v>
                </c:pt>
                <c:pt idx="636">
                  <c:v>42048</c:v>
                </c:pt>
                <c:pt idx="637">
                  <c:v>42051</c:v>
                </c:pt>
                <c:pt idx="638">
                  <c:v>42052</c:v>
                </c:pt>
                <c:pt idx="639">
                  <c:v>42060</c:v>
                </c:pt>
                <c:pt idx="640">
                  <c:v>42061</c:v>
                </c:pt>
                <c:pt idx="641">
                  <c:v>42062</c:v>
                </c:pt>
                <c:pt idx="642">
                  <c:v>42065</c:v>
                </c:pt>
                <c:pt idx="643">
                  <c:v>42066</c:v>
                </c:pt>
                <c:pt idx="644">
                  <c:v>42067</c:v>
                </c:pt>
                <c:pt idx="645">
                  <c:v>42068</c:v>
                </c:pt>
                <c:pt idx="646">
                  <c:v>42069</c:v>
                </c:pt>
                <c:pt idx="647">
                  <c:v>42072</c:v>
                </c:pt>
                <c:pt idx="648">
                  <c:v>42073</c:v>
                </c:pt>
                <c:pt idx="649">
                  <c:v>42074</c:v>
                </c:pt>
                <c:pt idx="650">
                  <c:v>42075</c:v>
                </c:pt>
                <c:pt idx="651">
                  <c:v>42076</c:v>
                </c:pt>
                <c:pt idx="652">
                  <c:v>42079</c:v>
                </c:pt>
                <c:pt idx="653">
                  <c:v>42080</c:v>
                </c:pt>
                <c:pt idx="654">
                  <c:v>42081</c:v>
                </c:pt>
                <c:pt idx="655">
                  <c:v>42082</c:v>
                </c:pt>
                <c:pt idx="656">
                  <c:v>42083</c:v>
                </c:pt>
                <c:pt idx="657">
                  <c:v>42086</c:v>
                </c:pt>
                <c:pt idx="658">
                  <c:v>42087</c:v>
                </c:pt>
                <c:pt idx="659">
                  <c:v>42088</c:v>
                </c:pt>
                <c:pt idx="660">
                  <c:v>42089</c:v>
                </c:pt>
                <c:pt idx="661">
                  <c:v>42090</c:v>
                </c:pt>
                <c:pt idx="662">
                  <c:v>42093</c:v>
                </c:pt>
                <c:pt idx="663">
                  <c:v>42094</c:v>
                </c:pt>
                <c:pt idx="664">
                  <c:v>42095</c:v>
                </c:pt>
                <c:pt idx="665">
                  <c:v>42096</c:v>
                </c:pt>
                <c:pt idx="666">
                  <c:v>42097</c:v>
                </c:pt>
                <c:pt idx="667">
                  <c:v>42101</c:v>
                </c:pt>
                <c:pt idx="668">
                  <c:v>42102</c:v>
                </c:pt>
                <c:pt idx="669">
                  <c:v>42103</c:v>
                </c:pt>
                <c:pt idx="670">
                  <c:v>42104</c:v>
                </c:pt>
                <c:pt idx="671">
                  <c:v>42107</c:v>
                </c:pt>
                <c:pt idx="672">
                  <c:v>42108</c:v>
                </c:pt>
                <c:pt idx="673">
                  <c:v>42109</c:v>
                </c:pt>
                <c:pt idx="674">
                  <c:v>42110</c:v>
                </c:pt>
                <c:pt idx="675">
                  <c:v>42111</c:v>
                </c:pt>
                <c:pt idx="676">
                  <c:v>42114</c:v>
                </c:pt>
                <c:pt idx="677">
                  <c:v>42115</c:v>
                </c:pt>
                <c:pt idx="678">
                  <c:v>42116</c:v>
                </c:pt>
                <c:pt idx="679">
                  <c:v>42117</c:v>
                </c:pt>
                <c:pt idx="680">
                  <c:v>42118</c:v>
                </c:pt>
                <c:pt idx="681">
                  <c:v>42121</c:v>
                </c:pt>
                <c:pt idx="682">
                  <c:v>42122</c:v>
                </c:pt>
                <c:pt idx="683">
                  <c:v>42123</c:v>
                </c:pt>
                <c:pt idx="684">
                  <c:v>42124</c:v>
                </c:pt>
                <c:pt idx="685">
                  <c:v>42128</c:v>
                </c:pt>
                <c:pt idx="686">
                  <c:v>42129</c:v>
                </c:pt>
                <c:pt idx="687">
                  <c:v>42130</c:v>
                </c:pt>
                <c:pt idx="688">
                  <c:v>42131</c:v>
                </c:pt>
                <c:pt idx="689">
                  <c:v>42132</c:v>
                </c:pt>
                <c:pt idx="690">
                  <c:v>42135</c:v>
                </c:pt>
                <c:pt idx="691">
                  <c:v>42136</c:v>
                </c:pt>
                <c:pt idx="692">
                  <c:v>42137</c:v>
                </c:pt>
                <c:pt idx="693">
                  <c:v>42138</c:v>
                </c:pt>
                <c:pt idx="694">
                  <c:v>42139</c:v>
                </c:pt>
                <c:pt idx="695">
                  <c:v>42142</c:v>
                </c:pt>
                <c:pt idx="696">
                  <c:v>42143</c:v>
                </c:pt>
                <c:pt idx="697">
                  <c:v>42144</c:v>
                </c:pt>
                <c:pt idx="698">
                  <c:v>42145</c:v>
                </c:pt>
                <c:pt idx="699">
                  <c:v>42146</c:v>
                </c:pt>
                <c:pt idx="700">
                  <c:v>42149</c:v>
                </c:pt>
                <c:pt idx="701">
                  <c:v>42150</c:v>
                </c:pt>
                <c:pt idx="702">
                  <c:v>42151</c:v>
                </c:pt>
                <c:pt idx="703">
                  <c:v>42152</c:v>
                </c:pt>
                <c:pt idx="704">
                  <c:v>42153</c:v>
                </c:pt>
                <c:pt idx="705">
                  <c:v>42156</c:v>
                </c:pt>
                <c:pt idx="706">
                  <c:v>42157</c:v>
                </c:pt>
                <c:pt idx="707">
                  <c:v>42158</c:v>
                </c:pt>
                <c:pt idx="708">
                  <c:v>42159</c:v>
                </c:pt>
                <c:pt idx="709">
                  <c:v>42160</c:v>
                </c:pt>
                <c:pt idx="710">
                  <c:v>42163</c:v>
                </c:pt>
                <c:pt idx="711">
                  <c:v>42164</c:v>
                </c:pt>
                <c:pt idx="712">
                  <c:v>42165</c:v>
                </c:pt>
                <c:pt idx="713">
                  <c:v>42166</c:v>
                </c:pt>
                <c:pt idx="714">
                  <c:v>42167</c:v>
                </c:pt>
                <c:pt idx="715">
                  <c:v>42170</c:v>
                </c:pt>
                <c:pt idx="716">
                  <c:v>42171</c:v>
                </c:pt>
                <c:pt idx="717">
                  <c:v>42172</c:v>
                </c:pt>
                <c:pt idx="718">
                  <c:v>42173</c:v>
                </c:pt>
                <c:pt idx="719">
                  <c:v>42174</c:v>
                </c:pt>
                <c:pt idx="720">
                  <c:v>42178</c:v>
                </c:pt>
                <c:pt idx="721">
                  <c:v>42179</c:v>
                </c:pt>
                <c:pt idx="722">
                  <c:v>42180</c:v>
                </c:pt>
                <c:pt idx="723">
                  <c:v>42181</c:v>
                </c:pt>
                <c:pt idx="724">
                  <c:v>42184</c:v>
                </c:pt>
                <c:pt idx="725">
                  <c:v>42185</c:v>
                </c:pt>
                <c:pt idx="726">
                  <c:v>42186</c:v>
                </c:pt>
                <c:pt idx="727">
                  <c:v>42187</c:v>
                </c:pt>
                <c:pt idx="728">
                  <c:v>42188</c:v>
                </c:pt>
                <c:pt idx="729">
                  <c:v>42191</c:v>
                </c:pt>
                <c:pt idx="730">
                  <c:v>42192</c:v>
                </c:pt>
                <c:pt idx="731">
                  <c:v>42193</c:v>
                </c:pt>
                <c:pt idx="732">
                  <c:v>42194</c:v>
                </c:pt>
                <c:pt idx="733">
                  <c:v>42195</c:v>
                </c:pt>
                <c:pt idx="734">
                  <c:v>42198</c:v>
                </c:pt>
                <c:pt idx="735">
                  <c:v>42199</c:v>
                </c:pt>
                <c:pt idx="736">
                  <c:v>42200</c:v>
                </c:pt>
                <c:pt idx="737">
                  <c:v>42201</c:v>
                </c:pt>
                <c:pt idx="738">
                  <c:v>42202</c:v>
                </c:pt>
                <c:pt idx="739">
                  <c:v>42205</c:v>
                </c:pt>
                <c:pt idx="740">
                  <c:v>42206</c:v>
                </c:pt>
                <c:pt idx="741">
                  <c:v>42207</c:v>
                </c:pt>
                <c:pt idx="742">
                  <c:v>42208</c:v>
                </c:pt>
                <c:pt idx="743">
                  <c:v>42209</c:v>
                </c:pt>
                <c:pt idx="744">
                  <c:v>42212</c:v>
                </c:pt>
                <c:pt idx="745">
                  <c:v>42213</c:v>
                </c:pt>
                <c:pt idx="746">
                  <c:v>42214</c:v>
                </c:pt>
                <c:pt idx="747">
                  <c:v>42215</c:v>
                </c:pt>
                <c:pt idx="748">
                  <c:v>42216</c:v>
                </c:pt>
                <c:pt idx="749">
                  <c:v>42219</c:v>
                </c:pt>
                <c:pt idx="750">
                  <c:v>42220</c:v>
                </c:pt>
                <c:pt idx="751">
                  <c:v>42221</c:v>
                </c:pt>
                <c:pt idx="752">
                  <c:v>42222</c:v>
                </c:pt>
                <c:pt idx="753">
                  <c:v>42223</c:v>
                </c:pt>
                <c:pt idx="754">
                  <c:v>42226</c:v>
                </c:pt>
                <c:pt idx="755">
                  <c:v>42227</c:v>
                </c:pt>
                <c:pt idx="756">
                  <c:v>42228</c:v>
                </c:pt>
                <c:pt idx="757">
                  <c:v>42229</c:v>
                </c:pt>
                <c:pt idx="758">
                  <c:v>42230</c:v>
                </c:pt>
                <c:pt idx="759">
                  <c:v>42233</c:v>
                </c:pt>
                <c:pt idx="760">
                  <c:v>42234</c:v>
                </c:pt>
                <c:pt idx="761">
                  <c:v>42235</c:v>
                </c:pt>
                <c:pt idx="762">
                  <c:v>42236</c:v>
                </c:pt>
                <c:pt idx="763">
                  <c:v>42237</c:v>
                </c:pt>
                <c:pt idx="764">
                  <c:v>42240</c:v>
                </c:pt>
                <c:pt idx="765">
                  <c:v>42241</c:v>
                </c:pt>
                <c:pt idx="766">
                  <c:v>42242</c:v>
                </c:pt>
                <c:pt idx="767">
                  <c:v>42243</c:v>
                </c:pt>
                <c:pt idx="768">
                  <c:v>42244</c:v>
                </c:pt>
                <c:pt idx="769">
                  <c:v>42247</c:v>
                </c:pt>
                <c:pt idx="770">
                  <c:v>42248</c:v>
                </c:pt>
                <c:pt idx="771">
                  <c:v>42249</c:v>
                </c:pt>
                <c:pt idx="772">
                  <c:v>42254</c:v>
                </c:pt>
                <c:pt idx="773">
                  <c:v>42255</c:v>
                </c:pt>
                <c:pt idx="774">
                  <c:v>42256</c:v>
                </c:pt>
                <c:pt idx="775">
                  <c:v>42257</c:v>
                </c:pt>
                <c:pt idx="776">
                  <c:v>42258</c:v>
                </c:pt>
                <c:pt idx="777">
                  <c:v>42261</c:v>
                </c:pt>
                <c:pt idx="778">
                  <c:v>42262</c:v>
                </c:pt>
                <c:pt idx="779">
                  <c:v>42263</c:v>
                </c:pt>
                <c:pt idx="780">
                  <c:v>42264</c:v>
                </c:pt>
                <c:pt idx="781">
                  <c:v>42265</c:v>
                </c:pt>
                <c:pt idx="782">
                  <c:v>42268</c:v>
                </c:pt>
                <c:pt idx="783">
                  <c:v>42269</c:v>
                </c:pt>
                <c:pt idx="784">
                  <c:v>42270</c:v>
                </c:pt>
                <c:pt idx="785">
                  <c:v>42271</c:v>
                </c:pt>
                <c:pt idx="786">
                  <c:v>42272</c:v>
                </c:pt>
                <c:pt idx="787">
                  <c:v>42275</c:v>
                </c:pt>
                <c:pt idx="788">
                  <c:v>42276</c:v>
                </c:pt>
                <c:pt idx="789">
                  <c:v>42277</c:v>
                </c:pt>
                <c:pt idx="790">
                  <c:v>42285</c:v>
                </c:pt>
                <c:pt idx="791">
                  <c:v>42286</c:v>
                </c:pt>
                <c:pt idx="792">
                  <c:v>42289</c:v>
                </c:pt>
                <c:pt idx="793">
                  <c:v>42290</c:v>
                </c:pt>
                <c:pt idx="794">
                  <c:v>42291</c:v>
                </c:pt>
                <c:pt idx="795">
                  <c:v>42292</c:v>
                </c:pt>
                <c:pt idx="796">
                  <c:v>42293</c:v>
                </c:pt>
                <c:pt idx="797">
                  <c:v>42296</c:v>
                </c:pt>
                <c:pt idx="798">
                  <c:v>42297</c:v>
                </c:pt>
                <c:pt idx="799">
                  <c:v>42298</c:v>
                </c:pt>
                <c:pt idx="800">
                  <c:v>42299</c:v>
                </c:pt>
                <c:pt idx="801">
                  <c:v>42300</c:v>
                </c:pt>
                <c:pt idx="802">
                  <c:v>42303</c:v>
                </c:pt>
                <c:pt idx="803">
                  <c:v>42304</c:v>
                </c:pt>
                <c:pt idx="804">
                  <c:v>42305</c:v>
                </c:pt>
                <c:pt idx="805">
                  <c:v>42306</c:v>
                </c:pt>
                <c:pt idx="806">
                  <c:v>42307</c:v>
                </c:pt>
                <c:pt idx="807">
                  <c:v>42310</c:v>
                </c:pt>
                <c:pt idx="808">
                  <c:v>42311</c:v>
                </c:pt>
                <c:pt idx="809">
                  <c:v>42312</c:v>
                </c:pt>
                <c:pt idx="810">
                  <c:v>42313</c:v>
                </c:pt>
                <c:pt idx="811">
                  <c:v>42314</c:v>
                </c:pt>
                <c:pt idx="812">
                  <c:v>42317</c:v>
                </c:pt>
                <c:pt idx="813">
                  <c:v>42318</c:v>
                </c:pt>
                <c:pt idx="814">
                  <c:v>42319</c:v>
                </c:pt>
                <c:pt idx="815">
                  <c:v>42320</c:v>
                </c:pt>
                <c:pt idx="816">
                  <c:v>42321</c:v>
                </c:pt>
                <c:pt idx="817">
                  <c:v>42324</c:v>
                </c:pt>
                <c:pt idx="818">
                  <c:v>42325</c:v>
                </c:pt>
                <c:pt idx="819">
                  <c:v>42326</c:v>
                </c:pt>
                <c:pt idx="820">
                  <c:v>42327</c:v>
                </c:pt>
                <c:pt idx="821">
                  <c:v>42328</c:v>
                </c:pt>
                <c:pt idx="822">
                  <c:v>42331</c:v>
                </c:pt>
                <c:pt idx="823">
                  <c:v>42332</c:v>
                </c:pt>
                <c:pt idx="824">
                  <c:v>42333</c:v>
                </c:pt>
                <c:pt idx="825">
                  <c:v>42334</c:v>
                </c:pt>
                <c:pt idx="826">
                  <c:v>42335</c:v>
                </c:pt>
                <c:pt idx="827">
                  <c:v>42338</c:v>
                </c:pt>
                <c:pt idx="828">
                  <c:v>42339</c:v>
                </c:pt>
                <c:pt idx="829">
                  <c:v>42340</c:v>
                </c:pt>
                <c:pt idx="830">
                  <c:v>42341</c:v>
                </c:pt>
                <c:pt idx="831">
                  <c:v>42342</c:v>
                </c:pt>
                <c:pt idx="832">
                  <c:v>42345</c:v>
                </c:pt>
                <c:pt idx="833">
                  <c:v>42346</c:v>
                </c:pt>
                <c:pt idx="834">
                  <c:v>42347</c:v>
                </c:pt>
                <c:pt idx="835">
                  <c:v>42348</c:v>
                </c:pt>
                <c:pt idx="836">
                  <c:v>42349</c:v>
                </c:pt>
                <c:pt idx="837">
                  <c:v>42352</c:v>
                </c:pt>
                <c:pt idx="838">
                  <c:v>42353</c:v>
                </c:pt>
                <c:pt idx="839">
                  <c:v>42354</c:v>
                </c:pt>
                <c:pt idx="840">
                  <c:v>42355</c:v>
                </c:pt>
                <c:pt idx="841">
                  <c:v>42356</c:v>
                </c:pt>
                <c:pt idx="842">
                  <c:v>42359</c:v>
                </c:pt>
                <c:pt idx="843">
                  <c:v>42360</c:v>
                </c:pt>
                <c:pt idx="844">
                  <c:v>42361</c:v>
                </c:pt>
                <c:pt idx="845">
                  <c:v>42362</c:v>
                </c:pt>
                <c:pt idx="846">
                  <c:v>42363</c:v>
                </c:pt>
                <c:pt idx="847">
                  <c:v>42366</c:v>
                </c:pt>
                <c:pt idx="848">
                  <c:v>42367</c:v>
                </c:pt>
                <c:pt idx="849">
                  <c:v>42368</c:v>
                </c:pt>
                <c:pt idx="850">
                  <c:v>42369</c:v>
                </c:pt>
                <c:pt idx="851">
                  <c:v>42373</c:v>
                </c:pt>
                <c:pt idx="852">
                  <c:v>42374</c:v>
                </c:pt>
                <c:pt idx="853">
                  <c:v>42375</c:v>
                </c:pt>
                <c:pt idx="854">
                  <c:v>42376</c:v>
                </c:pt>
                <c:pt idx="855">
                  <c:v>42377</c:v>
                </c:pt>
                <c:pt idx="856">
                  <c:v>42380</c:v>
                </c:pt>
                <c:pt idx="857">
                  <c:v>42381</c:v>
                </c:pt>
                <c:pt idx="858">
                  <c:v>42382</c:v>
                </c:pt>
                <c:pt idx="859">
                  <c:v>42383</c:v>
                </c:pt>
                <c:pt idx="860">
                  <c:v>42384</c:v>
                </c:pt>
                <c:pt idx="861">
                  <c:v>42387</c:v>
                </c:pt>
                <c:pt idx="862">
                  <c:v>42388</c:v>
                </c:pt>
                <c:pt idx="863">
                  <c:v>42389</c:v>
                </c:pt>
                <c:pt idx="864">
                  <c:v>42390</c:v>
                </c:pt>
                <c:pt idx="865">
                  <c:v>42391</c:v>
                </c:pt>
                <c:pt idx="866">
                  <c:v>42394</c:v>
                </c:pt>
                <c:pt idx="867">
                  <c:v>42395</c:v>
                </c:pt>
                <c:pt idx="868">
                  <c:v>42396</c:v>
                </c:pt>
                <c:pt idx="869">
                  <c:v>42397</c:v>
                </c:pt>
                <c:pt idx="870">
                  <c:v>42398</c:v>
                </c:pt>
                <c:pt idx="871">
                  <c:v>42401</c:v>
                </c:pt>
                <c:pt idx="872">
                  <c:v>42402</c:v>
                </c:pt>
                <c:pt idx="873">
                  <c:v>42403</c:v>
                </c:pt>
                <c:pt idx="874">
                  <c:v>42404</c:v>
                </c:pt>
                <c:pt idx="875">
                  <c:v>42405</c:v>
                </c:pt>
                <c:pt idx="876">
                  <c:v>42415</c:v>
                </c:pt>
                <c:pt idx="877">
                  <c:v>42416</c:v>
                </c:pt>
                <c:pt idx="878">
                  <c:v>42417</c:v>
                </c:pt>
                <c:pt idx="879">
                  <c:v>42418</c:v>
                </c:pt>
                <c:pt idx="880">
                  <c:v>42419</c:v>
                </c:pt>
                <c:pt idx="881">
                  <c:v>42422</c:v>
                </c:pt>
                <c:pt idx="882">
                  <c:v>42423</c:v>
                </c:pt>
                <c:pt idx="883">
                  <c:v>42424</c:v>
                </c:pt>
                <c:pt idx="884">
                  <c:v>42425</c:v>
                </c:pt>
                <c:pt idx="885">
                  <c:v>42426</c:v>
                </c:pt>
                <c:pt idx="886">
                  <c:v>42429</c:v>
                </c:pt>
                <c:pt idx="887">
                  <c:v>42430</c:v>
                </c:pt>
                <c:pt idx="888">
                  <c:v>42431</c:v>
                </c:pt>
                <c:pt idx="889">
                  <c:v>42432</c:v>
                </c:pt>
                <c:pt idx="890">
                  <c:v>42433</c:v>
                </c:pt>
                <c:pt idx="891">
                  <c:v>42436</c:v>
                </c:pt>
                <c:pt idx="892">
                  <c:v>42437</c:v>
                </c:pt>
                <c:pt idx="893">
                  <c:v>42438</c:v>
                </c:pt>
                <c:pt idx="894">
                  <c:v>42439</c:v>
                </c:pt>
                <c:pt idx="895">
                  <c:v>42440</c:v>
                </c:pt>
                <c:pt idx="896">
                  <c:v>42443</c:v>
                </c:pt>
                <c:pt idx="897">
                  <c:v>42444</c:v>
                </c:pt>
                <c:pt idx="898">
                  <c:v>42445</c:v>
                </c:pt>
                <c:pt idx="899">
                  <c:v>42446</c:v>
                </c:pt>
                <c:pt idx="900">
                  <c:v>42447</c:v>
                </c:pt>
                <c:pt idx="901">
                  <c:v>42450</c:v>
                </c:pt>
                <c:pt idx="902">
                  <c:v>42451</c:v>
                </c:pt>
                <c:pt idx="903">
                  <c:v>42452</c:v>
                </c:pt>
                <c:pt idx="904">
                  <c:v>42453</c:v>
                </c:pt>
                <c:pt idx="905">
                  <c:v>42454</c:v>
                </c:pt>
                <c:pt idx="906">
                  <c:v>42457</c:v>
                </c:pt>
                <c:pt idx="907">
                  <c:v>42458</c:v>
                </c:pt>
                <c:pt idx="908">
                  <c:v>42459</c:v>
                </c:pt>
                <c:pt idx="909">
                  <c:v>42460</c:v>
                </c:pt>
                <c:pt idx="910">
                  <c:v>42461</c:v>
                </c:pt>
                <c:pt idx="911">
                  <c:v>42465</c:v>
                </c:pt>
                <c:pt idx="912">
                  <c:v>42466</c:v>
                </c:pt>
                <c:pt idx="913">
                  <c:v>42467</c:v>
                </c:pt>
                <c:pt idx="914">
                  <c:v>42468</c:v>
                </c:pt>
                <c:pt idx="915">
                  <c:v>42471</c:v>
                </c:pt>
                <c:pt idx="916">
                  <c:v>42472</c:v>
                </c:pt>
                <c:pt idx="917">
                  <c:v>42473</c:v>
                </c:pt>
                <c:pt idx="918">
                  <c:v>42474</c:v>
                </c:pt>
                <c:pt idx="919">
                  <c:v>42475</c:v>
                </c:pt>
                <c:pt idx="920">
                  <c:v>42478</c:v>
                </c:pt>
                <c:pt idx="921">
                  <c:v>42479</c:v>
                </c:pt>
                <c:pt idx="922">
                  <c:v>42480</c:v>
                </c:pt>
                <c:pt idx="923">
                  <c:v>42481</c:v>
                </c:pt>
                <c:pt idx="924">
                  <c:v>42482</c:v>
                </c:pt>
                <c:pt idx="925">
                  <c:v>42485</c:v>
                </c:pt>
                <c:pt idx="926">
                  <c:v>42486</c:v>
                </c:pt>
                <c:pt idx="927">
                  <c:v>42487</c:v>
                </c:pt>
                <c:pt idx="928">
                  <c:v>42488</c:v>
                </c:pt>
                <c:pt idx="929">
                  <c:v>42489</c:v>
                </c:pt>
                <c:pt idx="930">
                  <c:v>42493</c:v>
                </c:pt>
                <c:pt idx="931">
                  <c:v>42494</c:v>
                </c:pt>
                <c:pt idx="932">
                  <c:v>42495</c:v>
                </c:pt>
                <c:pt idx="933">
                  <c:v>42496</c:v>
                </c:pt>
                <c:pt idx="934">
                  <c:v>42499</c:v>
                </c:pt>
                <c:pt idx="935">
                  <c:v>42500</c:v>
                </c:pt>
                <c:pt idx="936">
                  <c:v>42501</c:v>
                </c:pt>
                <c:pt idx="937">
                  <c:v>42502</c:v>
                </c:pt>
                <c:pt idx="938">
                  <c:v>42503</c:v>
                </c:pt>
                <c:pt idx="939">
                  <c:v>42506</c:v>
                </c:pt>
                <c:pt idx="940">
                  <c:v>42507</c:v>
                </c:pt>
                <c:pt idx="941">
                  <c:v>42508</c:v>
                </c:pt>
                <c:pt idx="942">
                  <c:v>42509</c:v>
                </c:pt>
                <c:pt idx="943">
                  <c:v>42510</c:v>
                </c:pt>
                <c:pt idx="944">
                  <c:v>42513</c:v>
                </c:pt>
                <c:pt idx="945">
                  <c:v>42514</c:v>
                </c:pt>
                <c:pt idx="946">
                  <c:v>42515</c:v>
                </c:pt>
                <c:pt idx="947">
                  <c:v>42516</c:v>
                </c:pt>
                <c:pt idx="948">
                  <c:v>42517</c:v>
                </c:pt>
                <c:pt idx="949">
                  <c:v>42520</c:v>
                </c:pt>
                <c:pt idx="950">
                  <c:v>42521</c:v>
                </c:pt>
                <c:pt idx="951">
                  <c:v>42522</c:v>
                </c:pt>
                <c:pt idx="952">
                  <c:v>42523</c:v>
                </c:pt>
                <c:pt idx="953">
                  <c:v>42524</c:v>
                </c:pt>
                <c:pt idx="954">
                  <c:v>42527</c:v>
                </c:pt>
                <c:pt idx="955">
                  <c:v>42528</c:v>
                </c:pt>
                <c:pt idx="956">
                  <c:v>42529</c:v>
                </c:pt>
                <c:pt idx="957">
                  <c:v>42534</c:v>
                </c:pt>
                <c:pt idx="958">
                  <c:v>42535</c:v>
                </c:pt>
                <c:pt idx="959">
                  <c:v>42536</c:v>
                </c:pt>
                <c:pt idx="960">
                  <c:v>42537</c:v>
                </c:pt>
                <c:pt idx="961">
                  <c:v>42538</c:v>
                </c:pt>
                <c:pt idx="962">
                  <c:v>42541</c:v>
                </c:pt>
                <c:pt idx="963">
                  <c:v>42542</c:v>
                </c:pt>
                <c:pt idx="964">
                  <c:v>42543</c:v>
                </c:pt>
                <c:pt idx="965">
                  <c:v>42544</c:v>
                </c:pt>
                <c:pt idx="966">
                  <c:v>42545</c:v>
                </c:pt>
                <c:pt idx="967">
                  <c:v>42548</c:v>
                </c:pt>
                <c:pt idx="968">
                  <c:v>42549</c:v>
                </c:pt>
                <c:pt idx="969">
                  <c:v>42550</c:v>
                </c:pt>
                <c:pt idx="970">
                  <c:v>42551</c:v>
                </c:pt>
                <c:pt idx="971">
                  <c:v>42552</c:v>
                </c:pt>
                <c:pt idx="972">
                  <c:v>42555</c:v>
                </c:pt>
                <c:pt idx="973">
                  <c:v>42556</c:v>
                </c:pt>
                <c:pt idx="974">
                  <c:v>42557</c:v>
                </c:pt>
                <c:pt idx="975">
                  <c:v>42558</c:v>
                </c:pt>
                <c:pt idx="976">
                  <c:v>42559</c:v>
                </c:pt>
                <c:pt idx="977">
                  <c:v>42562</c:v>
                </c:pt>
                <c:pt idx="978">
                  <c:v>42563</c:v>
                </c:pt>
                <c:pt idx="979">
                  <c:v>42564</c:v>
                </c:pt>
                <c:pt idx="980">
                  <c:v>42565</c:v>
                </c:pt>
                <c:pt idx="981">
                  <c:v>42566</c:v>
                </c:pt>
                <c:pt idx="982">
                  <c:v>42569</c:v>
                </c:pt>
                <c:pt idx="983">
                  <c:v>42570</c:v>
                </c:pt>
                <c:pt idx="984">
                  <c:v>42571</c:v>
                </c:pt>
                <c:pt idx="985">
                  <c:v>42572</c:v>
                </c:pt>
                <c:pt idx="986">
                  <c:v>42573</c:v>
                </c:pt>
                <c:pt idx="987">
                  <c:v>42576</c:v>
                </c:pt>
                <c:pt idx="988">
                  <c:v>42577</c:v>
                </c:pt>
                <c:pt idx="989">
                  <c:v>42578</c:v>
                </c:pt>
                <c:pt idx="990">
                  <c:v>42579</c:v>
                </c:pt>
                <c:pt idx="991">
                  <c:v>42580</c:v>
                </c:pt>
                <c:pt idx="992">
                  <c:v>42583</c:v>
                </c:pt>
                <c:pt idx="993">
                  <c:v>42584</c:v>
                </c:pt>
                <c:pt idx="994">
                  <c:v>42585</c:v>
                </c:pt>
                <c:pt idx="995">
                  <c:v>42586</c:v>
                </c:pt>
                <c:pt idx="996">
                  <c:v>42587</c:v>
                </c:pt>
                <c:pt idx="997">
                  <c:v>42590</c:v>
                </c:pt>
                <c:pt idx="998">
                  <c:v>42591</c:v>
                </c:pt>
                <c:pt idx="999">
                  <c:v>42592</c:v>
                </c:pt>
                <c:pt idx="1000">
                  <c:v>42593</c:v>
                </c:pt>
                <c:pt idx="1001">
                  <c:v>42594</c:v>
                </c:pt>
                <c:pt idx="1002">
                  <c:v>42597</c:v>
                </c:pt>
                <c:pt idx="1003">
                  <c:v>42598</c:v>
                </c:pt>
                <c:pt idx="1004">
                  <c:v>42599</c:v>
                </c:pt>
                <c:pt idx="1005">
                  <c:v>42600</c:v>
                </c:pt>
                <c:pt idx="1006">
                  <c:v>42601</c:v>
                </c:pt>
                <c:pt idx="1007">
                  <c:v>42604</c:v>
                </c:pt>
                <c:pt idx="1008">
                  <c:v>42605</c:v>
                </c:pt>
                <c:pt idx="1009">
                  <c:v>42606</c:v>
                </c:pt>
                <c:pt idx="1010">
                  <c:v>42607</c:v>
                </c:pt>
                <c:pt idx="1011">
                  <c:v>42608</c:v>
                </c:pt>
                <c:pt idx="1012">
                  <c:v>42611</c:v>
                </c:pt>
                <c:pt idx="1013">
                  <c:v>42612</c:v>
                </c:pt>
                <c:pt idx="1014">
                  <c:v>42613</c:v>
                </c:pt>
                <c:pt idx="1015">
                  <c:v>42614</c:v>
                </c:pt>
                <c:pt idx="1016">
                  <c:v>42615</c:v>
                </c:pt>
                <c:pt idx="1017">
                  <c:v>42618</c:v>
                </c:pt>
                <c:pt idx="1018">
                  <c:v>42619</c:v>
                </c:pt>
                <c:pt idx="1019">
                  <c:v>42620</c:v>
                </c:pt>
                <c:pt idx="1020">
                  <c:v>42621</c:v>
                </c:pt>
                <c:pt idx="1021">
                  <c:v>42622</c:v>
                </c:pt>
                <c:pt idx="1022">
                  <c:v>42625</c:v>
                </c:pt>
                <c:pt idx="1023">
                  <c:v>42626</c:v>
                </c:pt>
                <c:pt idx="1024">
                  <c:v>42627</c:v>
                </c:pt>
                <c:pt idx="1025">
                  <c:v>42632</c:v>
                </c:pt>
                <c:pt idx="1026">
                  <c:v>42633</c:v>
                </c:pt>
                <c:pt idx="1027">
                  <c:v>42634</c:v>
                </c:pt>
                <c:pt idx="1028">
                  <c:v>42635</c:v>
                </c:pt>
                <c:pt idx="1029">
                  <c:v>42636</c:v>
                </c:pt>
                <c:pt idx="1030">
                  <c:v>42639</c:v>
                </c:pt>
                <c:pt idx="1031">
                  <c:v>42640</c:v>
                </c:pt>
                <c:pt idx="1032">
                  <c:v>42641</c:v>
                </c:pt>
                <c:pt idx="1033">
                  <c:v>42642</c:v>
                </c:pt>
                <c:pt idx="1034">
                  <c:v>42643</c:v>
                </c:pt>
                <c:pt idx="1035">
                  <c:v>42653</c:v>
                </c:pt>
                <c:pt idx="1036">
                  <c:v>42654</c:v>
                </c:pt>
                <c:pt idx="1037">
                  <c:v>42655</c:v>
                </c:pt>
                <c:pt idx="1038">
                  <c:v>42656</c:v>
                </c:pt>
                <c:pt idx="1039">
                  <c:v>42657</c:v>
                </c:pt>
                <c:pt idx="1040">
                  <c:v>42660</c:v>
                </c:pt>
                <c:pt idx="1041">
                  <c:v>42661</c:v>
                </c:pt>
                <c:pt idx="1042">
                  <c:v>42662</c:v>
                </c:pt>
                <c:pt idx="1043">
                  <c:v>42663</c:v>
                </c:pt>
                <c:pt idx="1044">
                  <c:v>42664</c:v>
                </c:pt>
                <c:pt idx="1045">
                  <c:v>42667</c:v>
                </c:pt>
                <c:pt idx="1046">
                  <c:v>42668</c:v>
                </c:pt>
                <c:pt idx="1047">
                  <c:v>42669</c:v>
                </c:pt>
                <c:pt idx="1048">
                  <c:v>42670</c:v>
                </c:pt>
                <c:pt idx="1049">
                  <c:v>42671</c:v>
                </c:pt>
                <c:pt idx="1050">
                  <c:v>42674</c:v>
                </c:pt>
                <c:pt idx="1051">
                  <c:v>42675</c:v>
                </c:pt>
                <c:pt idx="1052">
                  <c:v>42676</c:v>
                </c:pt>
                <c:pt idx="1053">
                  <c:v>42677</c:v>
                </c:pt>
                <c:pt idx="1054">
                  <c:v>42678</c:v>
                </c:pt>
                <c:pt idx="1055">
                  <c:v>42681</c:v>
                </c:pt>
                <c:pt idx="1056">
                  <c:v>42682</c:v>
                </c:pt>
                <c:pt idx="1057">
                  <c:v>42683</c:v>
                </c:pt>
                <c:pt idx="1058">
                  <c:v>42684</c:v>
                </c:pt>
                <c:pt idx="1059">
                  <c:v>42685</c:v>
                </c:pt>
                <c:pt idx="1060">
                  <c:v>42688</c:v>
                </c:pt>
                <c:pt idx="1061">
                  <c:v>42689</c:v>
                </c:pt>
                <c:pt idx="1062">
                  <c:v>42690</c:v>
                </c:pt>
                <c:pt idx="1063">
                  <c:v>42691</c:v>
                </c:pt>
                <c:pt idx="1064">
                  <c:v>42692</c:v>
                </c:pt>
                <c:pt idx="1065">
                  <c:v>42695</c:v>
                </c:pt>
                <c:pt idx="1066">
                  <c:v>42696</c:v>
                </c:pt>
                <c:pt idx="1067">
                  <c:v>42697</c:v>
                </c:pt>
                <c:pt idx="1068">
                  <c:v>42698</c:v>
                </c:pt>
                <c:pt idx="1069">
                  <c:v>42699</c:v>
                </c:pt>
                <c:pt idx="1070">
                  <c:v>42702</c:v>
                </c:pt>
                <c:pt idx="1071">
                  <c:v>42703</c:v>
                </c:pt>
                <c:pt idx="1072">
                  <c:v>42704</c:v>
                </c:pt>
                <c:pt idx="1073">
                  <c:v>42705</c:v>
                </c:pt>
                <c:pt idx="1074">
                  <c:v>42706</c:v>
                </c:pt>
                <c:pt idx="1075">
                  <c:v>42709</c:v>
                </c:pt>
                <c:pt idx="1076">
                  <c:v>42710</c:v>
                </c:pt>
                <c:pt idx="1077">
                  <c:v>42711</c:v>
                </c:pt>
                <c:pt idx="1078">
                  <c:v>42712</c:v>
                </c:pt>
                <c:pt idx="1079">
                  <c:v>42713</c:v>
                </c:pt>
                <c:pt idx="1080">
                  <c:v>42716</c:v>
                </c:pt>
                <c:pt idx="1081">
                  <c:v>42717</c:v>
                </c:pt>
                <c:pt idx="1082">
                  <c:v>42718</c:v>
                </c:pt>
                <c:pt idx="1083">
                  <c:v>42719</c:v>
                </c:pt>
                <c:pt idx="1084">
                  <c:v>42720</c:v>
                </c:pt>
                <c:pt idx="1085">
                  <c:v>42723</c:v>
                </c:pt>
                <c:pt idx="1086">
                  <c:v>42724</c:v>
                </c:pt>
                <c:pt idx="1087">
                  <c:v>42725</c:v>
                </c:pt>
                <c:pt idx="1088">
                  <c:v>42726</c:v>
                </c:pt>
                <c:pt idx="1089">
                  <c:v>42727</c:v>
                </c:pt>
                <c:pt idx="1090">
                  <c:v>42730</c:v>
                </c:pt>
                <c:pt idx="1091">
                  <c:v>42731</c:v>
                </c:pt>
                <c:pt idx="1092">
                  <c:v>42732</c:v>
                </c:pt>
                <c:pt idx="1093">
                  <c:v>42733</c:v>
                </c:pt>
                <c:pt idx="1094">
                  <c:v>42734</c:v>
                </c:pt>
                <c:pt idx="1095">
                  <c:v>42738</c:v>
                </c:pt>
                <c:pt idx="1096">
                  <c:v>42739</c:v>
                </c:pt>
                <c:pt idx="1097">
                  <c:v>42740</c:v>
                </c:pt>
                <c:pt idx="1098">
                  <c:v>42741</c:v>
                </c:pt>
                <c:pt idx="1099">
                  <c:v>42744</c:v>
                </c:pt>
                <c:pt idx="1100">
                  <c:v>42745</c:v>
                </c:pt>
                <c:pt idx="1101">
                  <c:v>42746</c:v>
                </c:pt>
                <c:pt idx="1102">
                  <c:v>42747</c:v>
                </c:pt>
                <c:pt idx="1103">
                  <c:v>42748</c:v>
                </c:pt>
                <c:pt idx="1104">
                  <c:v>42751</c:v>
                </c:pt>
                <c:pt idx="1105">
                  <c:v>42752</c:v>
                </c:pt>
                <c:pt idx="1106">
                  <c:v>42753</c:v>
                </c:pt>
                <c:pt idx="1107">
                  <c:v>42754</c:v>
                </c:pt>
                <c:pt idx="1108">
                  <c:v>42755</c:v>
                </c:pt>
                <c:pt idx="1109">
                  <c:v>42758</c:v>
                </c:pt>
                <c:pt idx="1110">
                  <c:v>42759</c:v>
                </c:pt>
                <c:pt idx="1111">
                  <c:v>42760</c:v>
                </c:pt>
                <c:pt idx="1112">
                  <c:v>42761</c:v>
                </c:pt>
                <c:pt idx="1113">
                  <c:v>42769</c:v>
                </c:pt>
                <c:pt idx="1114">
                  <c:v>42772</c:v>
                </c:pt>
                <c:pt idx="1115">
                  <c:v>42773</c:v>
                </c:pt>
                <c:pt idx="1116">
                  <c:v>42774</c:v>
                </c:pt>
                <c:pt idx="1117">
                  <c:v>42775</c:v>
                </c:pt>
                <c:pt idx="1118">
                  <c:v>42776</c:v>
                </c:pt>
                <c:pt idx="1119">
                  <c:v>42779</c:v>
                </c:pt>
                <c:pt idx="1120">
                  <c:v>42780</c:v>
                </c:pt>
                <c:pt idx="1121">
                  <c:v>42781</c:v>
                </c:pt>
                <c:pt idx="1122">
                  <c:v>42782</c:v>
                </c:pt>
                <c:pt idx="1123">
                  <c:v>42783</c:v>
                </c:pt>
                <c:pt idx="1124">
                  <c:v>42786</c:v>
                </c:pt>
                <c:pt idx="1125">
                  <c:v>42787</c:v>
                </c:pt>
                <c:pt idx="1126">
                  <c:v>42788</c:v>
                </c:pt>
                <c:pt idx="1127">
                  <c:v>42789</c:v>
                </c:pt>
                <c:pt idx="1128">
                  <c:v>42790</c:v>
                </c:pt>
                <c:pt idx="1129">
                  <c:v>42793</c:v>
                </c:pt>
                <c:pt idx="1130">
                  <c:v>42794</c:v>
                </c:pt>
                <c:pt idx="1131">
                  <c:v>42795</c:v>
                </c:pt>
                <c:pt idx="1132">
                  <c:v>42796</c:v>
                </c:pt>
                <c:pt idx="1133">
                  <c:v>42797</c:v>
                </c:pt>
                <c:pt idx="1134">
                  <c:v>42800</c:v>
                </c:pt>
                <c:pt idx="1135">
                  <c:v>42801</c:v>
                </c:pt>
                <c:pt idx="1136">
                  <c:v>42802</c:v>
                </c:pt>
                <c:pt idx="1137">
                  <c:v>42803</c:v>
                </c:pt>
                <c:pt idx="1138">
                  <c:v>42804</c:v>
                </c:pt>
                <c:pt idx="1139">
                  <c:v>42807</c:v>
                </c:pt>
                <c:pt idx="1140">
                  <c:v>42808</c:v>
                </c:pt>
                <c:pt idx="1141">
                  <c:v>42809</c:v>
                </c:pt>
                <c:pt idx="1142">
                  <c:v>42810</c:v>
                </c:pt>
                <c:pt idx="1143">
                  <c:v>42811</c:v>
                </c:pt>
                <c:pt idx="1144">
                  <c:v>42814</c:v>
                </c:pt>
                <c:pt idx="1145">
                  <c:v>42815</c:v>
                </c:pt>
                <c:pt idx="1146">
                  <c:v>42816</c:v>
                </c:pt>
                <c:pt idx="1147">
                  <c:v>42817</c:v>
                </c:pt>
                <c:pt idx="1148">
                  <c:v>42818</c:v>
                </c:pt>
                <c:pt idx="1149">
                  <c:v>42821</c:v>
                </c:pt>
                <c:pt idx="1150">
                  <c:v>42822</c:v>
                </c:pt>
                <c:pt idx="1151">
                  <c:v>42823</c:v>
                </c:pt>
                <c:pt idx="1152">
                  <c:v>42824</c:v>
                </c:pt>
                <c:pt idx="1153">
                  <c:v>42825</c:v>
                </c:pt>
                <c:pt idx="1154">
                  <c:v>42830</c:v>
                </c:pt>
              </c:numCache>
            </c:numRef>
          </c:cat>
          <c:val>
            <c:numRef>
              <c:f>沪深300增强_Wind!$J$10:$J$1165</c:f>
              <c:numCache>
                <c:formatCode>###,###,##0.0000</c:formatCode>
                <c:ptCount val="1156"/>
                <c:pt idx="1">
                  <c:v>1</c:v>
                </c:pt>
                <c:pt idx="2">
                  <c:v>0.98878920000000003</c:v>
                </c:pt>
                <c:pt idx="3">
                  <c:v>1.0025406000000001</c:v>
                </c:pt>
                <c:pt idx="4">
                  <c:v>0.98419440000000002</c:v>
                </c:pt>
                <c:pt idx="5">
                  <c:v>0.98115580000000002</c:v>
                </c:pt>
                <c:pt idx="6">
                  <c:v>0.98731069999999999</c:v>
                </c:pt>
                <c:pt idx="7">
                  <c:v>0.99500049999999995</c:v>
                </c:pt>
                <c:pt idx="8">
                  <c:v>0.99547429999999992</c:v>
                </c:pt>
                <c:pt idx="9">
                  <c:v>0.97893859999999999</c:v>
                </c:pt>
                <c:pt idx="10">
                  <c:v>0.98366279999999995</c:v>
                </c:pt>
                <c:pt idx="11">
                  <c:v>0.98370829999999998</c:v>
                </c:pt>
                <c:pt idx="12">
                  <c:v>0.9869656</c:v>
                </c:pt>
                <c:pt idx="13">
                  <c:v>0.97854289999999999</c:v>
                </c:pt>
                <c:pt idx="14">
                  <c:v>0.96776989999999996</c:v>
                </c:pt>
                <c:pt idx="15">
                  <c:v>0.97122839999999999</c:v>
                </c:pt>
                <c:pt idx="16">
                  <c:v>0.96602779999999999</c:v>
                </c:pt>
                <c:pt idx="17">
                  <c:v>0.96190540000000002</c:v>
                </c:pt>
                <c:pt idx="18">
                  <c:v>0.96243830000000008</c:v>
                </c:pt>
                <c:pt idx="19">
                  <c:v>0.95807979999999993</c:v>
                </c:pt>
                <c:pt idx="20">
                  <c:v>0.95713950000000003</c:v>
                </c:pt>
                <c:pt idx="21">
                  <c:v>0.96558619999999995</c:v>
                </c:pt>
                <c:pt idx="22">
                  <c:v>0.95780359999999998</c:v>
                </c:pt>
                <c:pt idx="23">
                  <c:v>0.96399310000000005</c:v>
                </c:pt>
                <c:pt idx="24">
                  <c:v>0.97444219999999993</c:v>
                </c:pt>
                <c:pt idx="25">
                  <c:v>0.97550999999999999</c:v>
                </c:pt>
                <c:pt idx="26">
                  <c:v>0.97581309999999999</c:v>
                </c:pt>
                <c:pt idx="27">
                  <c:v>0.98297049999999997</c:v>
                </c:pt>
                <c:pt idx="28">
                  <c:v>0.97907619999999995</c:v>
                </c:pt>
                <c:pt idx="29">
                  <c:v>0.96347379999999994</c:v>
                </c:pt>
                <c:pt idx="30">
                  <c:v>0.9651421</c:v>
                </c:pt>
                <c:pt idx="31">
                  <c:v>0.95682309999999993</c:v>
                </c:pt>
                <c:pt idx="32">
                  <c:v>0.95290350000000001</c:v>
                </c:pt>
                <c:pt idx="33">
                  <c:v>0.9508698000000001</c:v>
                </c:pt>
                <c:pt idx="34">
                  <c:v>0.94703219999999999</c:v>
                </c:pt>
                <c:pt idx="35">
                  <c:v>0.95095579999999991</c:v>
                </c:pt>
                <c:pt idx="36">
                  <c:v>0.94500059999999997</c:v>
                </c:pt>
                <c:pt idx="37">
                  <c:v>0.94718029999999998</c:v>
                </c:pt>
                <c:pt idx="38">
                  <c:v>0.93845270000000003</c:v>
                </c:pt>
                <c:pt idx="39">
                  <c:v>0.92279650000000002</c:v>
                </c:pt>
                <c:pt idx="40">
                  <c:v>0.92618</c:v>
                </c:pt>
                <c:pt idx="41">
                  <c:v>0.91837089999999999</c:v>
                </c:pt>
                <c:pt idx="42">
                  <c:v>0.9172302</c:v>
                </c:pt>
                <c:pt idx="43">
                  <c:v>0.9150744999999999</c:v>
                </c:pt>
                <c:pt idx="44">
                  <c:v>0.9228826</c:v>
                </c:pt>
                <c:pt idx="45">
                  <c:v>0.91494529999999996</c:v>
                </c:pt>
                <c:pt idx="46">
                  <c:v>0.91344219999999998</c:v>
                </c:pt>
                <c:pt idx="47">
                  <c:v>0.91940599999999995</c:v>
                </c:pt>
                <c:pt idx="48">
                  <c:v>0.9523585</c:v>
                </c:pt>
                <c:pt idx="49">
                  <c:v>0.95548330000000004</c:v>
                </c:pt>
                <c:pt idx="50">
                  <c:v>0.9506308</c:v>
                </c:pt>
                <c:pt idx="51">
                  <c:v>0.95332380000000005</c:v>
                </c:pt>
                <c:pt idx="52">
                  <c:v>0.94622190000000006</c:v>
                </c:pt>
                <c:pt idx="53">
                  <c:v>0.95184930000000001</c:v>
                </c:pt>
                <c:pt idx="54">
                  <c:v>0.93316359999999998</c:v>
                </c:pt>
                <c:pt idx="55">
                  <c:v>0.92540959999999994</c:v>
                </c:pt>
                <c:pt idx="56">
                  <c:v>0.92905370000000009</c:v>
                </c:pt>
                <c:pt idx="57">
                  <c:v>0.91241700000000003</c:v>
                </c:pt>
                <c:pt idx="58">
                  <c:v>0.91345320000000008</c:v>
                </c:pt>
                <c:pt idx="59">
                  <c:v>0.91892600000000002</c:v>
                </c:pt>
                <c:pt idx="60">
                  <c:v>0.91714859999999998</c:v>
                </c:pt>
                <c:pt idx="61">
                  <c:v>0.9087636</c:v>
                </c:pt>
                <c:pt idx="62">
                  <c:v>0.93100139999999998</c:v>
                </c:pt>
                <c:pt idx="63">
                  <c:v>0.94469349999999996</c:v>
                </c:pt>
                <c:pt idx="64">
                  <c:v>0.93711440000000001</c:v>
                </c:pt>
                <c:pt idx="65">
                  <c:v>0.95366290000000009</c:v>
                </c:pt>
                <c:pt idx="66">
                  <c:v>0.95496690000000006</c:v>
                </c:pt>
                <c:pt idx="67">
                  <c:v>0.94787369999999993</c:v>
                </c:pt>
                <c:pt idx="68">
                  <c:v>0.94853359999999998</c:v>
                </c:pt>
                <c:pt idx="69">
                  <c:v>0.94535369999999996</c:v>
                </c:pt>
                <c:pt idx="70">
                  <c:v>0.94644470000000003</c:v>
                </c:pt>
                <c:pt idx="71">
                  <c:v>0.94731659999999995</c:v>
                </c:pt>
                <c:pt idx="72">
                  <c:v>0.95893719999999993</c:v>
                </c:pt>
                <c:pt idx="73">
                  <c:v>0.95775460000000001</c:v>
                </c:pt>
                <c:pt idx="74">
                  <c:v>0.96075670000000002</c:v>
                </c:pt>
                <c:pt idx="75">
                  <c:v>0.95107050000000004</c:v>
                </c:pt>
                <c:pt idx="76">
                  <c:v>0.949658</c:v>
                </c:pt>
                <c:pt idx="77">
                  <c:v>0.94421480000000002</c:v>
                </c:pt>
                <c:pt idx="78">
                  <c:v>0.92993110000000001</c:v>
                </c:pt>
                <c:pt idx="79">
                  <c:v>0.92594750000000003</c:v>
                </c:pt>
                <c:pt idx="80">
                  <c:v>0.92728379999999999</c:v>
                </c:pt>
                <c:pt idx="81">
                  <c:v>0.93223299999999998</c:v>
                </c:pt>
                <c:pt idx="82">
                  <c:v>0.94647829999999999</c:v>
                </c:pt>
                <c:pt idx="83">
                  <c:v>0.94940950000000002</c:v>
                </c:pt>
                <c:pt idx="84">
                  <c:v>0.94780359999999997</c:v>
                </c:pt>
                <c:pt idx="85">
                  <c:v>0.94461879999999998</c:v>
                </c:pt>
                <c:pt idx="86">
                  <c:v>0.94307079999999999</c:v>
                </c:pt>
                <c:pt idx="87">
                  <c:v>0.9291874</c:v>
                </c:pt>
                <c:pt idx="88">
                  <c:v>0.92770569999999997</c:v>
                </c:pt>
                <c:pt idx="89">
                  <c:v>0.93132899999999996</c:v>
                </c:pt>
                <c:pt idx="90">
                  <c:v>0.918292</c:v>
                </c:pt>
                <c:pt idx="91">
                  <c:v>0.92183669999999995</c:v>
                </c:pt>
                <c:pt idx="92">
                  <c:v>0.9120568</c:v>
                </c:pt>
                <c:pt idx="93">
                  <c:v>0.90660929999999995</c:v>
                </c:pt>
                <c:pt idx="94">
                  <c:v>0.90586339999999999</c:v>
                </c:pt>
                <c:pt idx="95">
                  <c:v>0.90249849999999998</c:v>
                </c:pt>
                <c:pt idx="96">
                  <c:v>0.91251040000000005</c:v>
                </c:pt>
                <c:pt idx="97">
                  <c:v>0.90674169999999998</c:v>
                </c:pt>
                <c:pt idx="98">
                  <c:v>0.91178360000000003</c:v>
                </c:pt>
                <c:pt idx="99">
                  <c:v>0.90610799999999991</c:v>
                </c:pt>
                <c:pt idx="100">
                  <c:v>0.89779310000000001</c:v>
                </c:pt>
                <c:pt idx="101">
                  <c:v>0.89062229999999998</c:v>
                </c:pt>
                <c:pt idx="102">
                  <c:v>0.88611139999999999</c:v>
                </c:pt>
                <c:pt idx="103">
                  <c:v>0.89414970000000005</c:v>
                </c:pt>
                <c:pt idx="104">
                  <c:v>0.88385429999999998</c:v>
                </c:pt>
                <c:pt idx="105">
                  <c:v>0.89144140000000005</c:v>
                </c:pt>
                <c:pt idx="106">
                  <c:v>0.91700680000000001</c:v>
                </c:pt>
                <c:pt idx="107">
                  <c:v>0.91558790000000001</c:v>
                </c:pt>
                <c:pt idx="108">
                  <c:v>0.92993420000000004</c:v>
                </c:pt>
                <c:pt idx="109">
                  <c:v>0.93798219999999999</c:v>
                </c:pt>
                <c:pt idx="110">
                  <c:v>0.93383870000000002</c:v>
                </c:pt>
                <c:pt idx="111">
                  <c:v>0.93690580000000001</c:v>
                </c:pt>
                <c:pt idx="112">
                  <c:v>0.9286011999999999</c:v>
                </c:pt>
                <c:pt idx="113">
                  <c:v>0.96611089999999999</c:v>
                </c:pt>
                <c:pt idx="114">
                  <c:v>0.96967110000000001</c:v>
                </c:pt>
                <c:pt idx="115">
                  <c:v>0.97013840000000007</c:v>
                </c:pt>
                <c:pt idx="116">
                  <c:v>0.97111990000000004</c:v>
                </c:pt>
                <c:pt idx="117">
                  <c:v>0.97561290000000001</c:v>
                </c:pt>
                <c:pt idx="118">
                  <c:v>0.97142110000000004</c:v>
                </c:pt>
                <c:pt idx="119">
                  <c:v>0.97444590000000009</c:v>
                </c:pt>
                <c:pt idx="120">
                  <c:v>0.99644029999999995</c:v>
                </c:pt>
                <c:pt idx="121">
                  <c:v>0.99944539999999993</c:v>
                </c:pt>
                <c:pt idx="122">
                  <c:v>0.99520979999999992</c:v>
                </c:pt>
                <c:pt idx="123">
                  <c:v>1.0067589000000001</c:v>
                </c:pt>
                <c:pt idx="124">
                  <c:v>1.0206977000000002</c:v>
                </c:pt>
                <c:pt idx="125">
                  <c:v>1.0211771999999999</c:v>
                </c:pt>
                <c:pt idx="126">
                  <c:v>1.0249294</c:v>
                </c:pt>
                <c:pt idx="127">
                  <c:v>1.0214863000000001</c:v>
                </c:pt>
                <c:pt idx="128">
                  <c:v>1.0217459</c:v>
                </c:pt>
                <c:pt idx="129">
                  <c:v>1.0231855000000001</c:v>
                </c:pt>
                <c:pt idx="130">
                  <c:v>1.0078750999999999</c:v>
                </c:pt>
                <c:pt idx="131">
                  <c:v>1.0385633000000001</c:v>
                </c:pt>
                <c:pt idx="132">
                  <c:v>1.0444093000000001</c:v>
                </c:pt>
                <c:pt idx="133">
                  <c:v>1.0383716999999999</c:v>
                </c:pt>
                <c:pt idx="134">
                  <c:v>1.0305298999999999</c:v>
                </c:pt>
                <c:pt idx="135">
                  <c:v>1.044316</c:v>
                </c:pt>
                <c:pt idx="136">
                  <c:v>1.0492982</c:v>
                </c:pt>
                <c:pt idx="137">
                  <c:v>1.044799</c:v>
                </c:pt>
                <c:pt idx="138">
                  <c:v>1.0481993000000001</c:v>
                </c:pt>
                <c:pt idx="139">
                  <c:v>1.0402574</c:v>
                </c:pt>
                <c:pt idx="140">
                  <c:v>1.036689</c:v>
                </c:pt>
                <c:pt idx="141">
                  <c:v>1.0625555</c:v>
                </c:pt>
                <c:pt idx="142">
                  <c:v>1.0702517</c:v>
                </c:pt>
                <c:pt idx="143">
                  <c:v>1.0743638</c:v>
                </c:pt>
                <c:pt idx="144">
                  <c:v>1.0737812</c:v>
                </c:pt>
                <c:pt idx="145">
                  <c:v>1.0918284</c:v>
                </c:pt>
                <c:pt idx="146">
                  <c:v>1.0933325</c:v>
                </c:pt>
                <c:pt idx="147">
                  <c:v>1.1008612</c:v>
                </c:pt>
                <c:pt idx="148">
                  <c:v>1.1021880000000002</c:v>
                </c:pt>
                <c:pt idx="149">
                  <c:v>1.097116</c:v>
                </c:pt>
                <c:pt idx="150">
                  <c:v>1.1008882000000002</c:v>
                </c:pt>
                <c:pt idx="151">
                  <c:v>1.0900254999999999</c:v>
                </c:pt>
                <c:pt idx="152">
                  <c:v>1.0735060000000001</c:v>
                </c:pt>
                <c:pt idx="153">
                  <c:v>1.0789536</c:v>
                </c:pt>
                <c:pt idx="154">
                  <c:v>1.0495454</c:v>
                </c:pt>
                <c:pt idx="155">
                  <c:v>1.0450623000000001</c:v>
                </c:pt>
                <c:pt idx="156">
                  <c:v>1.0477589</c:v>
                </c:pt>
                <c:pt idx="157">
                  <c:v>1.0357378000000002</c:v>
                </c:pt>
                <c:pt idx="158">
                  <c:v>1.0444795</c:v>
                </c:pt>
                <c:pt idx="159">
                  <c:v>1.0698098</c:v>
                </c:pt>
                <c:pt idx="160">
                  <c:v>1.0683741</c:v>
                </c:pt>
                <c:pt idx="161">
                  <c:v>1.0289505999999999</c:v>
                </c:pt>
                <c:pt idx="162">
                  <c:v>1.0538803999999999</c:v>
                </c:pt>
                <c:pt idx="163">
                  <c:v>1.0626886</c:v>
                </c:pt>
                <c:pt idx="164">
                  <c:v>1.0528351</c:v>
                </c:pt>
                <c:pt idx="165">
                  <c:v>1.0488012000000002</c:v>
                </c:pt>
                <c:pt idx="166">
                  <c:v>1.0441228</c:v>
                </c:pt>
                <c:pt idx="167">
                  <c:v>1.0322811999999999</c:v>
                </c:pt>
                <c:pt idx="168">
                  <c:v>1.0231934999999999</c:v>
                </c:pt>
                <c:pt idx="169">
                  <c:v>1.0253936000000001</c:v>
                </c:pt>
                <c:pt idx="170">
                  <c:v>1.0272082</c:v>
                </c:pt>
                <c:pt idx="171">
                  <c:v>1.01512</c:v>
                </c:pt>
                <c:pt idx="172">
                  <c:v>1.0224573000000001</c:v>
                </c:pt>
                <c:pt idx="173">
                  <c:v>1.0500187000000001</c:v>
                </c:pt>
                <c:pt idx="174">
                  <c:v>1.0515699999999999</c:v>
                </c:pt>
                <c:pt idx="175">
                  <c:v>1.0526401000000001</c:v>
                </c:pt>
                <c:pt idx="176">
                  <c:v>1.0509702000000001</c:v>
                </c:pt>
                <c:pt idx="177">
                  <c:v>1.0387305</c:v>
                </c:pt>
                <c:pt idx="178">
                  <c:v>1.041469</c:v>
                </c:pt>
                <c:pt idx="179">
                  <c:v>1.014308</c:v>
                </c:pt>
                <c:pt idx="180">
                  <c:v>1.0129401</c:v>
                </c:pt>
                <c:pt idx="181">
                  <c:v>1.0123302999999999</c:v>
                </c:pt>
                <c:pt idx="182">
                  <c:v>1.0101247</c:v>
                </c:pt>
                <c:pt idx="183">
                  <c:v>1.0092023000000001</c:v>
                </c:pt>
                <c:pt idx="184">
                  <c:v>1.0055556000000001</c:v>
                </c:pt>
                <c:pt idx="185">
                  <c:v>1.0111316000000001</c:v>
                </c:pt>
                <c:pt idx="186">
                  <c:v>1.0097946</c:v>
                </c:pt>
                <c:pt idx="187">
                  <c:v>1.0073805</c:v>
                </c:pt>
                <c:pt idx="188">
                  <c:v>1.0022553000000001</c:v>
                </c:pt>
                <c:pt idx="189">
                  <c:v>0.99402400000000002</c:v>
                </c:pt>
                <c:pt idx="190">
                  <c:v>1.0014578999999999</c:v>
                </c:pt>
                <c:pt idx="191">
                  <c:v>1.0010953</c:v>
                </c:pt>
                <c:pt idx="192">
                  <c:v>1.0031749999999999</c:v>
                </c:pt>
                <c:pt idx="193">
                  <c:v>1.0256350999999999</c:v>
                </c:pt>
                <c:pt idx="194">
                  <c:v>1.0246187</c:v>
                </c:pt>
                <c:pt idx="195">
                  <c:v>0.9983200000000001</c:v>
                </c:pt>
                <c:pt idx="196">
                  <c:v>1.0133555999999999</c:v>
                </c:pt>
                <c:pt idx="197">
                  <c:v>1.0043579999999999</c:v>
                </c:pt>
                <c:pt idx="198">
                  <c:v>0.99766310000000002</c:v>
                </c:pt>
                <c:pt idx="199">
                  <c:v>0.99843559999999998</c:v>
                </c:pt>
                <c:pt idx="200">
                  <c:v>1.0125474000000001</c:v>
                </c:pt>
                <c:pt idx="201">
                  <c:v>1.0232992999999999</c:v>
                </c:pt>
                <c:pt idx="202">
                  <c:v>1.0245831000000001</c:v>
                </c:pt>
                <c:pt idx="203">
                  <c:v>1.0287515</c:v>
                </c:pt>
                <c:pt idx="204">
                  <c:v>1.0238973</c:v>
                </c:pt>
                <c:pt idx="205">
                  <c:v>1.0281255</c:v>
                </c:pt>
                <c:pt idx="206">
                  <c:v>1.0248723</c:v>
                </c:pt>
                <c:pt idx="207">
                  <c:v>1.0127481</c:v>
                </c:pt>
                <c:pt idx="208">
                  <c:v>1.0171651000000002</c:v>
                </c:pt>
                <c:pt idx="209">
                  <c:v>1.0320282000000001</c:v>
                </c:pt>
                <c:pt idx="210">
                  <c:v>1.0447537</c:v>
                </c:pt>
                <c:pt idx="211">
                  <c:v>1.0504216</c:v>
                </c:pt>
                <c:pt idx="212">
                  <c:v>1.0521130000000001</c:v>
                </c:pt>
                <c:pt idx="213">
                  <c:v>1.0531389</c:v>
                </c:pt>
                <c:pt idx="214">
                  <c:v>1.0418181</c:v>
                </c:pt>
                <c:pt idx="215">
                  <c:v>1.0464599999999999</c:v>
                </c:pt>
                <c:pt idx="216">
                  <c:v>1.0472265000000001</c:v>
                </c:pt>
                <c:pt idx="217">
                  <c:v>1.0616574000000001</c:v>
                </c:pt>
                <c:pt idx="218">
                  <c:v>1.0610820000000001</c:v>
                </c:pt>
                <c:pt idx="219">
                  <c:v>1.0584377999999999</c:v>
                </c:pt>
                <c:pt idx="220">
                  <c:v>1.0494729</c:v>
                </c:pt>
                <c:pt idx="221">
                  <c:v>1.0482539999999998</c:v>
                </c:pt>
                <c:pt idx="222">
                  <c:v>1.0363479</c:v>
                </c:pt>
                <c:pt idx="223">
                  <c:v>1.0346932</c:v>
                </c:pt>
                <c:pt idx="224">
                  <c:v>1.0241260999999999</c:v>
                </c:pt>
                <c:pt idx="225">
                  <c:v>1.0073129999999999</c:v>
                </c:pt>
                <c:pt idx="226">
                  <c:v>0.97487159999999995</c:v>
                </c:pt>
                <c:pt idx="227">
                  <c:v>0.98136829999999997</c:v>
                </c:pt>
                <c:pt idx="228">
                  <c:v>0.97638099999999994</c:v>
                </c:pt>
                <c:pt idx="229">
                  <c:v>0.98213320000000004</c:v>
                </c:pt>
                <c:pt idx="230">
                  <c:v>0.97519800000000001</c:v>
                </c:pt>
                <c:pt idx="231">
                  <c:v>0.94459749999999998</c:v>
                </c:pt>
                <c:pt idx="232">
                  <c:v>0.94302390000000003</c:v>
                </c:pt>
                <c:pt idx="233">
                  <c:v>0.88651259999999998</c:v>
                </c:pt>
                <c:pt idx="234">
                  <c:v>0.8842675000000001</c:v>
                </c:pt>
                <c:pt idx="235">
                  <c:v>0.8853837</c:v>
                </c:pt>
                <c:pt idx="236">
                  <c:v>0.88245070000000003</c:v>
                </c:pt>
                <c:pt idx="237">
                  <c:v>0.8979332000000001</c:v>
                </c:pt>
                <c:pt idx="238">
                  <c:v>0.90284889999999995</c:v>
                </c:pt>
                <c:pt idx="239">
                  <c:v>0.90620800000000001</c:v>
                </c:pt>
                <c:pt idx="240">
                  <c:v>0.89917389999999997</c:v>
                </c:pt>
                <c:pt idx="241">
                  <c:v>0.90620979999999995</c:v>
                </c:pt>
                <c:pt idx="242">
                  <c:v>0.90809709999999999</c:v>
                </c:pt>
                <c:pt idx="243">
                  <c:v>0.88360280000000002</c:v>
                </c:pt>
                <c:pt idx="244">
                  <c:v>0.88323469999999993</c:v>
                </c:pt>
                <c:pt idx="245">
                  <c:v>0.90705550000000001</c:v>
                </c:pt>
                <c:pt idx="246">
                  <c:v>0.94681669999999996</c:v>
                </c:pt>
                <c:pt idx="247">
                  <c:v>0.92697929999999995</c:v>
                </c:pt>
                <c:pt idx="248">
                  <c:v>0.93933610000000001</c:v>
                </c:pt>
                <c:pt idx="249">
                  <c:v>0.94341719999999996</c:v>
                </c:pt>
                <c:pt idx="250">
                  <c:v>0.92987960000000003</c:v>
                </c:pt>
                <c:pt idx="251">
                  <c:v>0.9153656</c:v>
                </c:pt>
                <c:pt idx="252">
                  <c:v>0.89412310000000006</c:v>
                </c:pt>
                <c:pt idx="253">
                  <c:v>0.89866560000000006</c:v>
                </c:pt>
                <c:pt idx="254">
                  <c:v>0.9233439</c:v>
                </c:pt>
                <c:pt idx="255">
                  <c:v>0.91688160000000007</c:v>
                </c:pt>
                <c:pt idx="256">
                  <c:v>0.91244079999999994</c:v>
                </c:pt>
                <c:pt idx="257">
                  <c:v>0.9071439</c:v>
                </c:pt>
                <c:pt idx="258">
                  <c:v>0.88853079999999995</c:v>
                </c:pt>
                <c:pt idx="259">
                  <c:v>0.89373639999999999</c:v>
                </c:pt>
                <c:pt idx="260">
                  <c:v>0.89514570000000004</c:v>
                </c:pt>
                <c:pt idx="261">
                  <c:v>0.91544320000000001</c:v>
                </c:pt>
                <c:pt idx="262">
                  <c:v>0.91617920000000008</c:v>
                </c:pt>
                <c:pt idx="263">
                  <c:v>0.92821240000000005</c:v>
                </c:pt>
                <c:pt idx="264">
                  <c:v>0.93413919999999995</c:v>
                </c:pt>
                <c:pt idx="265">
                  <c:v>0.92910289999999995</c:v>
                </c:pt>
                <c:pt idx="266">
                  <c:v>0.92761680000000002</c:v>
                </c:pt>
                <c:pt idx="267">
                  <c:v>0.93118899999999993</c:v>
                </c:pt>
                <c:pt idx="268">
                  <c:v>0.9570341</c:v>
                </c:pt>
                <c:pt idx="269">
                  <c:v>0.95945899999999995</c:v>
                </c:pt>
                <c:pt idx="270">
                  <c:v>0.95560029999999996</c:v>
                </c:pt>
                <c:pt idx="271">
                  <c:v>0.94497170000000008</c:v>
                </c:pt>
                <c:pt idx="272">
                  <c:v>0.93823140000000005</c:v>
                </c:pt>
                <c:pt idx="273">
                  <c:v>0.94878790000000002</c:v>
                </c:pt>
                <c:pt idx="274">
                  <c:v>0.94145630000000002</c:v>
                </c:pt>
                <c:pt idx="275">
                  <c:v>0.93995770000000001</c:v>
                </c:pt>
                <c:pt idx="276">
                  <c:v>0.93815680000000001</c:v>
                </c:pt>
                <c:pt idx="277">
                  <c:v>0.93157989999999991</c:v>
                </c:pt>
                <c:pt idx="278">
                  <c:v>0.95042219999999999</c:v>
                </c:pt>
                <c:pt idx="279">
                  <c:v>0.95245799999999992</c:v>
                </c:pt>
                <c:pt idx="280">
                  <c:v>0.94750120000000004</c:v>
                </c:pt>
                <c:pt idx="281">
                  <c:v>0.94373379999999996</c:v>
                </c:pt>
                <c:pt idx="282">
                  <c:v>0.94203229999999993</c:v>
                </c:pt>
                <c:pt idx="283">
                  <c:v>0.94452210000000003</c:v>
                </c:pt>
                <c:pt idx="284">
                  <c:v>0.95773170000000007</c:v>
                </c:pt>
                <c:pt idx="285">
                  <c:v>0.95626260000000007</c:v>
                </c:pt>
                <c:pt idx="286">
                  <c:v>0.95279880000000006</c:v>
                </c:pt>
                <c:pt idx="287">
                  <c:v>0.95900199999999991</c:v>
                </c:pt>
                <c:pt idx="288">
                  <c:v>0.99100789999999994</c:v>
                </c:pt>
                <c:pt idx="289">
                  <c:v>1.0042336999999999</c:v>
                </c:pt>
                <c:pt idx="290">
                  <c:v>1.0073160999999999</c:v>
                </c:pt>
                <c:pt idx="291">
                  <c:v>1.0167847999999999</c:v>
                </c:pt>
                <c:pt idx="292">
                  <c:v>1.0096381000000001</c:v>
                </c:pt>
                <c:pt idx="293">
                  <c:v>1.0055885</c:v>
                </c:pt>
                <c:pt idx="294">
                  <c:v>0.98590459999999991</c:v>
                </c:pt>
                <c:pt idx="295">
                  <c:v>0.98790689999999992</c:v>
                </c:pt>
                <c:pt idx="296">
                  <c:v>1.0032565</c:v>
                </c:pt>
                <c:pt idx="297">
                  <c:v>0.9923073</c:v>
                </c:pt>
                <c:pt idx="298">
                  <c:v>0.9865777</c:v>
                </c:pt>
                <c:pt idx="299">
                  <c:v>0.96937410000000002</c:v>
                </c:pt>
                <c:pt idx="300">
                  <c:v>0.97344070000000005</c:v>
                </c:pt>
                <c:pt idx="301">
                  <c:v>0.97887339999999989</c:v>
                </c:pt>
                <c:pt idx="302">
                  <c:v>0.99152850000000003</c:v>
                </c:pt>
                <c:pt idx="303">
                  <c:v>0.99607010000000007</c:v>
                </c:pt>
                <c:pt idx="304">
                  <c:v>0.98671200000000003</c:v>
                </c:pt>
                <c:pt idx="305">
                  <c:v>1.0018347999999999</c:v>
                </c:pt>
                <c:pt idx="306">
                  <c:v>1.0033915</c:v>
                </c:pt>
                <c:pt idx="307">
                  <c:v>1.0014547999999999</c:v>
                </c:pt>
                <c:pt idx="308">
                  <c:v>0.98366310000000001</c:v>
                </c:pt>
                <c:pt idx="309">
                  <c:v>0.98056029999999994</c:v>
                </c:pt>
                <c:pt idx="310">
                  <c:v>0.98547220000000002</c:v>
                </c:pt>
                <c:pt idx="311">
                  <c:v>1.0029421999999999</c:v>
                </c:pt>
                <c:pt idx="312">
                  <c:v>0.99313800000000008</c:v>
                </c:pt>
                <c:pt idx="313">
                  <c:v>0.98256920000000003</c:v>
                </c:pt>
                <c:pt idx="314">
                  <c:v>0.97563009999999994</c:v>
                </c:pt>
                <c:pt idx="315">
                  <c:v>0.96329379999999998</c:v>
                </c:pt>
                <c:pt idx="316">
                  <c:v>0.9622887</c:v>
                </c:pt>
                <c:pt idx="317">
                  <c:v>0.96464570000000005</c:v>
                </c:pt>
                <c:pt idx="318">
                  <c:v>0.97832950000000007</c:v>
                </c:pt>
                <c:pt idx="319">
                  <c:v>0.96529949999999998</c:v>
                </c:pt>
                <c:pt idx="320">
                  <c:v>0.96964309999999998</c:v>
                </c:pt>
                <c:pt idx="321">
                  <c:v>0.96790409999999993</c:v>
                </c:pt>
                <c:pt idx="322">
                  <c:v>0.96918510000000002</c:v>
                </c:pt>
                <c:pt idx="323">
                  <c:v>0.9575205</c:v>
                </c:pt>
                <c:pt idx="324">
                  <c:v>0.95249030000000001</c:v>
                </c:pt>
                <c:pt idx="325">
                  <c:v>0.93988480000000008</c:v>
                </c:pt>
                <c:pt idx="326">
                  <c:v>0.94295950000000006</c:v>
                </c:pt>
                <c:pt idx="327">
                  <c:v>0.95228639999999998</c:v>
                </c:pt>
                <c:pt idx="328">
                  <c:v>0.9322279</c:v>
                </c:pt>
                <c:pt idx="329">
                  <c:v>0.93857010000000007</c:v>
                </c:pt>
                <c:pt idx="330">
                  <c:v>0.9564587</c:v>
                </c:pt>
                <c:pt idx="331">
                  <c:v>0.98667499999999997</c:v>
                </c:pt>
                <c:pt idx="332">
                  <c:v>0.98021530000000001</c:v>
                </c:pt>
                <c:pt idx="333">
                  <c:v>0.98511360000000003</c:v>
                </c:pt>
                <c:pt idx="334">
                  <c:v>0.97937850000000004</c:v>
                </c:pt>
                <c:pt idx="335">
                  <c:v>0.97473580000000004</c:v>
                </c:pt>
                <c:pt idx="336">
                  <c:v>0.97113320000000003</c:v>
                </c:pt>
                <c:pt idx="337">
                  <c:v>0.97066520000000001</c:v>
                </c:pt>
                <c:pt idx="338">
                  <c:v>0.98111940000000009</c:v>
                </c:pt>
                <c:pt idx="339">
                  <c:v>0.99078959999999994</c:v>
                </c:pt>
                <c:pt idx="340">
                  <c:v>0.99056389999999994</c:v>
                </c:pt>
                <c:pt idx="341">
                  <c:v>0.98278840000000001</c:v>
                </c:pt>
                <c:pt idx="342">
                  <c:v>0.99205139999999992</c:v>
                </c:pt>
                <c:pt idx="343">
                  <c:v>1.0045331</c:v>
                </c:pt>
                <c:pt idx="344">
                  <c:v>1.0018586</c:v>
                </c:pt>
                <c:pt idx="345">
                  <c:v>0.99572400000000005</c:v>
                </c:pt>
                <c:pt idx="346">
                  <c:v>0.9951797</c:v>
                </c:pt>
                <c:pt idx="347">
                  <c:v>0.99612519999999993</c:v>
                </c:pt>
                <c:pt idx="348">
                  <c:v>0.98048089999999999</c:v>
                </c:pt>
                <c:pt idx="349">
                  <c:v>0.97942049999999992</c:v>
                </c:pt>
                <c:pt idx="350">
                  <c:v>0.97811760000000003</c:v>
                </c:pt>
                <c:pt idx="351">
                  <c:v>0.96317059999999999</c:v>
                </c:pt>
                <c:pt idx="352">
                  <c:v>0.95870909999999998</c:v>
                </c:pt>
                <c:pt idx="353">
                  <c:v>0.9590381</c:v>
                </c:pt>
                <c:pt idx="354">
                  <c:v>0.94944700000000004</c:v>
                </c:pt>
                <c:pt idx="355">
                  <c:v>0.92845899999999992</c:v>
                </c:pt>
                <c:pt idx="356">
                  <c:v>0.93096380000000001</c:v>
                </c:pt>
                <c:pt idx="357">
                  <c:v>0.93237570000000003</c:v>
                </c:pt>
                <c:pt idx="358">
                  <c:v>0.93890319999999994</c:v>
                </c:pt>
                <c:pt idx="359">
                  <c:v>0.92351250000000007</c:v>
                </c:pt>
                <c:pt idx="360">
                  <c:v>0.93828560000000005</c:v>
                </c:pt>
                <c:pt idx="361">
                  <c:v>0.93673139999999999</c:v>
                </c:pt>
                <c:pt idx="362">
                  <c:v>0.94856169999999995</c:v>
                </c:pt>
                <c:pt idx="363">
                  <c:v>0.94545010000000007</c:v>
                </c:pt>
                <c:pt idx="364">
                  <c:v>0.9333823</c:v>
                </c:pt>
                <c:pt idx="365">
                  <c:v>0.91320050000000008</c:v>
                </c:pt>
                <c:pt idx="366">
                  <c:v>0.9129545</c:v>
                </c:pt>
                <c:pt idx="367">
                  <c:v>0.91447020000000001</c:v>
                </c:pt>
                <c:pt idx="368">
                  <c:v>0.90684069999999994</c:v>
                </c:pt>
                <c:pt idx="369">
                  <c:v>0.90010730000000005</c:v>
                </c:pt>
                <c:pt idx="370">
                  <c:v>0.89577580000000001</c:v>
                </c:pt>
                <c:pt idx="371">
                  <c:v>0.9032116</c:v>
                </c:pt>
                <c:pt idx="372">
                  <c:v>0.90169779999999999</c:v>
                </c:pt>
                <c:pt idx="373">
                  <c:v>0.90282399999999996</c:v>
                </c:pt>
                <c:pt idx="374">
                  <c:v>0.88989009999999991</c:v>
                </c:pt>
                <c:pt idx="375">
                  <c:v>0.88504250000000007</c:v>
                </c:pt>
                <c:pt idx="376">
                  <c:v>0.8933565</c:v>
                </c:pt>
                <c:pt idx="377">
                  <c:v>0.91523410000000005</c:v>
                </c:pt>
                <c:pt idx="378">
                  <c:v>0.91062049999999994</c:v>
                </c:pt>
                <c:pt idx="379">
                  <c:v>0.91596560000000005</c:v>
                </c:pt>
                <c:pt idx="380">
                  <c:v>0.90443580000000001</c:v>
                </c:pt>
                <c:pt idx="381">
                  <c:v>0.90596240000000006</c:v>
                </c:pt>
                <c:pt idx="382">
                  <c:v>0.90903590000000001</c:v>
                </c:pt>
                <c:pt idx="383">
                  <c:v>0.89921689999999999</c:v>
                </c:pt>
                <c:pt idx="384">
                  <c:v>0.90311189999999997</c:v>
                </c:pt>
                <c:pt idx="385">
                  <c:v>0.92446079999999997</c:v>
                </c:pt>
                <c:pt idx="386">
                  <c:v>0.93144369999999999</c:v>
                </c:pt>
                <c:pt idx="387">
                  <c:v>0.93364480000000005</c:v>
                </c:pt>
                <c:pt idx="388">
                  <c:v>0.92911909999999998</c:v>
                </c:pt>
                <c:pt idx="389">
                  <c:v>0.93532309999999996</c:v>
                </c:pt>
                <c:pt idx="390">
                  <c:v>0.94154549999999992</c:v>
                </c:pt>
                <c:pt idx="391">
                  <c:v>0.93024530000000005</c:v>
                </c:pt>
                <c:pt idx="392">
                  <c:v>0.94039549999999994</c:v>
                </c:pt>
                <c:pt idx="393">
                  <c:v>0.93218449999999997</c:v>
                </c:pt>
                <c:pt idx="394">
                  <c:v>0.92322559999999998</c:v>
                </c:pt>
                <c:pt idx="395">
                  <c:v>0.90394299999999994</c:v>
                </c:pt>
                <c:pt idx="396">
                  <c:v>0.88199499999999997</c:v>
                </c:pt>
                <c:pt idx="397">
                  <c:v>0.88412940000000007</c:v>
                </c:pt>
                <c:pt idx="398">
                  <c:v>0.88052039999999998</c:v>
                </c:pt>
                <c:pt idx="399">
                  <c:v>0.89017570000000001</c:v>
                </c:pt>
                <c:pt idx="400">
                  <c:v>0.89460099999999998</c:v>
                </c:pt>
                <c:pt idx="401">
                  <c:v>0.89223580000000002</c:v>
                </c:pt>
                <c:pt idx="402">
                  <c:v>0.88435979999999992</c:v>
                </c:pt>
                <c:pt idx="403">
                  <c:v>0.88810990000000001</c:v>
                </c:pt>
                <c:pt idx="404">
                  <c:v>0.88606240000000003</c:v>
                </c:pt>
                <c:pt idx="405">
                  <c:v>0.85866799999999999</c:v>
                </c:pt>
                <c:pt idx="406">
                  <c:v>0.86289680000000002</c:v>
                </c:pt>
                <c:pt idx="407">
                  <c:v>0.86502480000000004</c:v>
                </c:pt>
                <c:pt idx="408">
                  <c:v>0.87520889999999996</c:v>
                </c:pt>
                <c:pt idx="409">
                  <c:v>0.86841240000000008</c:v>
                </c:pt>
                <c:pt idx="410">
                  <c:v>0.8762646999999999</c:v>
                </c:pt>
                <c:pt idx="411">
                  <c:v>0.87435979999999991</c:v>
                </c:pt>
                <c:pt idx="412">
                  <c:v>0.86765369999999997</c:v>
                </c:pt>
                <c:pt idx="413">
                  <c:v>0.85447779999999995</c:v>
                </c:pt>
                <c:pt idx="414">
                  <c:v>0.88241789999999998</c:v>
                </c:pt>
                <c:pt idx="415">
                  <c:v>0.88931410000000011</c:v>
                </c:pt>
                <c:pt idx="416">
                  <c:v>0.88849400000000001</c:v>
                </c:pt>
                <c:pt idx="417">
                  <c:v>0.88717729999999995</c:v>
                </c:pt>
                <c:pt idx="418">
                  <c:v>0.88122260000000008</c:v>
                </c:pt>
                <c:pt idx="419">
                  <c:v>0.87976980000000005</c:v>
                </c:pt>
                <c:pt idx="420">
                  <c:v>0.87757289999999999</c:v>
                </c:pt>
                <c:pt idx="421">
                  <c:v>0.88410290000000002</c:v>
                </c:pt>
                <c:pt idx="422">
                  <c:v>0.89094169999999995</c:v>
                </c:pt>
                <c:pt idx="423">
                  <c:v>0.88484119999999999</c:v>
                </c:pt>
                <c:pt idx="424">
                  <c:v>0.89278710000000006</c:v>
                </c:pt>
                <c:pt idx="425">
                  <c:v>0.91290869999999991</c:v>
                </c:pt>
                <c:pt idx="426">
                  <c:v>0.91341459999999997</c:v>
                </c:pt>
                <c:pt idx="427">
                  <c:v>0.92703659999999999</c:v>
                </c:pt>
                <c:pt idx="428">
                  <c:v>0.9258383</c:v>
                </c:pt>
                <c:pt idx="429">
                  <c:v>0.92504439999999999</c:v>
                </c:pt>
                <c:pt idx="430">
                  <c:v>0.90987929999999995</c:v>
                </c:pt>
                <c:pt idx="431">
                  <c:v>0.91106730000000002</c:v>
                </c:pt>
                <c:pt idx="432">
                  <c:v>0.90807360000000004</c:v>
                </c:pt>
                <c:pt idx="433">
                  <c:v>0.90794849999999994</c:v>
                </c:pt>
                <c:pt idx="434">
                  <c:v>0.89351329999999995</c:v>
                </c:pt>
                <c:pt idx="435">
                  <c:v>0.89721879999999998</c:v>
                </c:pt>
                <c:pt idx="436">
                  <c:v>0.89639390000000008</c:v>
                </c:pt>
                <c:pt idx="437">
                  <c:v>0.89476700000000009</c:v>
                </c:pt>
                <c:pt idx="438">
                  <c:v>0.88597870000000001</c:v>
                </c:pt>
                <c:pt idx="439">
                  <c:v>0.87322299999999997</c:v>
                </c:pt>
                <c:pt idx="440">
                  <c:v>0.88235490000000005</c:v>
                </c:pt>
                <c:pt idx="441">
                  <c:v>0.88242880000000001</c:v>
                </c:pt>
                <c:pt idx="442">
                  <c:v>0.88158079999999994</c:v>
                </c:pt>
                <c:pt idx="443">
                  <c:v>0.88191449999999993</c:v>
                </c:pt>
                <c:pt idx="444">
                  <c:v>0.874143</c:v>
                </c:pt>
                <c:pt idx="445">
                  <c:v>0.87343629999999994</c:v>
                </c:pt>
                <c:pt idx="446">
                  <c:v>0.87282090000000001</c:v>
                </c:pt>
                <c:pt idx="447">
                  <c:v>0.89075210000000005</c:v>
                </c:pt>
                <c:pt idx="448">
                  <c:v>0.88873329999999995</c:v>
                </c:pt>
                <c:pt idx="449">
                  <c:v>0.88777090000000003</c:v>
                </c:pt>
                <c:pt idx="450">
                  <c:v>0.87678909999999999</c:v>
                </c:pt>
                <c:pt idx="451">
                  <c:v>0.87751520000000005</c:v>
                </c:pt>
                <c:pt idx="452">
                  <c:v>0.86554809999999993</c:v>
                </c:pt>
                <c:pt idx="453">
                  <c:v>0.86579269999999997</c:v>
                </c:pt>
                <c:pt idx="454">
                  <c:v>0.87362010000000001</c:v>
                </c:pt>
                <c:pt idx="455">
                  <c:v>0.87166339999999998</c:v>
                </c:pt>
                <c:pt idx="456">
                  <c:v>0.8784824</c:v>
                </c:pt>
                <c:pt idx="457">
                  <c:v>0.88142110000000007</c:v>
                </c:pt>
                <c:pt idx="458">
                  <c:v>0.87804409999999999</c:v>
                </c:pt>
                <c:pt idx="459">
                  <c:v>0.88661879999999993</c:v>
                </c:pt>
                <c:pt idx="460">
                  <c:v>0.88111050000000002</c:v>
                </c:pt>
                <c:pt idx="461">
                  <c:v>0.88161580000000006</c:v>
                </c:pt>
                <c:pt idx="462">
                  <c:v>0.87907519999999995</c:v>
                </c:pt>
                <c:pt idx="463">
                  <c:v>0.87066809999999994</c:v>
                </c:pt>
                <c:pt idx="464">
                  <c:v>0.87934610000000002</c:v>
                </c:pt>
                <c:pt idx="465">
                  <c:v>0.87317579999999995</c:v>
                </c:pt>
                <c:pt idx="466">
                  <c:v>0.87300800000000001</c:v>
                </c:pt>
                <c:pt idx="467">
                  <c:v>0.88349530000000009</c:v>
                </c:pt>
                <c:pt idx="468">
                  <c:v>0.8833008</c:v>
                </c:pt>
                <c:pt idx="469">
                  <c:v>0.88044449999999996</c:v>
                </c:pt>
                <c:pt idx="470">
                  <c:v>0.88931329999999997</c:v>
                </c:pt>
                <c:pt idx="471">
                  <c:v>0.89537580000000005</c:v>
                </c:pt>
                <c:pt idx="472">
                  <c:v>0.88676829999999995</c:v>
                </c:pt>
                <c:pt idx="473">
                  <c:v>0.88310530000000009</c:v>
                </c:pt>
                <c:pt idx="474">
                  <c:v>0.87016090000000001</c:v>
                </c:pt>
                <c:pt idx="475">
                  <c:v>0.87397879999999994</c:v>
                </c:pt>
                <c:pt idx="476">
                  <c:v>0.87296240000000003</c:v>
                </c:pt>
                <c:pt idx="477">
                  <c:v>0.87712509999999999</c:v>
                </c:pt>
                <c:pt idx="478">
                  <c:v>0.87267719999999993</c:v>
                </c:pt>
                <c:pt idx="479">
                  <c:v>0.87878069999999997</c:v>
                </c:pt>
                <c:pt idx="480">
                  <c:v>0.87924030000000009</c:v>
                </c:pt>
                <c:pt idx="481">
                  <c:v>0.88501399999999997</c:v>
                </c:pt>
                <c:pt idx="482">
                  <c:v>0.88479740000000007</c:v>
                </c:pt>
                <c:pt idx="483">
                  <c:v>0.88724740000000002</c:v>
                </c:pt>
                <c:pt idx="484">
                  <c:v>0.8908684</c:v>
                </c:pt>
                <c:pt idx="485">
                  <c:v>0.89028770000000002</c:v>
                </c:pt>
                <c:pt idx="486">
                  <c:v>0.88935500000000001</c:v>
                </c:pt>
                <c:pt idx="487">
                  <c:v>0.89097979999999999</c:v>
                </c:pt>
                <c:pt idx="488">
                  <c:v>0.87865020000000005</c:v>
                </c:pt>
                <c:pt idx="489">
                  <c:v>0.87637300000000007</c:v>
                </c:pt>
                <c:pt idx="490">
                  <c:v>0.87837900000000002</c:v>
                </c:pt>
                <c:pt idx="491">
                  <c:v>0.88760640000000002</c:v>
                </c:pt>
                <c:pt idx="492">
                  <c:v>0.88885619999999999</c:v>
                </c:pt>
                <c:pt idx="493">
                  <c:v>0.88726179999999999</c:v>
                </c:pt>
                <c:pt idx="494">
                  <c:v>0.88190400000000002</c:v>
                </c:pt>
                <c:pt idx="495">
                  <c:v>0.88465269999999996</c:v>
                </c:pt>
                <c:pt idx="496">
                  <c:v>0.88548929999999992</c:v>
                </c:pt>
                <c:pt idx="497">
                  <c:v>0.89574260000000006</c:v>
                </c:pt>
                <c:pt idx="498">
                  <c:v>0.89773580000000008</c:v>
                </c:pt>
                <c:pt idx="499">
                  <c:v>0.91294050000000004</c:v>
                </c:pt>
                <c:pt idx="500">
                  <c:v>0.92202829999999991</c:v>
                </c:pt>
                <c:pt idx="501">
                  <c:v>0.94661379999999995</c:v>
                </c:pt>
                <c:pt idx="502">
                  <c:v>0.94950570000000001</c:v>
                </c:pt>
                <c:pt idx="503">
                  <c:v>0.94588549999999993</c:v>
                </c:pt>
                <c:pt idx="504">
                  <c:v>0.9568144999999999</c:v>
                </c:pt>
                <c:pt idx="505">
                  <c:v>0.94875149999999997</c:v>
                </c:pt>
                <c:pt idx="506">
                  <c:v>0.96663589999999999</c:v>
                </c:pt>
                <c:pt idx="507">
                  <c:v>0.96421389999999996</c:v>
                </c:pt>
                <c:pt idx="508">
                  <c:v>0.96184369999999997</c:v>
                </c:pt>
                <c:pt idx="509">
                  <c:v>0.94801579999999996</c:v>
                </c:pt>
                <c:pt idx="510">
                  <c:v>0.94943910000000009</c:v>
                </c:pt>
                <c:pt idx="511">
                  <c:v>0.96267899999999995</c:v>
                </c:pt>
                <c:pt idx="512">
                  <c:v>0.95947150000000003</c:v>
                </c:pt>
                <c:pt idx="513">
                  <c:v>0.96018700000000001</c:v>
                </c:pt>
                <c:pt idx="514">
                  <c:v>0.95131050000000006</c:v>
                </c:pt>
                <c:pt idx="515">
                  <c:v>0.96086320000000003</c:v>
                </c:pt>
                <c:pt idx="516">
                  <c:v>0.96624989999999999</c:v>
                </c:pt>
                <c:pt idx="517">
                  <c:v>0.96633000000000002</c:v>
                </c:pt>
                <c:pt idx="518">
                  <c:v>0.96299519999999994</c:v>
                </c:pt>
                <c:pt idx="519">
                  <c:v>0.95839610000000008</c:v>
                </c:pt>
                <c:pt idx="520">
                  <c:v>0.96269709999999997</c:v>
                </c:pt>
                <c:pt idx="521">
                  <c:v>0.95399860000000003</c:v>
                </c:pt>
                <c:pt idx="522">
                  <c:v>0.94673779999999996</c:v>
                </c:pt>
                <c:pt idx="523">
                  <c:v>0.94809389999999993</c:v>
                </c:pt>
                <c:pt idx="524">
                  <c:v>0.94178030000000001</c:v>
                </c:pt>
                <c:pt idx="525">
                  <c:v>0.95223590000000002</c:v>
                </c:pt>
                <c:pt idx="526">
                  <c:v>0.9588257</c:v>
                </c:pt>
                <c:pt idx="527">
                  <c:v>0.97087030000000007</c:v>
                </c:pt>
                <c:pt idx="528">
                  <c:v>0.97951949999999999</c:v>
                </c:pt>
                <c:pt idx="529">
                  <c:v>0.98623630000000007</c:v>
                </c:pt>
                <c:pt idx="530">
                  <c:v>0.99513210000000007</c:v>
                </c:pt>
                <c:pt idx="531">
                  <c:v>0.99357649999999997</c:v>
                </c:pt>
                <c:pt idx="532">
                  <c:v>0.9886395</c:v>
                </c:pt>
                <c:pt idx="533">
                  <c:v>0.98517299999999997</c:v>
                </c:pt>
                <c:pt idx="534">
                  <c:v>0.99092930000000001</c:v>
                </c:pt>
                <c:pt idx="535">
                  <c:v>0.99047940000000001</c:v>
                </c:pt>
                <c:pt idx="536">
                  <c:v>0.9717842000000001</c:v>
                </c:pt>
                <c:pt idx="537">
                  <c:v>0.97663919999999993</c:v>
                </c:pt>
                <c:pt idx="538">
                  <c:v>0.97947490000000004</c:v>
                </c:pt>
                <c:pt idx="539">
                  <c:v>0.98586770000000001</c:v>
                </c:pt>
                <c:pt idx="540">
                  <c:v>0.96799230000000003</c:v>
                </c:pt>
                <c:pt idx="541">
                  <c:v>0.97593350000000001</c:v>
                </c:pt>
                <c:pt idx="542">
                  <c:v>0.99231780000000003</c:v>
                </c:pt>
                <c:pt idx="543">
                  <c:v>0.99042700000000006</c:v>
                </c:pt>
                <c:pt idx="544">
                  <c:v>0.99051860000000003</c:v>
                </c:pt>
                <c:pt idx="545">
                  <c:v>0.99461189999999999</c:v>
                </c:pt>
                <c:pt idx="546">
                  <c:v>0.99584339999999993</c:v>
                </c:pt>
                <c:pt idx="547">
                  <c:v>1.0064214</c:v>
                </c:pt>
                <c:pt idx="548">
                  <c:v>1.0077999</c:v>
                </c:pt>
                <c:pt idx="549">
                  <c:v>1.0019501</c:v>
                </c:pt>
                <c:pt idx="550">
                  <c:v>0.99738170000000004</c:v>
                </c:pt>
                <c:pt idx="551">
                  <c:v>0.99414630000000004</c:v>
                </c:pt>
                <c:pt idx="552">
                  <c:v>1.0008296999999999</c:v>
                </c:pt>
                <c:pt idx="553">
                  <c:v>0.99331340000000001</c:v>
                </c:pt>
                <c:pt idx="554">
                  <c:v>0.9922858</c:v>
                </c:pt>
                <c:pt idx="555">
                  <c:v>0.99729800000000002</c:v>
                </c:pt>
                <c:pt idx="556">
                  <c:v>0.9890698</c:v>
                </c:pt>
                <c:pt idx="557">
                  <c:v>0.98337469999999993</c:v>
                </c:pt>
                <c:pt idx="558">
                  <c:v>0.97460540000000007</c:v>
                </c:pt>
                <c:pt idx="559">
                  <c:v>0.97258480000000003</c:v>
                </c:pt>
                <c:pt idx="560">
                  <c:v>0.9641324</c:v>
                </c:pt>
                <c:pt idx="561">
                  <c:v>0.98262320000000003</c:v>
                </c:pt>
                <c:pt idx="562">
                  <c:v>0.99603940000000002</c:v>
                </c:pt>
                <c:pt idx="563">
                  <c:v>1.0028106999999999</c:v>
                </c:pt>
                <c:pt idx="564">
                  <c:v>1.0180141999999999</c:v>
                </c:pt>
                <c:pt idx="565">
                  <c:v>1.0196438999999999</c:v>
                </c:pt>
                <c:pt idx="566">
                  <c:v>1.0198849999999999</c:v>
                </c:pt>
                <c:pt idx="567">
                  <c:v>1.0161367000000001</c:v>
                </c:pt>
                <c:pt idx="568">
                  <c:v>1.017147</c:v>
                </c:pt>
                <c:pt idx="569">
                  <c:v>1.0156384000000001</c:v>
                </c:pt>
                <c:pt idx="570">
                  <c:v>1.0401558</c:v>
                </c:pt>
                <c:pt idx="571">
                  <c:v>1.0374148999999999</c:v>
                </c:pt>
                <c:pt idx="572">
                  <c:v>1.0511689</c:v>
                </c:pt>
                <c:pt idx="573">
                  <c:v>1.0455618999999998</c:v>
                </c:pt>
                <c:pt idx="574">
                  <c:v>1.0460795000000001</c:v>
                </c:pt>
                <c:pt idx="575">
                  <c:v>1.0406938000000001</c:v>
                </c:pt>
                <c:pt idx="576">
                  <c:v>1.0308022999999999</c:v>
                </c:pt>
                <c:pt idx="577">
                  <c:v>1.0291872</c:v>
                </c:pt>
                <c:pt idx="578">
                  <c:v>1.0291398999999999</c:v>
                </c:pt>
                <c:pt idx="579">
                  <c:v>1.0470039</c:v>
                </c:pt>
                <c:pt idx="580">
                  <c:v>1.0723402000000002</c:v>
                </c:pt>
                <c:pt idx="581">
                  <c:v>1.0863003</c:v>
                </c:pt>
                <c:pt idx="582">
                  <c:v>1.1006945000000001</c:v>
                </c:pt>
                <c:pt idx="583">
                  <c:v>1.1127805000000002</c:v>
                </c:pt>
                <c:pt idx="584">
                  <c:v>1.1336319000000001</c:v>
                </c:pt>
                <c:pt idx="585">
                  <c:v>1.1378485</c:v>
                </c:pt>
                <c:pt idx="586">
                  <c:v>1.1777658</c:v>
                </c:pt>
                <c:pt idx="587">
                  <c:v>1.1944538</c:v>
                </c:pt>
                <c:pt idx="588">
                  <c:v>1.2467648</c:v>
                </c:pt>
                <c:pt idx="589">
                  <c:v>1.2545998999999999</c:v>
                </c:pt>
                <c:pt idx="590">
                  <c:v>1.3034209000000001</c:v>
                </c:pt>
                <c:pt idx="591">
                  <c:v>1.247857</c:v>
                </c:pt>
                <c:pt idx="592">
                  <c:v>1.2915967000000002</c:v>
                </c:pt>
                <c:pt idx="593">
                  <c:v>1.2769204999999999</c:v>
                </c:pt>
                <c:pt idx="594">
                  <c:v>1.2808142</c:v>
                </c:pt>
                <c:pt idx="595">
                  <c:v>1.2899616</c:v>
                </c:pt>
                <c:pt idx="596">
                  <c:v>1.3227864</c:v>
                </c:pt>
                <c:pt idx="597">
                  <c:v>1.3445450000000001</c:v>
                </c:pt>
                <c:pt idx="598">
                  <c:v>1.3389693999999999</c:v>
                </c:pt>
                <c:pt idx="599">
                  <c:v>1.3531276000000001</c:v>
                </c:pt>
                <c:pt idx="600">
                  <c:v>1.3574284000000001</c:v>
                </c:pt>
                <c:pt idx="601">
                  <c:v>1.3310044999999999</c:v>
                </c:pt>
                <c:pt idx="602">
                  <c:v>1.2950524000000001</c:v>
                </c:pt>
                <c:pt idx="603">
                  <c:v>1.3350555</c:v>
                </c:pt>
                <c:pt idx="604">
                  <c:v>1.3770435999999999</c:v>
                </c:pt>
                <c:pt idx="605">
                  <c:v>1.3806963000000001</c:v>
                </c:pt>
                <c:pt idx="606">
                  <c:v>1.3814937</c:v>
                </c:pt>
                <c:pt idx="607">
                  <c:v>1.4103998</c:v>
                </c:pt>
                <c:pt idx="608">
                  <c:v>1.4512916</c:v>
                </c:pt>
                <c:pt idx="609">
                  <c:v>1.4511098</c:v>
                </c:pt>
                <c:pt idx="610">
                  <c:v>1.4521445000000002</c:v>
                </c:pt>
                <c:pt idx="611">
                  <c:v>1.4201418000000001</c:v>
                </c:pt>
                <c:pt idx="612">
                  <c:v>1.4153906999999999</c:v>
                </c:pt>
                <c:pt idx="613">
                  <c:v>1.4028262</c:v>
                </c:pt>
                <c:pt idx="614">
                  <c:v>1.4030028999999999</c:v>
                </c:pt>
                <c:pt idx="615">
                  <c:v>1.3985972999999998</c:v>
                </c:pt>
                <c:pt idx="616">
                  <c:v>1.4371777999999999</c:v>
                </c:pt>
                <c:pt idx="617">
                  <c:v>1.4489314</c:v>
                </c:pt>
                <c:pt idx="618">
                  <c:v>1.3429120999999999</c:v>
                </c:pt>
                <c:pt idx="619">
                  <c:v>1.3585281</c:v>
                </c:pt>
                <c:pt idx="620">
                  <c:v>1.4165424</c:v>
                </c:pt>
                <c:pt idx="621">
                  <c:v>1.4236446</c:v>
                </c:pt>
                <c:pt idx="622">
                  <c:v>1.4252068</c:v>
                </c:pt>
                <c:pt idx="623">
                  <c:v>1.4389513999999999</c:v>
                </c:pt>
                <c:pt idx="624">
                  <c:v>1.4264284999999999</c:v>
                </c:pt>
                <c:pt idx="625">
                  <c:v>1.4076249000000001</c:v>
                </c:pt>
                <c:pt idx="626">
                  <c:v>1.3911153999999999</c:v>
                </c:pt>
                <c:pt idx="627">
                  <c:v>1.3731217999999998</c:v>
                </c:pt>
                <c:pt idx="628">
                  <c:v>1.3425745</c:v>
                </c:pt>
                <c:pt idx="629">
                  <c:v>1.3743228999999999</c:v>
                </c:pt>
                <c:pt idx="630">
                  <c:v>1.3607727999999999</c:v>
                </c:pt>
                <c:pt idx="631">
                  <c:v>1.3475404000000002</c:v>
                </c:pt>
                <c:pt idx="632">
                  <c:v>1.3268095</c:v>
                </c:pt>
                <c:pt idx="633">
                  <c:v>1.3395595</c:v>
                </c:pt>
                <c:pt idx="634">
                  <c:v>1.3627691</c:v>
                </c:pt>
                <c:pt idx="635">
                  <c:v>1.3730985</c:v>
                </c:pt>
                <c:pt idx="636">
                  <c:v>1.3764228000000001</c:v>
                </c:pt>
                <c:pt idx="637">
                  <c:v>1.3866605999999999</c:v>
                </c:pt>
                <c:pt idx="638">
                  <c:v>1.3979212000000001</c:v>
                </c:pt>
                <c:pt idx="639">
                  <c:v>1.4065890999999999</c:v>
                </c:pt>
                <c:pt idx="640">
                  <c:v>1.3900567000000001</c:v>
                </c:pt>
                <c:pt idx="641">
                  <c:v>1.4232981999999998</c:v>
                </c:pt>
                <c:pt idx="642">
                  <c:v>1.4257815</c:v>
                </c:pt>
                <c:pt idx="643">
                  <c:v>1.4365586000000001</c:v>
                </c:pt>
                <c:pt idx="644">
                  <c:v>1.4011777999999999</c:v>
                </c:pt>
                <c:pt idx="645">
                  <c:v>1.4098765</c:v>
                </c:pt>
                <c:pt idx="646">
                  <c:v>1.3967982999999999</c:v>
                </c:pt>
                <c:pt idx="647">
                  <c:v>1.3900342999999999</c:v>
                </c:pt>
                <c:pt idx="648">
                  <c:v>1.4125215</c:v>
                </c:pt>
                <c:pt idx="649">
                  <c:v>1.4060211999999999</c:v>
                </c:pt>
                <c:pt idx="650">
                  <c:v>1.4075555</c:v>
                </c:pt>
                <c:pt idx="651">
                  <c:v>1.4334263</c:v>
                </c:pt>
                <c:pt idx="652">
                  <c:v>1.4428315999999999</c:v>
                </c:pt>
                <c:pt idx="653">
                  <c:v>1.4761812999999999</c:v>
                </c:pt>
                <c:pt idx="654">
                  <c:v>1.4956531</c:v>
                </c:pt>
                <c:pt idx="655">
                  <c:v>1.5292865</c:v>
                </c:pt>
                <c:pt idx="656">
                  <c:v>1.5269014000000001</c:v>
                </c:pt>
                <c:pt idx="657">
                  <c:v>1.5468619000000001</c:v>
                </c:pt>
                <c:pt idx="658">
                  <c:v>1.5768720000000001</c:v>
                </c:pt>
                <c:pt idx="659">
                  <c:v>1.5772442</c:v>
                </c:pt>
                <c:pt idx="660">
                  <c:v>1.5649375000000001</c:v>
                </c:pt>
                <c:pt idx="661">
                  <c:v>1.5685553999999999</c:v>
                </c:pt>
                <c:pt idx="662">
                  <c:v>1.5767416000000001</c:v>
                </c:pt>
                <c:pt idx="663">
                  <c:v>1.6206741</c:v>
                </c:pt>
                <c:pt idx="664">
                  <c:v>1.6067502</c:v>
                </c:pt>
                <c:pt idx="665">
                  <c:v>1.6341395000000001</c:v>
                </c:pt>
                <c:pt idx="666">
                  <c:v>1.6344719999999999</c:v>
                </c:pt>
                <c:pt idx="667">
                  <c:v>1.6516995999999999</c:v>
                </c:pt>
                <c:pt idx="668">
                  <c:v>1.6853783</c:v>
                </c:pt>
                <c:pt idx="669">
                  <c:v>1.6988189999999999</c:v>
                </c:pt>
                <c:pt idx="670">
                  <c:v>1.6861723</c:v>
                </c:pt>
                <c:pt idx="671">
                  <c:v>1.7170961</c:v>
                </c:pt>
                <c:pt idx="672">
                  <c:v>1.7458818</c:v>
                </c:pt>
                <c:pt idx="673">
                  <c:v>1.7523019</c:v>
                </c:pt>
                <c:pt idx="674">
                  <c:v>1.7306713</c:v>
                </c:pt>
                <c:pt idx="675">
                  <c:v>1.7806033999999999</c:v>
                </c:pt>
                <c:pt idx="676">
                  <c:v>1.8115570999999999</c:v>
                </c:pt>
                <c:pt idx="677">
                  <c:v>1.7837699</c:v>
                </c:pt>
                <c:pt idx="678">
                  <c:v>1.8202132</c:v>
                </c:pt>
                <c:pt idx="679">
                  <c:v>1.8653799</c:v>
                </c:pt>
                <c:pt idx="680">
                  <c:v>1.8657838</c:v>
                </c:pt>
                <c:pt idx="681">
                  <c:v>1.8514837</c:v>
                </c:pt>
                <c:pt idx="682">
                  <c:v>1.8907408000000001</c:v>
                </c:pt>
                <c:pt idx="683">
                  <c:v>1.8661833999999999</c:v>
                </c:pt>
                <c:pt idx="684">
                  <c:v>1.8783222000000002</c:v>
                </c:pt>
                <c:pt idx="685">
                  <c:v>1.8691887</c:v>
                </c:pt>
                <c:pt idx="686">
                  <c:v>1.8833443000000001</c:v>
                </c:pt>
                <c:pt idx="687">
                  <c:v>1.8120044</c:v>
                </c:pt>
                <c:pt idx="688">
                  <c:v>1.7957118999999999</c:v>
                </c:pt>
                <c:pt idx="689">
                  <c:v>1.7645272000000001</c:v>
                </c:pt>
                <c:pt idx="690">
                  <c:v>1.7976466</c:v>
                </c:pt>
                <c:pt idx="691">
                  <c:v>1.8471496999999999</c:v>
                </c:pt>
                <c:pt idx="692">
                  <c:v>1.8684336000000001</c:v>
                </c:pt>
                <c:pt idx="693">
                  <c:v>1.8575972999999999</c:v>
                </c:pt>
                <c:pt idx="694">
                  <c:v>1.8509939999999998</c:v>
                </c:pt>
                <c:pt idx="695">
                  <c:v>1.8198315</c:v>
                </c:pt>
                <c:pt idx="696">
                  <c:v>1.8039852000000001</c:v>
                </c:pt>
                <c:pt idx="697">
                  <c:v>1.8624522999999999</c:v>
                </c:pt>
                <c:pt idx="698">
                  <c:v>1.8713151000000001</c:v>
                </c:pt>
                <c:pt idx="699">
                  <c:v>1.9034907000000001</c:v>
                </c:pt>
                <c:pt idx="700">
                  <c:v>1.9447155</c:v>
                </c:pt>
                <c:pt idx="701">
                  <c:v>2.0000008999999999</c:v>
                </c:pt>
                <c:pt idx="702">
                  <c:v>2.0370455000000001</c:v>
                </c:pt>
                <c:pt idx="703">
                  <c:v>2.0305385</c:v>
                </c:pt>
                <c:pt idx="704">
                  <c:v>1.9011948000000001</c:v>
                </c:pt>
                <c:pt idx="705">
                  <c:v>1.9037446</c:v>
                </c:pt>
                <c:pt idx="706">
                  <c:v>1.9916753</c:v>
                </c:pt>
                <c:pt idx="707">
                  <c:v>2.0236166999999998</c:v>
                </c:pt>
                <c:pt idx="708">
                  <c:v>2.0168097</c:v>
                </c:pt>
                <c:pt idx="709">
                  <c:v>2.0309007000000001</c:v>
                </c:pt>
                <c:pt idx="710">
                  <c:v>2.0491980000000001</c:v>
                </c:pt>
                <c:pt idx="711">
                  <c:v>2.0950538999999999</c:v>
                </c:pt>
                <c:pt idx="712">
                  <c:v>2.0815638000000001</c:v>
                </c:pt>
                <c:pt idx="713">
                  <c:v>2.0784600000000002</c:v>
                </c:pt>
                <c:pt idx="714">
                  <c:v>2.0775230000000002</c:v>
                </c:pt>
                <c:pt idx="715">
                  <c:v>2.0881332000000001</c:v>
                </c:pt>
                <c:pt idx="716">
                  <c:v>2.0457673000000001</c:v>
                </c:pt>
                <c:pt idx="717">
                  <c:v>1.9875718</c:v>
                </c:pt>
                <c:pt idx="718">
                  <c:v>2.0151639000000001</c:v>
                </c:pt>
                <c:pt idx="719">
                  <c:v>1.9375722</c:v>
                </c:pt>
                <c:pt idx="720">
                  <c:v>1.8280035000000001</c:v>
                </c:pt>
                <c:pt idx="721">
                  <c:v>1.883823</c:v>
                </c:pt>
                <c:pt idx="722">
                  <c:v>1.9189860000000001</c:v>
                </c:pt>
                <c:pt idx="723">
                  <c:v>1.8541325</c:v>
                </c:pt>
                <c:pt idx="724">
                  <c:v>1.7155397000000001</c:v>
                </c:pt>
                <c:pt idx="725">
                  <c:v>1.6611768</c:v>
                </c:pt>
                <c:pt idx="726">
                  <c:v>1.7671432</c:v>
                </c:pt>
                <c:pt idx="727">
                  <c:v>1.6845834</c:v>
                </c:pt>
                <c:pt idx="728">
                  <c:v>1.6300133000000001</c:v>
                </c:pt>
                <c:pt idx="729">
                  <c:v>1.5463011</c:v>
                </c:pt>
                <c:pt idx="730">
                  <c:v>1.5888769999999999</c:v>
                </c:pt>
                <c:pt idx="731">
                  <c:v>1.5622512</c:v>
                </c:pt>
                <c:pt idx="732">
                  <c:v>1.4621388</c:v>
                </c:pt>
                <c:pt idx="733">
                  <c:v>1.5510961000000001</c:v>
                </c:pt>
                <c:pt idx="734">
                  <c:v>1.6300851000000001</c:v>
                </c:pt>
                <c:pt idx="735">
                  <c:v>1.6697792999999999</c:v>
                </c:pt>
                <c:pt idx="736">
                  <c:v>1.6322442000000001</c:v>
                </c:pt>
                <c:pt idx="737">
                  <c:v>1.5774204000000001</c:v>
                </c:pt>
                <c:pt idx="738">
                  <c:v>1.5889800000000001</c:v>
                </c:pt>
                <c:pt idx="739">
                  <c:v>1.6471891000000001</c:v>
                </c:pt>
                <c:pt idx="740">
                  <c:v>1.6506277</c:v>
                </c:pt>
                <c:pt idx="741">
                  <c:v>1.6526613999999999</c:v>
                </c:pt>
                <c:pt idx="742">
                  <c:v>1.6493287000000001</c:v>
                </c:pt>
                <c:pt idx="743">
                  <c:v>1.6846248000000001</c:v>
                </c:pt>
                <c:pt idx="744">
                  <c:v>1.6565669999999999</c:v>
                </c:pt>
                <c:pt idx="745">
                  <c:v>1.5218356000000002</c:v>
                </c:pt>
                <c:pt idx="746">
                  <c:v>1.5189444000000001</c:v>
                </c:pt>
                <c:pt idx="747">
                  <c:v>1.5641106</c:v>
                </c:pt>
                <c:pt idx="748">
                  <c:v>1.5206473</c:v>
                </c:pt>
                <c:pt idx="749">
                  <c:v>1.5211355000000002</c:v>
                </c:pt>
                <c:pt idx="750">
                  <c:v>1.5258841000000001</c:v>
                </c:pt>
                <c:pt idx="751">
                  <c:v>1.5709031</c:v>
                </c:pt>
                <c:pt idx="752">
                  <c:v>1.5401901</c:v>
                </c:pt>
                <c:pt idx="753">
                  <c:v>1.5269291</c:v>
                </c:pt>
                <c:pt idx="754">
                  <c:v>1.5553570999999999</c:v>
                </c:pt>
                <c:pt idx="755">
                  <c:v>1.6224586999999999</c:v>
                </c:pt>
                <c:pt idx="756">
                  <c:v>1.6157817000000001</c:v>
                </c:pt>
                <c:pt idx="757">
                  <c:v>1.5967047000000001</c:v>
                </c:pt>
                <c:pt idx="758">
                  <c:v>1.6191167</c:v>
                </c:pt>
                <c:pt idx="759">
                  <c:v>1.6183916999999999</c:v>
                </c:pt>
                <c:pt idx="760">
                  <c:v>1.6200291</c:v>
                </c:pt>
                <c:pt idx="761">
                  <c:v>1.5247491</c:v>
                </c:pt>
                <c:pt idx="762">
                  <c:v>1.5477430999999999</c:v>
                </c:pt>
                <c:pt idx="763">
                  <c:v>1.5005694000000001</c:v>
                </c:pt>
                <c:pt idx="764">
                  <c:v>1.4354154000000001</c:v>
                </c:pt>
                <c:pt idx="765">
                  <c:v>1.31613</c:v>
                </c:pt>
                <c:pt idx="766">
                  <c:v>1.2273406</c:v>
                </c:pt>
                <c:pt idx="767">
                  <c:v>1.2207374</c:v>
                </c:pt>
                <c:pt idx="768">
                  <c:v>1.2897083</c:v>
                </c:pt>
                <c:pt idx="769">
                  <c:v>1.3419373000000001</c:v>
                </c:pt>
                <c:pt idx="770">
                  <c:v>1.3511887</c:v>
                </c:pt>
                <c:pt idx="771">
                  <c:v>1.3494914</c:v>
                </c:pt>
                <c:pt idx="772">
                  <c:v>1.3509215999999999</c:v>
                </c:pt>
                <c:pt idx="773">
                  <c:v>1.3069436999999999</c:v>
                </c:pt>
                <c:pt idx="774">
                  <c:v>1.3388536999999998</c:v>
                </c:pt>
                <c:pt idx="775">
                  <c:v>1.3637591</c:v>
                </c:pt>
                <c:pt idx="776">
                  <c:v>1.3478497999999999</c:v>
                </c:pt>
                <c:pt idx="777">
                  <c:v>1.3438945000000002</c:v>
                </c:pt>
                <c:pt idx="778">
                  <c:v>1.3187010000000001</c:v>
                </c:pt>
                <c:pt idx="779">
                  <c:v>1.2694865</c:v>
                </c:pt>
                <c:pt idx="780">
                  <c:v>1.3295600999999999</c:v>
                </c:pt>
                <c:pt idx="781">
                  <c:v>1.3019842000000001</c:v>
                </c:pt>
                <c:pt idx="782">
                  <c:v>1.3074393</c:v>
                </c:pt>
                <c:pt idx="783">
                  <c:v>1.3292065</c:v>
                </c:pt>
                <c:pt idx="784">
                  <c:v>1.3409570000000002</c:v>
                </c:pt>
                <c:pt idx="785">
                  <c:v>1.3119612</c:v>
                </c:pt>
                <c:pt idx="786">
                  <c:v>1.3203541999999999</c:v>
                </c:pt>
                <c:pt idx="787">
                  <c:v>1.3000992</c:v>
                </c:pt>
                <c:pt idx="788">
                  <c:v>1.3042286999999999</c:v>
                </c:pt>
                <c:pt idx="789">
                  <c:v>1.2798147</c:v>
                </c:pt>
                <c:pt idx="790">
                  <c:v>1.2890302999999999</c:v>
                </c:pt>
                <c:pt idx="791">
                  <c:v>1.3247962</c:v>
                </c:pt>
                <c:pt idx="792">
                  <c:v>1.3414557</c:v>
                </c:pt>
                <c:pt idx="793">
                  <c:v>1.3825026</c:v>
                </c:pt>
                <c:pt idx="794">
                  <c:v>1.3814937</c:v>
                </c:pt>
                <c:pt idx="795">
                  <c:v>1.3666631</c:v>
                </c:pt>
                <c:pt idx="796">
                  <c:v>1.3974259999999998</c:v>
                </c:pt>
                <c:pt idx="797">
                  <c:v>1.4154165000000001</c:v>
                </c:pt>
                <c:pt idx="798">
                  <c:v>1.4154629999999999</c:v>
                </c:pt>
                <c:pt idx="799">
                  <c:v>1.4320225</c:v>
                </c:pt>
                <c:pt idx="800">
                  <c:v>1.3923067</c:v>
                </c:pt>
                <c:pt idx="801">
                  <c:v>1.4118357000000001</c:v>
                </c:pt>
                <c:pt idx="802">
                  <c:v>1.4296106</c:v>
                </c:pt>
                <c:pt idx="803">
                  <c:v>1.4364656</c:v>
                </c:pt>
                <c:pt idx="804">
                  <c:v>1.4378420000000001</c:v>
                </c:pt>
                <c:pt idx="805">
                  <c:v>1.4120056999999999</c:v>
                </c:pt>
                <c:pt idx="806">
                  <c:v>1.4151978999999999</c:v>
                </c:pt>
                <c:pt idx="807">
                  <c:v>1.4154925</c:v>
                </c:pt>
                <c:pt idx="808">
                  <c:v>1.3933812000000001</c:v>
                </c:pt>
                <c:pt idx="809">
                  <c:v>1.3893948</c:v>
                </c:pt>
                <c:pt idx="810">
                  <c:v>1.4514955</c:v>
                </c:pt>
                <c:pt idx="811">
                  <c:v>1.4809220000000001</c:v>
                </c:pt>
                <c:pt idx="812">
                  <c:v>1.5141035</c:v>
                </c:pt>
                <c:pt idx="813">
                  <c:v>1.5319202000000001</c:v>
                </c:pt>
                <c:pt idx="814">
                  <c:v>1.5292239999999999</c:v>
                </c:pt>
                <c:pt idx="815">
                  <c:v>1.5293793</c:v>
                </c:pt>
                <c:pt idx="816">
                  <c:v>1.5148566000000001</c:v>
                </c:pt>
                <c:pt idx="817">
                  <c:v>1.4962464</c:v>
                </c:pt>
                <c:pt idx="818">
                  <c:v>1.5030342999999999</c:v>
                </c:pt>
                <c:pt idx="819">
                  <c:v>1.5008579</c:v>
                </c:pt>
                <c:pt idx="820">
                  <c:v>1.4846188</c:v>
                </c:pt>
                <c:pt idx="821">
                  <c:v>1.507163</c:v>
                </c:pt>
                <c:pt idx="822">
                  <c:v>1.5069416000000002</c:v>
                </c:pt>
                <c:pt idx="823">
                  <c:v>1.4989603999999999</c:v>
                </c:pt>
                <c:pt idx="824">
                  <c:v>1.4991711999999999</c:v>
                </c:pt>
                <c:pt idx="825">
                  <c:v>1.5096881</c:v>
                </c:pt>
                <c:pt idx="826">
                  <c:v>1.5012774999999998</c:v>
                </c:pt>
                <c:pt idx="827">
                  <c:v>1.4244801</c:v>
                </c:pt>
                <c:pt idx="828">
                  <c:v>1.4280659</c:v>
                </c:pt>
                <c:pt idx="829">
                  <c:v>1.4376846000000001</c:v>
                </c:pt>
                <c:pt idx="830">
                  <c:v>1.4872181</c:v>
                </c:pt>
                <c:pt idx="831">
                  <c:v>1.4975986999999999</c:v>
                </c:pt>
                <c:pt idx="832">
                  <c:v>1.4703895</c:v>
                </c:pt>
                <c:pt idx="833">
                  <c:v>1.4741956999999999</c:v>
                </c:pt>
                <c:pt idx="834">
                  <c:v>1.4496675000000001</c:v>
                </c:pt>
                <c:pt idx="835">
                  <c:v>1.4545786000000001</c:v>
                </c:pt>
                <c:pt idx="836">
                  <c:v>1.4496940999999999</c:v>
                </c:pt>
                <c:pt idx="837">
                  <c:v>1.4439833000000002</c:v>
                </c:pt>
                <c:pt idx="838">
                  <c:v>1.4832461000000001</c:v>
                </c:pt>
                <c:pt idx="839">
                  <c:v>1.4768176000000002</c:v>
                </c:pt>
                <c:pt idx="840">
                  <c:v>1.4734200000000002</c:v>
                </c:pt>
                <c:pt idx="841">
                  <c:v>1.5001773</c:v>
                </c:pt>
                <c:pt idx="842">
                  <c:v>1.5047408</c:v>
                </c:pt>
                <c:pt idx="843">
                  <c:v>1.5419429</c:v>
                </c:pt>
                <c:pt idx="844">
                  <c:v>1.5460236000000001</c:v>
                </c:pt>
                <c:pt idx="845">
                  <c:v>1.5421026999999998</c:v>
                </c:pt>
                <c:pt idx="846">
                  <c:v>1.5280917999999999</c:v>
                </c:pt>
                <c:pt idx="847">
                  <c:v>1.5314281000000001</c:v>
                </c:pt>
                <c:pt idx="848">
                  <c:v>1.4895193999999998</c:v>
                </c:pt>
                <c:pt idx="849">
                  <c:v>1.5025189999999999</c:v>
                </c:pt>
                <c:pt idx="850">
                  <c:v>1.5037722</c:v>
                </c:pt>
                <c:pt idx="851">
                  <c:v>1.4908079000000001</c:v>
                </c:pt>
                <c:pt idx="852">
                  <c:v>1.3913804999999999</c:v>
                </c:pt>
                <c:pt idx="853">
                  <c:v>1.3950823000000001</c:v>
                </c:pt>
                <c:pt idx="854">
                  <c:v>1.4183333</c:v>
                </c:pt>
                <c:pt idx="855">
                  <c:v>1.3249139999999999</c:v>
                </c:pt>
                <c:pt idx="856">
                  <c:v>1.3505815000000001</c:v>
                </c:pt>
                <c:pt idx="857">
                  <c:v>1.2860357</c:v>
                </c:pt>
                <c:pt idx="858">
                  <c:v>1.2949378</c:v>
                </c:pt>
                <c:pt idx="859">
                  <c:v>1.2720496999999999</c:v>
                </c:pt>
                <c:pt idx="860">
                  <c:v>1.2972053000000001</c:v>
                </c:pt>
                <c:pt idx="861">
                  <c:v>1.2578661</c:v>
                </c:pt>
                <c:pt idx="862">
                  <c:v>1.2624654</c:v>
                </c:pt>
                <c:pt idx="863">
                  <c:v>1.2978618</c:v>
                </c:pt>
                <c:pt idx="864">
                  <c:v>1.2792148999999999</c:v>
                </c:pt>
                <c:pt idx="865">
                  <c:v>1.2435996</c:v>
                </c:pt>
                <c:pt idx="866">
                  <c:v>1.2559141999999999</c:v>
                </c:pt>
                <c:pt idx="867">
                  <c:v>1.2618265</c:v>
                </c:pt>
                <c:pt idx="868">
                  <c:v>1.1896561999999999</c:v>
                </c:pt>
                <c:pt idx="869">
                  <c:v>1.1857530999999999</c:v>
                </c:pt>
                <c:pt idx="870">
                  <c:v>1.1563093</c:v>
                </c:pt>
                <c:pt idx="871">
                  <c:v>1.1918518999999999</c:v>
                </c:pt>
                <c:pt idx="872">
                  <c:v>1.1745426000000001</c:v>
                </c:pt>
                <c:pt idx="873">
                  <c:v>1.1977307000000001</c:v>
                </c:pt>
                <c:pt idx="874">
                  <c:v>1.1928534</c:v>
                </c:pt>
                <c:pt idx="875">
                  <c:v>1.2067359</c:v>
                </c:pt>
                <c:pt idx="876">
                  <c:v>1.1986821000000001</c:v>
                </c:pt>
                <c:pt idx="877">
                  <c:v>1.1921244</c:v>
                </c:pt>
                <c:pt idx="878">
                  <c:v>1.2268413</c:v>
                </c:pt>
                <c:pt idx="879">
                  <c:v>1.2369289000000001</c:v>
                </c:pt>
                <c:pt idx="880">
                  <c:v>1.2332388000000001</c:v>
                </c:pt>
                <c:pt idx="881">
                  <c:v>1.2324284999999999</c:v>
                </c:pt>
                <c:pt idx="882">
                  <c:v>1.2582446999999999</c:v>
                </c:pt>
                <c:pt idx="883">
                  <c:v>1.2469375</c:v>
                </c:pt>
                <c:pt idx="884">
                  <c:v>1.2546767999999999</c:v>
                </c:pt>
                <c:pt idx="885">
                  <c:v>1.1815423</c:v>
                </c:pt>
                <c:pt idx="886">
                  <c:v>1.1928033</c:v>
                </c:pt>
                <c:pt idx="887">
                  <c:v>1.1656815999999999</c:v>
                </c:pt>
                <c:pt idx="888">
                  <c:v>1.1861667</c:v>
                </c:pt>
                <c:pt idx="889">
                  <c:v>1.2325533</c:v>
                </c:pt>
                <c:pt idx="890">
                  <c:v>1.2352742999999999</c:v>
                </c:pt>
                <c:pt idx="891">
                  <c:v>1.2488838</c:v>
                </c:pt>
                <c:pt idx="892">
                  <c:v>1.2530847000000001</c:v>
                </c:pt>
                <c:pt idx="893">
                  <c:v>1.2541715999999998</c:v>
                </c:pt>
                <c:pt idx="894">
                  <c:v>1.2404598</c:v>
                </c:pt>
                <c:pt idx="895">
                  <c:v>1.2179186</c:v>
                </c:pt>
                <c:pt idx="896">
                  <c:v>1.2198924</c:v>
                </c:pt>
                <c:pt idx="897">
                  <c:v>1.2380960999999999</c:v>
                </c:pt>
                <c:pt idx="898">
                  <c:v>1.2415839000000002</c:v>
                </c:pt>
                <c:pt idx="899">
                  <c:v>1.2474357</c:v>
                </c:pt>
                <c:pt idx="900">
                  <c:v>1.2605413000000001</c:v>
                </c:pt>
                <c:pt idx="901">
                  <c:v>1.2788480999999998</c:v>
                </c:pt>
                <c:pt idx="902">
                  <c:v>1.3085237000000001</c:v>
                </c:pt>
                <c:pt idx="903">
                  <c:v>1.2994780000000001</c:v>
                </c:pt>
                <c:pt idx="904">
                  <c:v>1.3034212000000001</c:v>
                </c:pt>
                <c:pt idx="905">
                  <c:v>1.282667</c:v>
                </c:pt>
                <c:pt idx="906">
                  <c:v>1.2887820999999999</c:v>
                </c:pt>
                <c:pt idx="907">
                  <c:v>1.2780297</c:v>
                </c:pt>
                <c:pt idx="908">
                  <c:v>1.264885</c:v>
                </c:pt>
                <c:pt idx="909">
                  <c:v>1.2958771999999998</c:v>
                </c:pt>
                <c:pt idx="910">
                  <c:v>1.2965716</c:v>
                </c:pt>
                <c:pt idx="911">
                  <c:v>1.2980293999999999</c:v>
                </c:pt>
                <c:pt idx="912">
                  <c:v>1.3143329000000001</c:v>
                </c:pt>
                <c:pt idx="913">
                  <c:v>1.3116721</c:v>
                </c:pt>
                <c:pt idx="914">
                  <c:v>1.2932207</c:v>
                </c:pt>
                <c:pt idx="915">
                  <c:v>1.2842005999999999</c:v>
                </c:pt>
                <c:pt idx="916">
                  <c:v>1.3011941</c:v>
                </c:pt>
                <c:pt idx="917">
                  <c:v>1.2967379000000001</c:v>
                </c:pt>
                <c:pt idx="918">
                  <c:v>1.3131718000000001</c:v>
                </c:pt>
                <c:pt idx="919">
                  <c:v>1.3186994000000001</c:v>
                </c:pt>
                <c:pt idx="920">
                  <c:v>1.3173130000000002</c:v>
                </c:pt>
                <c:pt idx="921">
                  <c:v>1.3005820000000001</c:v>
                </c:pt>
                <c:pt idx="922">
                  <c:v>1.3043522000000001</c:v>
                </c:pt>
                <c:pt idx="923">
                  <c:v>1.2824361</c:v>
                </c:pt>
                <c:pt idx="924">
                  <c:v>1.2746148000000002</c:v>
                </c:pt>
                <c:pt idx="925">
                  <c:v>1.2800932</c:v>
                </c:pt>
                <c:pt idx="926">
                  <c:v>1.2751660999999999</c:v>
                </c:pt>
                <c:pt idx="927">
                  <c:v>1.2817284</c:v>
                </c:pt>
                <c:pt idx="928">
                  <c:v>1.2766561999999999</c:v>
                </c:pt>
                <c:pt idx="929">
                  <c:v>1.2746131000000001</c:v>
                </c:pt>
                <c:pt idx="930">
                  <c:v>1.2731441999999999</c:v>
                </c:pt>
                <c:pt idx="931">
                  <c:v>1.2949070999999999</c:v>
                </c:pt>
                <c:pt idx="932">
                  <c:v>1.2933466</c:v>
                </c:pt>
                <c:pt idx="933">
                  <c:v>1.2950540000000001</c:v>
                </c:pt>
                <c:pt idx="934">
                  <c:v>1.2630655</c:v>
                </c:pt>
                <c:pt idx="935">
                  <c:v>1.2382519000000001</c:v>
                </c:pt>
                <c:pt idx="936">
                  <c:v>1.2395943</c:v>
                </c:pt>
                <c:pt idx="937">
                  <c:v>1.2448501000000001</c:v>
                </c:pt>
                <c:pt idx="938">
                  <c:v>1.2476621000000001</c:v>
                </c:pt>
                <c:pt idx="939">
                  <c:v>1.2418316999999999</c:v>
                </c:pt>
                <c:pt idx="940">
                  <c:v>1.2496500000000001</c:v>
                </c:pt>
                <c:pt idx="941">
                  <c:v>1.2460899999999999</c:v>
                </c:pt>
                <c:pt idx="942">
                  <c:v>1.2391901000000001</c:v>
                </c:pt>
                <c:pt idx="943">
                  <c:v>1.2370666000000001</c:v>
                </c:pt>
                <c:pt idx="944">
                  <c:v>1.2430988999999999</c:v>
                </c:pt>
                <c:pt idx="945">
                  <c:v>1.2465551000000001</c:v>
                </c:pt>
                <c:pt idx="946">
                  <c:v>1.2374773999999999</c:v>
                </c:pt>
                <c:pt idx="947">
                  <c:v>1.2358164999999999</c:v>
                </c:pt>
                <c:pt idx="948">
                  <c:v>1.2377301999999999</c:v>
                </c:pt>
                <c:pt idx="949">
                  <c:v>1.237074</c:v>
                </c:pt>
                <c:pt idx="950">
                  <c:v>1.2386914</c:v>
                </c:pt>
                <c:pt idx="951">
                  <c:v>1.2781577</c:v>
                </c:pt>
                <c:pt idx="952">
                  <c:v>1.2747055</c:v>
                </c:pt>
                <c:pt idx="953">
                  <c:v>1.2772167999999999</c:v>
                </c:pt>
                <c:pt idx="954">
                  <c:v>1.2857324000000001</c:v>
                </c:pt>
                <c:pt idx="955">
                  <c:v>1.2816987999999998</c:v>
                </c:pt>
                <c:pt idx="956">
                  <c:v>1.2810349000000001</c:v>
                </c:pt>
                <c:pt idx="957">
                  <c:v>1.2760301000000001</c:v>
                </c:pt>
                <c:pt idx="958">
                  <c:v>1.2386220999999999</c:v>
                </c:pt>
                <c:pt idx="959">
                  <c:v>1.2423227999999999</c:v>
                </c:pt>
                <c:pt idx="960">
                  <c:v>1.2578184000000001</c:v>
                </c:pt>
                <c:pt idx="961">
                  <c:v>1.249501</c:v>
                </c:pt>
                <c:pt idx="962">
                  <c:v>1.2555169000000002</c:v>
                </c:pt>
                <c:pt idx="963">
                  <c:v>1.2564074000000001</c:v>
                </c:pt>
                <c:pt idx="964">
                  <c:v>1.2539703</c:v>
                </c:pt>
                <c:pt idx="965">
                  <c:v>1.2645723</c:v>
                </c:pt>
                <c:pt idx="966">
                  <c:v>1.2581926000000001</c:v>
                </c:pt>
                <c:pt idx="967">
                  <c:v>1.2427940000000002</c:v>
                </c:pt>
                <c:pt idx="968">
                  <c:v>1.2594434000000001</c:v>
                </c:pt>
                <c:pt idx="969">
                  <c:v>1.2655238999999998</c:v>
                </c:pt>
                <c:pt idx="970">
                  <c:v>1.2712699000000001</c:v>
                </c:pt>
                <c:pt idx="971">
                  <c:v>1.2722406000000002</c:v>
                </c:pt>
                <c:pt idx="972">
                  <c:v>1.2723481999999999</c:v>
                </c:pt>
                <c:pt idx="973">
                  <c:v>1.2917007</c:v>
                </c:pt>
                <c:pt idx="974">
                  <c:v>1.2927301</c:v>
                </c:pt>
                <c:pt idx="975">
                  <c:v>1.2963378999999999</c:v>
                </c:pt>
                <c:pt idx="976">
                  <c:v>1.2937163</c:v>
                </c:pt>
                <c:pt idx="977">
                  <c:v>1.28695</c:v>
                </c:pt>
                <c:pt idx="978">
                  <c:v>1.2911836000000001</c:v>
                </c:pt>
                <c:pt idx="979">
                  <c:v>1.3179322999999998</c:v>
                </c:pt>
                <c:pt idx="980">
                  <c:v>1.3216379</c:v>
                </c:pt>
                <c:pt idx="981">
                  <c:v>1.3193039000000002</c:v>
                </c:pt>
                <c:pt idx="982">
                  <c:v>1.3191185000000001</c:v>
                </c:pt>
                <c:pt idx="983">
                  <c:v>1.3136679</c:v>
                </c:pt>
                <c:pt idx="984">
                  <c:v>1.3083933999999999</c:v>
                </c:pt>
                <c:pt idx="985">
                  <c:v>1.3043268000000001</c:v>
                </c:pt>
                <c:pt idx="986">
                  <c:v>1.3100367000000002</c:v>
                </c:pt>
                <c:pt idx="987">
                  <c:v>1.2995682</c:v>
                </c:pt>
                <c:pt idx="988">
                  <c:v>1.3017608000000001</c:v>
                </c:pt>
                <c:pt idx="989">
                  <c:v>1.3165757</c:v>
                </c:pt>
                <c:pt idx="990">
                  <c:v>1.2969348000000001</c:v>
                </c:pt>
                <c:pt idx="991">
                  <c:v>1.2980432000000002</c:v>
                </c:pt>
                <c:pt idx="992">
                  <c:v>1.2914568</c:v>
                </c:pt>
                <c:pt idx="993">
                  <c:v>1.2810731</c:v>
                </c:pt>
                <c:pt idx="994">
                  <c:v>1.2857643000000001</c:v>
                </c:pt>
                <c:pt idx="995">
                  <c:v>1.287471</c:v>
                </c:pt>
                <c:pt idx="996">
                  <c:v>1.2904519000000001</c:v>
                </c:pt>
                <c:pt idx="997">
                  <c:v>1.2919159</c:v>
                </c:pt>
                <c:pt idx="998">
                  <c:v>1.3030507</c:v>
                </c:pt>
                <c:pt idx="999">
                  <c:v>1.3117774</c:v>
                </c:pt>
                <c:pt idx="1000">
                  <c:v>1.3065589</c:v>
                </c:pt>
                <c:pt idx="1001">
                  <c:v>1.30274</c:v>
                </c:pt>
                <c:pt idx="1002">
                  <c:v>1.3260405</c:v>
                </c:pt>
                <c:pt idx="1003">
                  <c:v>1.3639734999999999</c:v>
                </c:pt>
                <c:pt idx="1004">
                  <c:v>1.3581781000000002</c:v>
                </c:pt>
                <c:pt idx="1005">
                  <c:v>1.3561936999999999</c:v>
                </c:pt>
                <c:pt idx="1006">
                  <c:v>1.3529238000000001</c:v>
                </c:pt>
                <c:pt idx="1007">
                  <c:v>1.3531287000000001</c:v>
                </c:pt>
                <c:pt idx="1008">
                  <c:v>1.3423485000000002</c:v>
                </c:pt>
                <c:pt idx="1009">
                  <c:v>1.3442733</c:v>
                </c:pt>
                <c:pt idx="1010">
                  <c:v>1.339701</c:v>
                </c:pt>
                <c:pt idx="1011">
                  <c:v>1.3317167999999999</c:v>
                </c:pt>
                <c:pt idx="1012">
                  <c:v>1.3309979000000001</c:v>
                </c:pt>
                <c:pt idx="1013">
                  <c:v>1.3312641000000001</c:v>
                </c:pt>
                <c:pt idx="1014">
                  <c:v>1.3328729000000001</c:v>
                </c:pt>
                <c:pt idx="1015">
                  <c:v>1.3389166000000001</c:v>
                </c:pt>
                <c:pt idx="1016">
                  <c:v>1.3288964000000001</c:v>
                </c:pt>
                <c:pt idx="1017">
                  <c:v>1.3336911</c:v>
                </c:pt>
                <c:pt idx="1018">
                  <c:v>1.3358209999999999</c:v>
                </c:pt>
                <c:pt idx="1019">
                  <c:v>1.3445932</c:v>
                </c:pt>
                <c:pt idx="1020">
                  <c:v>1.3439027000000001</c:v>
                </c:pt>
                <c:pt idx="1021">
                  <c:v>1.3434244000000002</c:v>
                </c:pt>
                <c:pt idx="1022">
                  <c:v>1.3352009</c:v>
                </c:pt>
                <c:pt idx="1023">
                  <c:v>1.3140091</c:v>
                </c:pt>
                <c:pt idx="1024">
                  <c:v>1.3131406999999999</c:v>
                </c:pt>
                <c:pt idx="1025">
                  <c:v>1.3048753999999998</c:v>
                </c:pt>
                <c:pt idx="1026">
                  <c:v>1.3142156</c:v>
                </c:pt>
                <c:pt idx="1027">
                  <c:v>1.3120273999999998</c:v>
                </c:pt>
                <c:pt idx="1028">
                  <c:v>1.3155608999999999</c:v>
                </c:pt>
                <c:pt idx="1029">
                  <c:v>1.3249292000000001</c:v>
                </c:pt>
                <c:pt idx="1030">
                  <c:v>1.3190192999999999</c:v>
                </c:pt>
                <c:pt idx="1031">
                  <c:v>1.2978352</c:v>
                </c:pt>
                <c:pt idx="1032">
                  <c:v>1.3056733999999999</c:v>
                </c:pt>
                <c:pt idx="1033">
                  <c:v>1.3018985999999999</c:v>
                </c:pt>
                <c:pt idx="1034">
                  <c:v>1.3070659</c:v>
                </c:pt>
                <c:pt idx="1035">
                  <c:v>1.3104718</c:v>
                </c:pt>
                <c:pt idx="1036">
                  <c:v>1.3260087</c:v>
                </c:pt>
                <c:pt idx="1037">
                  <c:v>1.3308619000000002</c:v>
                </c:pt>
                <c:pt idx="1038">
                  <c:v>1.3283589999999998</c:v>
                </c:pt>
                <c:pt idx="1039">
                  <c:v>1.3293675</c:v>
                </c:pt>
                <c:pt idx="1040">
                  <c:v>1.3305927999999998</c:v>
                </c:pt>
                <c:pt idx="1041">
                  <c:v>1.3199001000000001</c:v>
                </c:pt>
                <c:pt idx="1042">
                  <c:v>1.3365233000000001</c:v>
                </c:pt>
                <c:pt idx="1043">
                  <c:v>1.3345773999999999</c:v>
                </c:pt>
                <c:pt idx="1044">
                  <c:v>1.3354817999999999</c:v>
                </c:pt>
                <c:pt idx="1045">
                  <c:v>1.3389749999999998</c:v>
                </c:pt>
                <c:pt idx="1046">
                  <c:v>1.3542049</c:v>
                </c:pt>
                <c:pt idx="1047">
                  <c:v>1.3541585</c:v>
                </c:pt>
                <c:pt idx="1048">
                  <c:v>1.3493249</c:v>
                </c:pt>
                <c:pt idx="1049">
                  <c:v>1.3458463999999999</c:v>
                </c:pt>
                <c:pt idx="1050">
                  <c:v>1.3437190000000001</c:v>
                </c:pt>
                <c:pt idx="1051">
                  <c:v>1.3422501</c:v>
                </c:pt>
                <c:pt idx="1052">
                  <c:v>1.3509549999999999</c:v>
                </c:pt>
                <c:pt idx="1053">
                  <c:v>1.3411367000000001</c:v>
                </c:pt>
                <c:pt idx="1054">
                  <c:v>1.3532662</c:v>
                </c:pt>
                <c:pt idx="1055">
                  <c:v>1.3490987999999999</c:v>
                </c:pt>
                <c:pt idx="1056">
                  <c:v>1.3500242</c:v>
                </c:pt>
                <c:pt idx="1057">
                  <c:v>1.3555751</c:v>
                </c:pt>
                <c:pt idx="1058">
                  <c:v>1.3486755000000001</c:v>
                </c:pt>
                <c:pt idx="1059">
                  <c:v>1.3630271999999999</c:v>
                </c:pt>
                <c:pt idx="1060">
                  <c:v>1.3731900000000001</c:v>
                </c:pt>
                <c:pt idx="1061">
                  <c:v>1.3781650999999999</c:v>
                </c:pt>
                <c:pt idx="1062">
                  <c:v>1.3780213000000001</c:v>
                </c:pt>
                <c:pt idx="1063">
                  <c:v>1.3779159999999999</c:v>
                </c:pt>
                <c:pt idx="1064">
                  <c:v>1.3805667000000001</c:v>
                </c:pt>
                <c:pt idx="1065">
                  <c:v>1.3732856999999998</c:v>
                </c:pt>
                <c:pt idx="1066">
                  <c:v>1.3823181</c:v>
                </c:pt>
                <c:pt idx="1067">
                  <c:v>1.3927191999999999</c:v>
                </c:pt>
                <c:pt idx="1068">
                  <c:v>1.3951479999999998</c:v>
                </c:pt>
                <c:pt idx="1069">
                  <c:v>1.4004930999999998</c:v>
                </c:pt>
                <c:pt idx="1070">
                  <c:v>1.4129102</c:v>
                </c:pt>
                <c:pt idx="1071">
                  <c:v>1.4181657999999999</c:v>
                </c:pt>
                <c:pt idx="1072">
                  <c:v>1.4292034</c:v>
                </c:pt>
                <c:pt idx="1073">
                  <c:v>1.4192842000000001</c:v>
                </c:pt>
                <c:pt idx="1074">
                  <c:v>1.4295878</c:v>
                </c:pt>
                <c:pt idx="1075">
                  <c:v>1.4158432999999999</c:v>
                </c:pt>
                <c:pt idx="1076">
                  <c:v>1.393149</c:v>
                </c:pt>
                <c:pt idx="1077">
                  <c:v>1.3892381</c:v>
                </c:pt>
                <c:pt idx="1078">
                  <c:v>1.3955698999999999</c:v>
                </c:pt>
                <c:pt idx="1079">
                  <c:v>1.3934327</c:v>
                </c:pt>
                <c:pt idx="1080">
                  <c:v>1.40242</c:v>
                </c:pt>
                <c:pt idx="1081">
                  <c:v>1.3701904999999999</c:v>
                </c:pt>
                <c:pt idx="1082">
                  <c:v>1.368609</c:v>
                </c:pt>
                <c:pt idx="1083">
                  <c:v>1.3586474000000002</c:v>
                </c:pt>
                <c:pt idx="1084">
                  <c:v>1.3439371</c:v>
                </c:pt>
                <c:pt idx="1085">
                  <c:v>1.3460769000000001</c:v>
                </c:pt>
                <c:pt idx="1086">
                  <c:v>1.3395636</c:v>
                </c:pt>
                <c:pt idx="1087">
                  <c:v>1.3319498000000001</c:v>
                </c:pt>
                <c:pt idx="1088">
                  <c:v>1.3432202</c:v>
                </c:pt>
                <c:pt idx="1089">
                  <c:v>1.3421261999999998</c:v>
                </c:pt>
                <c:pt idx="1090">
                  <c:v>1.3313963000000002</c:v>
                </c:pt>
                <c:pt idx="1091">
                  <c:v>1.3370583999999999</c:v>
                </c:pt>
                <c:pt idx="1092">
                  <c:v>1.3347591999999999</c:v>
                </c:pt>
                <c:pt idx="1093">
                  <c:v>1.3292171000000002</c:v>
                </c:pt>
                <c:pt idx="1094">
                  <c:v>1.3276406999999999</c:v>
                </c:pt>
                <c:pt idx="1095">
                  <c:v>1.3323517</c:v>
                </c:pt>
                <c:pt idx="1096">
                  <c:v>1.3446466000000001</c:v>
                </c:pt>
                <c:pt idx="1097">
                  <c:v>1.3546168999999999</c:v>
                </c:pt>
                <c:pt idx="1098">
                  <c:v>1.3544178999999998</c:v>
                </c:pt>
                <c:pt idx="1099">
                  <c:v>1.3467304999999998</c:v>
                </c:pt>
                <c:pt idx="1100">
                  <c:v>1.3529371000000001</c:v>
                </c:pt>
                <c:pt idx="1101">
                  <c:v>1.3507867</c:v>
                </c:pt>
                <c:pt idx="1102">
                  <c:v>1.3417021</c:v>
                </c:pt>
                <c:pt idx="1103">
                  <c:v>1.3352535999999999</c:v>
                </c:pt>
                <c:pt idx="1104">
                  <c:v>1.3361291000000002</c:v>
                </c:pt>
                <c:pt idx="1105">
                  <c:v>1.3359526000000002</c:v>
                </c:pt>
                <c:pt idx="1106">
                  <c:v>1.3385956000000001</c:v>
                </c:pt>
                <c:pt idx="1107">
                  <c:v>1.3435695000000001</c:v>
                </c:pt>
                <c:pt idx="1108">
                  <c:v>1.3397188000000002</c:v>
                </c:pt>
                <c:pt idx="1109">
                  <c:v>1.3495059</c:v>
                </c:pt>
                <c:pt idx="1110">
                  <c:v>1.3530204000000001</c:v>
                </c:pt>
                <c:pt idx="1111">
                  <c:v>1.3531624999999998</c:v>
                </c:pt>
                <c:pt idx="1112">
                  <c:v>1.3575391999999999</c:v>
                </c:pt>
                <c:pt idx="1113">
                  <c:v>1.3621457000000001</c:v>
                </c:pt>
                <c:pt idx="1114">
                  <c:v>1.3531872</c:v>
                </c:pt>
                <c:pt idx="1115">
                  <c:v>1.3565182</c:v>
                </c:pt>
                <c:pt idx="1116">
                  <c:v>1.3536459000000001</c:v>
                </c:pt>
                <c:pt idx="1117">
                  <c:v>1.3603723000000001</c:v>
                </c:pt>
                <c:pt idx="1118">
                  <c:v>1.3653404</c:v>
                </c:pt>
                <c:pt idx="1119">
                  <c:v>1.3719078</c:v>
                </c:pt>
                <c:pt idx="1120">
                  <c:v>1.3806106</c:v>
                </c:pt>
                <c:pt idx="1121">
                  <c:v>1.3804315999999999</c:v>
                </c:pt>
                <c:pt idx="1122">
                  <c:v>1.3750537999999999</c:v>
                </c:pt>
                <c:pt idx="1123">
                  <c:v>1.3823921000000001</c:v>
                </c:pt>
                <c:pt idx="1124">
                  <c:v>1.3749537000000001</c:v>
                </c:pt>
                <c:pt idx="1125">
                  <c:v>1.3940254000000001</c:v>
                </c:pt>
                <c:pt idx="1126">
                  <c:v>1.3983867999999999</c:v>
                </c:pt>
                <c:pt idx="1127">
                  <c:v>1.4010322000000002</c:v>
                </c:pt>
                <c:pt idx="1128">
                  <c:v>1.3947653</c:v>
                </c:pt>
                <c:pt idx="1129">
                  <c:v>1.3949674999999999</c:v>
                </c:pt>
                <c:pt idx="1130">
                  <c:v>1.3844295</c:v>
                </c:pt>
                <c:pt idx="1131">
                  <c:v>1.3869441999999998</c:v>
                </c:pt>
                <c:pt idx="1132">
                  <c:v>1.3890922999999999</c:v>
                </c:pt>
                <c:pt idx="1133">
                  <c:v>1.3801866</c:v>
                </c:pt>
                <c:pt idx="1134">
                  <c:v>1.3774263</c:v>
                </c:pt>
                <c:pt idx="1135">
                  <c:v>1.3845367000000002</c:v>
                </c:pt>
                <c:pt idx="1136">
                  <c:v>1.3873892000000001</c:v>
                </c:pt>
                <c:pt idx="1137">
                  <c:v>1.3853959</c:v>
                </c:pt>
                <c:pt idx="1138">
                  <c:v>1.3770818999999999</c:v>
                </c:pt>
                <c:pt idx="1139">
                  <c:v>1.3774444000000001</c:v>
                </c:pt>
                <c:pt idx="1140">
                  <c:v>1.3889775</c:v>
                </c:pt>
                <c:pt idx="1141">
                  <c:v>1.3884421999999998</c:v>
                </c:pt>
                <c:pt idx="1142">
                  <c:v>1.391095</c:v>
                </c:pt>
                <c:pt idx="1143">
                  <c:v>1.3979112</c:v>
                </c:pt>
                <c:pt idx="1144">
                  <c:v>1.3842935999999999</c:v>
                </c:pt>
                <c:pt idx="1145">
                  <c:v>1.3857487000000002</c:v>
                </c:pt>
                <c:pt idx="1146">
                  <c:v>1.3921356</c:v>
                </c:pt>
                <c:pt idx="1147">
                  <c:v>1.3859185999999999</c:v>
                </c:pt>
                <c:pt idx="1148">
                  <c:v>1.3904713</c:v>
                </c:pt>
                <c:pt idx="1149">
                  <c:v>1.4010111999999999</c:v>
                </c:pt>
                <c:pt idx="1150">
                  <c:v>1.3966036999999998</c:v>
                </c:pt>
                <c:pt idx="1151">
                  <c:v>1.3934650999999998</c:v>
                </c:pt>
                <c:pt idx="1152">
                  <c:v>1.3917047</c:v>
                </c:pt>
                <c:pt idx="1153">
                  <c:v>1.3808560999999999</c:v>
                </c:pt>
                <c:pt idx="1154">
                  <c:v>1.3882189</c:v>
                </c:pt>
                <c:pt idx="1155">
                  <c:v>1.4064806000000001</c:v>
                </c:pt>
              </c:numCache>
            </c:numRef>
          </c:val>
          <c:smooth val="0"/>
          <c:extLst>
            <c:ext xmlns:c16="http://schemas.microsoft.com/office/drawing/2014/chart" uri="{C3380CC4-5D6E-409C-BE32-E72D297353CC}">
              <c16:uniqueId val="{00000002-A566-4D8F-9C4D-D8450631E2F8}"/>
            </c:ext>
          </c:extLst>
        </c:ser>
        <c:dLbls>
          <c:showLegendKey val="0"/>
          <c:showVal val="0"/>
          <c:showCatName val="0"/>
          <c:showSerName val="0"/>
          <c:showPercent val="0"/>
          <c:showBubbleSize val="0"/>
        </c:dLbls>
        <c:marker val="1"/>
        <c:smooth val="0"/>
        <c:axId val="203800456"/>
        <c:axId val="203821240"/>
      </c:lineChart>
      <c:dateAx>
        <c:axId val="203800456"/>
        <c:scaling>
          <c:orientation val="minMax"/>
        </c:scaling>
        <c:delete val="0"/>
        <c:axPos val="b"/>
        <c:minorGridlines>
          <c:spPr>
            <a:ln w="9525" cap="flat" cmpd="sng" algn="ctr">
              <a:noFill/>
              <a:round/>
            </a:ln>
            <a:effectLst/>
          </c:spPr>
        </c:minorGridlines>
        <c:numFmt formatCode="yyyy/mm/dd"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华文黑体_易方达" panose="02010600040101010101" pitchFamily="2" charset="-122"/>
                <a:ea typeface="华文黑体_易方达" panose="02010600040101010101" pitchFamily="2" charset="-122"/>
                <a:cs typeface="+mn-cs"/>
              </a:defRPr>
            </a:pPr>
            <a:endParaRPr lang="zh-CN"/>
          </a:p>
        </c:txPr>
        <c:crossAx val="203821240"/>
        <c:crosses val="autoZero"/>
        <c:auto val="1"/>
        <c:lblOffset val="100"/>
        <c:baseTimeUnit val="days"/>
        <c:majorUnit val="12"/>
        <c:majorTimeUnit val="months"/>
      </c:dateAx>
      <c:valAx>
        <c:axId val="203821240"/>
        <c:scaling>
          <c:orientation val="minMax"/>
          <c:min val="0"/>
        </c:scaling>
        <c:delete val="0"/>
        <c:axPos val="l"/>
        <c:majorGridlines>
          <c:spPr>
            <a:ln w="6350" cap="flat" cmpd="sng" algn="ctr">
              <a:solidFill>
                <a:schemeClr val="tx1">
                  <a:lumMod val="15000"/>
                  <a:lumOff val="85000"/>
                </a:schemeClr>
              </a:solidFill>
              <a:round/>
            </a:ln>
            <a:effectLst/>
          </c:spPr>
        </c:majorGridlines>
        <c:numFmt formatCode="#,##0.00_);[Red]\(#,##0.0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mn-lt"/>
                <a:ea typeface="华文黑体_易方达" panose="02010600040101010101" pitchFamily="2" charset="-122"/>
                <a:cs typeface="+mn-cs"/>
              </a:defRPr>
            </a:pPr>
            <a:endParaRPr lang="zh-CN"/>
          </a:p>
        </c:txPr>
        <c:crossAx val="203800456"/>
        <c:crosses val="autoZero"/>
        <c:crossBetween val="between"/>
        <c:majorUnit val="0.5"/>
      </c:valAx>
      <c:valAx>
        <c:axId val="203821624"/>
        <c:scaling>
          <c:orientation val="minMax"/>
          <c:max val="1.5"/>
          <c:min val="0"/>
        </c:scaling>
        <c:delete val="0"/>
        <c:axPos val="r"/>
        <c:numFmt formatCode="0.0%" sourceLinked="1"/>
        <c:majorTickMark val="out"/>
        <c:minorTickMark val="none"/>
        <c:tickLblPos val="nextTo"/>
        <c:spPr>
          <a:noFill/>
          <a:ln>
            <a:noFill/>
          </a:ln>
          <a:effectLst/>
        </c:spPr>
        <c:txPr>
          <a:bodyPr rot="-60000000" spcFirstLastPara="1" vertOverflow="ellipsis" vert="horz" wrap="square" anchor="ctr" anchorCtr="1"/>
          <a:lstStyle/>
          <a:p>
            <a:pPr>
              <a:defRPr sz="700" b="0" i="0" u="none" strike="noStrike" kern="1200" baseline="0">
                <a:solidFill>
                  <a:schemeClr val="tx1">
                    <a:lumMod val="65000"/>
                    <a:lumOff val="35000"/>
                  </a:schemeClr>
                </a:solidFill>
                <a:latin typeface="+mn-lt"/>
                <a:ea typeface="华文黑体_易方达" panose="02010600040101010101" pitchFamily="2" charset="-122"/>
                <a:cs typeface="+mn-cs"/>
              </a:defRPr>
            </a:pPr>
            <a:endParaRPr lang="zh-CN"/>
          </a:p>
        </c:txPr>
        <c:crossAx val="203822008"/>
        <c:crosses val="max"/>
        <c:crossBetween val="between"/>
        <c:majorUnit val="0.5"/>
      </c:valAx>
      <c:dateAx>
        <c:axId val="203822008"/>
        <c:scaling>
          <c:orientation val="minMax"/>
        </c:scaling>
        <c:delete val="1"/>
        <c:axPos val="b"/>
        <c:numFmt formatCode="yyyy/mm/dd" sourceLinked="1"/>
        <c:majorTickMark val="out"/>
        <c:minorTickMark val="none"/>
        <c:tickLblPos val="nextTo"/>
        <c:crossAx val="203821624"/>
        <c:crosses val="autoZero"/>
        <c:auto val="1"/>
        <c:lblOffset val="100"/>
        <c:baseTimeUnit val="days"/>
        <c:majorUnit val="1"/>
        <c:minorUnit val="1"/>
      </c:date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华文黑体_易方达" panose="02010600040101010101" pitchFamily="2" charset="-122"/>
              <a:ea typeface="华文黑体_易方达" panose="02010600040101010101" pitchFamily="2" charset="-122"/>
              <a:cs typeface="+mn-cs"/>
            </a:defRPr>
          </a:pPr>
          <a:endParaRPr lang="zh-CN"/>
        </a:p>
      </c:txPr>
    </c:legend>
    <c:plotVisOnly val="1"/>
    <c:dispBlanksAs val="gap"/>
    <c:showDLblsOverMax val="0"/>
  </c:chart>
  <c:spPr>
    <a:noFill/>
    <a:ln>
      <a:noFill/>
    </a:ln>
    <a:effectLst/>
  </c:spPr>
  <c:txPr>
    <a:bodyPr/>
    <a:lstStyle/>
    <a:p>
      <a:pPr>
        <a:defRPr>
          <a:latin typeface="华文黑体_易方达" panose="02010600040101010101" pitchFamily="2" charset="-122"/>
          <a:ea typeface="华文黑体_易方达" panose="02010600040101010101" pitchFamily="2"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733297230212483"/>
          <c:y val="6.9444444444444448E-2"/>
          <c:w val="0.76458831803662752"/>
          <c:h val="0.69701244730772294"/>
        </c:manualLayout>
      </c:layout>
      <c:scatterChart>
        <c:scatterStyle val="lineMarker"/>
        <c:varyColors val="0"/>
        <c:ser>
          <c:idx val="0"/>
          <c:order val="0"/>
          <c:spPr>
            <a:ln w="19050">
              <a:noFill/>
            </a:ln>
          </c:spPr>
          <c:marker>
            <c:symbol val="circle"/>
            <c:size val="4"/>
            <c:spPr>
              <a:solidFill>
                <a:schemeClr val="bg1">
                  <a:lumMod val="50000"/>
                </a:schemeClr>
              </a:solidFill>
              <a:ln w="9525">
                <a:noFill/>
              </a:ln>
              <a:effectLst/>
            </c:spPr>
          </c:marker>
          <c:dPt>
            <c:idx val="1"/>
            <c:marker>
              <c:symbol val="triangle"/>
              <c:size val="8"/>
              <c:spPr>
                <a:solidFill>
                  <a:srgbClr val="005096"/>
                </a:solidFill>
                <a:ln w="9525">
                  <a:noFill/>
                </a:ln>
                <a:effectLst/>
              </c:spPr>
            </c:marker>
            <c:bubble3D val="0"/>
            <c:extLst>
              <c:ext xmlns:c16="http://schemas.microsoft.com/office/drawing/2014/chart" uri="{C3380CC4-5D6E-409C-BE32-E72D297353CC}">
                <c16:uniqueId val="{00000000-894A-4A8F-AF3A-3D6736D1C816}"/>
              </c:ext>
            </c:extLst>
          </c:dPt>
          <c:dLbls>
            <c:dLbl>
              <c:idx val="1"/>
              <c:layout>
                <c:manualLayout>
                  <c:x val="-1.0387033079286996E-2"/>
                  <c:y val="2.9099113027593977E-3"/>
                </c:manualLayout>
              </c:layout>
              <c:tx>
                <c:rich>
                  <a:bodyPr rot="0" vert="horz"/>
                  <a:lstStyle/>
                  <a:p>
                    <a:pPr>
                      <a:defRPr sz="700">
                        <a:solidFill>
                          <a:srgbClr val="005096"/>
                        </a:solidFill>
                      </a:defRPr>
                    </a:pPr>
                    <a:r>
                      <a:rPr lang="zh-CN" altLang="en-US" sz="700" dirty="0">
                        <a:solidFill>
                          <a:srgbClr val="005096"/>
                        </a:solidFill>
                      </a:rPr>
                      <a:t>易方达沪深</a:t>
                    </a:r>
                    <a:r>
                      <a:rPr lang="en-US" altLang="zh-CN" sz="700" dirty="0">
                        <a:solidFill>
                          <a:srgbClr val="005096"/>
                        </a:solidFill>
                      </a:rPr>
                      <a:t>300</a:t>
                    </a:r>
                    <a:r>
                      <a:rPr lang="zh-CN" altLang="en-US" sz="700" dirty="0">
                        <a:solidFill>
                          <a:srgbClr val="005096"/>
                        </a:solidFill>
                      </a:rPr>
                      <a:t>量化增强</a:t>
                    </a:r>
                  </a:p>
                </c:rich>
              </c:tx>
              <c:spPr>
                <a:noFill/>
                <a:ln w="25400">
                  <a:noFill/>
                </a:ln>
              </c:spPr>
              <c:dLblPos val="r"/>
              <c:showLegendKey val="0"/>
              <c:showVal val="0"/>
              <c:showCatName val="0"/>
              <c:showSerName val="0"/>
              <c:showPercent val="0"/>
              <c:showBubbleSize val="0"/>
              <c:extLst>
                <c:ext xmlns:c15="http://schemas.microsoft.com/office/drawing/2012/chart" uri="{CE6537A1-D6FC-4f65-9D91-7224C49458BB}">
                  <c15:layout>
                    <c:manualLayout>
                      <c:w val="0.49924147527589841"/>
                      <c:h val="0.20690739342884273"/>
                    </c:manualLayout>
                  </c15:layout>
                </c:ext>
                <c:ext xmlns:c16="http://schemas.microsoft.com/office/drawing/2014/chart" uri="{C3380CC4-5D6E-409C-BE32-E72D297353CC}">
                  <c16:uniqueId val="{00000000-894A-4A8F-AF3A-3D6736D1C816}"/>
                </c:ext>
              </c:extLst>
            </c:dLbl>
            <c:spPr>
              <a:noFill/>
              <a:ln>
                <a:noFill/>
              </a:ln>
              <a:effectLst/>
            </c:spPr>
            <c:txPr>
              <a:bodyPr wrap="square" lIns="38100" tIns="19050" rIns="38100" bIns="19050" anchor="ctr">
                <a:spAutoFit/>
              </a:bodyPr>
              <a:lstStyle/>
              <a:p>
                <a:pPr>
                  <a:defRPr sz="700">
                    <a:solidFill>
                      <a:srgbClr val="005096"/>
                    </a:solidFill>
                  </a:defRPr>
                </a:pPr>
                <a:endParaRPr lang="zh-CN"/>
              </a:p>
            </c:txPr>
            <c:showLegendKey val="0"/>
            <c:showVal val="0"/>
            <c:showCatName val="0"/>
            <c:showSerName val="0"/>
            <c:showPercent val="0"/>
            <c:showBubbleSize val="0"/>
            <c:extLst>
              <c:ext xmlns:c15="http://schemas.microsoft.com/office/drawing/2012/chart" uri="{CE6537A1-D6FC-4f65-9D91-7224C49458BB}">
                <c15:showLeaderLines val="0"/>
              </c:ext>
            </c:extLst>
          </c:dLbls>
          <c:xVal>
            <c:numRef>
              <c:f>'全市场指数增强(银河分类)'!$B$42:$B$65</c:f>
              <c:numCache>
                <c:formatCode>0.00</c:formatCode>
                <c:ptCount val="24"/>
                <c:pt idx="0">
                  <c:v>4.8459306590048401</c:v>
                </c:pt>
                <c:pt idx="1">
                  <c:v>5.0561887297661405</c:v>
                </c:pt>
                <c:pt idx="2">
                  <c:v>3.3270327957157897</c:v>
                </c:pt>
                <c:pt idx="3">
                  <c:v>3.77316251177928</c:v>
                </c:pt>
                <c:pt idx="4">
                  <c:v>9.8166997755576197</c:v>
                </c:pt>
                <c:pt idx="5">
                  <c:v>2.1257239051642398</c:v>
                </c:pt>
                <c:pt idx="6">
                  <c:v>2.7653689099218002</c:v>
                </c:pt>
                <c:pt idx="7">
                  <c:v>4.0623994634794398</c:v>
                </c:pt>
                <c:pt idx="8">
                  <c:v>3.7416221046547395</c:v>
                </c:pt>
                <c:pt idx="9">
                  <c:v>4.1014113399103502</c:v>
                </c:pt>
                <c:pt idx="10">
                  <c:v>3.8647562077603697</c:v>
                </c:pt>
                <c:pt idx="11">
                  <c:v>5.3844141747526599</c:v>
                </c:pt>
                <c:pt idx="12">
                  <c:v>2.2754563460686201</c:v>
                </c:pt>
                <c:pt idx="13">
                  <c:v>2.11465311319159</c:v>
                </c:pt>
                <c:pt idx="14">
                  <c:v>2.0858404164172599</c:v>
                </c:pt>
                <c:pt idx="15">
                  <c:v>2.48330034504967</c:v>
                </c:pt>
                <c:pt idx="16">
                  <c:v>1.1448319049840698</c:v>
                </c:pt>
                <c:pt idx="17">
                  <c:v>2.9527149476194601</c:v>
                </c:pt>
                <c:pt idx="18">
                  <c:v>2.5792107618451703</c:v>
                </c:pt>
                <c:pt idx="19">
                  <c:v>3.3010258757069701</c:v>
                </c:pt>
                <c:pt idx="20">
                  <c:v>16.746475410280002</c:v>
                </c:pt>
                <c:pt idx="21">
                  <c:v>2.9843686164996703</c:v>
                </c:pt>
                <c:pt idx="22">
                  <c:v>3.2265884033729999</c:v>
                </c:pt>
                <c:pt idx="23">
                  <c:v>4.3621523579542698</c:v>
                </c:pt>
              </c:numCache>
            </c:numRef>
          </c:xVal>
          <c:yVal>
            <c:numRef>
              <c:f>'全市场指数增强(银河分类)'!$C$42:$C$65</c:f>
              <c:numCache>
                <c:formatCode>0.00_ </c:formatCode>
                <c:ptCount val="24"/>
                <c:pt idx="0">
                  <c:v>7.97</c:v>
                </c:pt>
                <c:pt idx="1">
                  <c:v>8.0399999999999991</c:v>
                </c:pt>
                <c:pt idx="2">
                  <c:v>6.37</c:v>
                </c:pt>
                <c:pt idx="3">
                  <c:v>4.5</c:v>
                </c:pt>
                <c:pt idx="4">
                  <c:v>5.26</c:v>
                </c:pt>
                <c:pt idx="5">
                  <c:v>3.95</c:v>
                </c:pt>
                <c:pt idx="6">
                  <c:v>4.24</c:v>
                </c:pt>
                <c:pt idx="7">
                  <c:v>4.55</c:v>
                </c:pt>
                <c:pt idx="8">
                  <c:v>4.2</c:v>
                </c:pt>
                <c:pt idx="9">
                  <c:v>2.17</c:v>
                </c:pt>
                <c:pt idx="10">
                  <c:v>2.06</c:v>
                </c:pt>
                <c:pt idx="11">
                  <c:v>1.88</c:v>
                </c:pt>
                <c:pt idx="12">
                  <c:v>1.84</c:v>
                </c:pt>
                <c:pt idx="13">
                  <c:v>1.74</c:v>
                </c:pt>
                <c:pt idx="14">
                  <c:v>1.59</c:v>
                </c:pt>
                <c:pt idx="15">
                  <c:v>1.62</c:v>
                </c:pt>
                <c:pt idx="16">
                  <c:v>1.2</c:v>
                </c:pt>
                <c:pt idx="17">
                  <c:v>0.08</c:v>
                </c:pt>
                <c:pt idx="18">
                  <c:v>-7.0000000000000007E-2</c:v>
                </c:pt>
                <c:pt idx="19">
                  <c:v>-0.22</c:v>
                </c:pt>
                <c:pt idx="20">
                  <c:v>-0.52</c:v>
                </c:pt>
                <c:pt idx="21">
                  <c:v>-0.85</c:v>
                </c:pt>
                <c:pt idx="22">
                  <c:v>-0.91</c:v>
                </c:pt>
                <c:pt idx="23">
                  <c:v>-1.88</c:v>
                </c:pt>
              </c:numCache>
            </c:numRef>
          </c:yVal>
          <c:smooth val="0"/>
          <c:extLst>
            <c:ext xmlns:c16="http://schemas.microsoft.com/office/drawing/2014/chart" uri="{C3380CC4-5D6E-409C-BE32-E72D297353CC}">
              <c16:uniqueId val="{00000001-894A-4A8F-AF3A-3D6736D1C816}"/>
            </c:ext>
          </c:extLst>
        </c:ser>
        <c:dLbls>
          <c:showLegendKey val="0"/>
          <c:showVal val="0"/>
          <c:showCatName val="0"/>
          <c:showSerName val="0"/>
          <c:showPercent val="0"/>
          <c:showBubbleSize val="0"/>
        </c:dLbls>
        <c:axId val="203434496"/>
        <c:axId val="203596048"/>
      </c:scatterChart>
      <c:valAx>
        <c:axId val="203434496"/>
        <c:scaling>
          <c:orientation val="minMax"/>
        </c:scaling>
        <c:delete val="0"/>
        <c:axPos val="b"/>
        <c:majorGridlines>
          <c:spPr>
            <a:ln w="9525" cap="flat" cmpd="sng" algn="ctr">
              <a:solidFill>
                <a:schemeClr val="accent6"/>
              </a:solidFill>
              <a:round/>
            </a:ln>
            <a:effectLst/>
          </c:spPr>
        </c:majorGridlines>
        <c:title>
          <c:tx>
            <c:rich>
              <a:bodyPr/>
              <a:lstStyle/>
              <a:p>
                <a:pPr>
                  <a:defRPr b="0">
                    <a:solidFill>
                      <a:srgbClr val="005096"/>
                    </a:solidFill>
                  </a:defRPr>
                </a:pPr>
                <a:r>
                  <a:rPr lang="zh-CN" b="0" dirty="0">
                    <a:solidFill>
                      <a:srgbClr val="005096"/>
                    </a:solidFill>
                  </a:rPr>
                  <a:t>跟踪误</a:t>
                </a:r>
                <a:r>
                  <a:rPr lang="zh-CN" b="0" dirty="0" smtClean="0">
                    <a:solidFill>
                      <a:srgbClr val="005096"/>
                    </a:solidFill>
                  </a:rPr>
                  <a:t>差</a:t>
                </a:r>
                <a:r>
                  <a:rPr lang="en-US" altLang="zh-CN" b="0" dirty="0" smtClean="0">
                    <a:solidFill>
                      <a:srgbClr val="005096"/>
                    </a:solidFill>
                  </a:rPr>
                  <a:t>(%)</a:t>
                </a:r>
                <a:endParaRPr lang="zh-CN" b="0" dirty="0">
                  <a:solidFill>
                    <a:srgbClr val="005096"/>
                  </a:solidFill>
                </a:endParaRPr>
              </a:p>
            </c:rich>
          </c:tx>
          <c:layout>
            <c:manualLayout>
              <c:xMode val="edge"/>
              <c:yMode val="edge"/>
              <c:x val="0.47441541070846166"/>
              <c:y val="0.88282828282828285"/>
            </c:manualLayout>
          </c:layout>
          <c:overlay val="0"/>
        </c:title>
        <c:numFmt formatCode="General" sourceLinked="0"/>
        <c:majorTickMark val="none"/>
        <c:minorTickMark val="none"/>
        <c:tickLblPos val="low"/>
        <c:spPr>
          <a:noFill/>
          <a:ln w="9525" cap="flat" cmpd="sng" algn="ctr">
            <a:solidFill>
              <a:schemeClr val="tx1">
                <a:lumMod val="25000"/>
                <a:lumOff val="75000"/>
              </a:schemeClr>
            </a:solidFill>
            <a:round/>
          </a:ln>
          <a:effectLst/>
        </c:spPr>
        <c:txPr>
          <a:bodyPr rot="0" vert="horz"/>
          <a:lstStyle/>
          <a:p>
            <a:pPr>
              <a:defRPr/>
            </a:pPr>
            <a:endParaRPr lang="zh-CN"/>
          </a:p>
        </c:txPr>
        <c:crossAx val="203596048"/>
        <c:crosses val="autoZero"/>
        <c:crossBetween val="midCat"/>
      </c:valAx>
      <c:valAx>
        <c:axId val="203596048"/>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vert="eaVert"/>
              <a:lstStyle/>
              <a:p>
                <a:pPr>
                  <a:defRPr b="0">
                    <a:solidFill>
                      <a:srgbClr val="005096"/>
                    </a:solidFill>
                  </a:defRPr>
                </a:pPr>
                <a:r>
                  <a:rPr lang="zh-CN" b="0" dirty="0">
                    <a:solidFill>
                      <a:srgbClr val="005096"/>
                    </a:solidFill>
                  </a:rPr>
                  <a:t>累计年化超额收</a:t>
                </a:r>
                <a:r>
                  <a:rPr lang="zh-CN" b="0" dirty="0" smtClean="0">
                    <a:solidFill>
                      <a:srgbClr val="005096"/>
                    </a:solidFill>
                  </a:rPr>
                  <a:t>益</a:t>
                </a:r>
                <a:r>
                  <a:rPr lang="en-US" altLang="zh-CN" b="0" dirty="0" smtClean="0">
                    <a:solidFill>
                      <a:srgbClr val="005096"/>
                    </a:solidFill>
                  </a:rPr>
                  <a:t>(%)</a:t>
                </a:r>
                <a:endParaRPr lang="zh-CN" b="0" dirty="0">
                  <a:solidFill>
                    <a:srgbClr val="005096"/>
                  </a:solidFill>
                </a:endParaRPr>
              </a:p>
            </c:rich>
          </c:tx>
          <c:layout/>
          <c:overlay val="0"/>
        </c:title>
        <c:numFmt formatCode="General" sourceLinked="0"/>
        <c:majorTickMark val="none"/>
        <c:minorTickMark val="none"/>
        <c:tickLblPos val="nextTo"/>
        <c:spPr>
          <a:noFill/>
          <a:ln w="9525" cap="flat" cmpd="sng" algn="ctr">
            <a:noFill/>
            <a:round/>
          </a:ln>
          <a:effectLst/>
        </c:spPr>
        <c:txPr>
          <a:bodyPr rot="-60000000" vert="horz"/>
          <a:lstStyle/>
          <a:p>
            <a:pPr>
              <a:defRPr/>
            </a:pPr>
            <a:endParaRPr lang="zh-CN"/>
          </a:p>
        </c:txPr>
        <c:crossAx val="203434496"/>
        <c:crosses val="autoZero"/>
        <c:crossBetween val="midCat"/>
        <c:majorUnit val="5"/>
      </c:valAx>
      <c:spPr>
        <a:noFill/>
        <a:ln w="6350">
          <a:solidFill>
            <a:schemeClr val="accent6"/>
          </a:solidFill>
        </a:ln>
      </c:spPr>
    </c:plotArea>
    <c:plotVisOnly val="1"/>
    <c:dispBlanksAs val="gap"/>
    <c:showDLblsOverMax val="0"/>
  </c:chart>
  <c:spPr>
    <a:noFill/>
    <a:ln w="9525" cap="flat" cmpd="sng" algn="ctr">
      <a:noFill/>
      <a:round/>
    </a:ln>
    <a:effectLst/>
  </c:spPr>
  <c:txPr>
    <a:bodyPr/>
    <a:lstStyle/>
    <a:p>
      <a:pPr>
        <a:defRPr sz="800">
          <a:solidFill>
            <a:srgbClr val="3C3C3C"/>
          </a:solidFill>
          <a:latin typeface="华文黑体_易方达" panose="02010600040101010101" pitchFamily="2" charset="-122"/>
          <a:ea typeface="华文黑体_易方达" panose="02010600040101010101" pitchFamily="2" charset="-122"/>
        </a:defRPr>
      </a:pPr>
      <a:endParaRPr lang="zh-CN"/>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lumMod val="65000"/>
                    <a:lumOff val="35000"/>
                  </a:schemeClr>
                </a:solidFill>
                <a:latin typeface="华文黑体_易方达" panose="02010600040101010101" pitchFamily="2" charset="-122"/>
                <a:ea typeface="华文黑体_易方达" panose="02010600040101010101" pitchFamily="2" charset="-122"/>
                <a:cs typeface="+mn-cs"/>
              </a:defRPr>
            </a:pPr>
            <a:r>
              <a:rPr lang="zh-CN" sz="1000" b="0" dirty="0">
                <a:solidFill>
                  <a:srgbClr val="005096"/>
                </a:solidFill>
                <a:latin typeface="华文黑体_易方达" panose="02010600040101010101" pitchFamily="2" charset="-122"/>
                <a:ea typeface="华文黑体_易方达" panose="02010600040101010101" pitchFamily="2" charset="-122"/>
              </a:rPr>
              <a:t>员工人数（人）</a:t>
            </a:r>
          </a:p>
        </c:rich>
      </c:tx>
      <c:layout/>
      <c:overlay val="0"/>
      <c:spPr>
        <a:noFill/>
        <a:ln>
          <a:noFill/>
        </a:ln>
        <a:effectLst/>
      </c:spPr>
      <c:txPr>
        <a:bodyPr rot="0" spcFirstLastPara="1" vertOverflow="ellipsis" vert="horz" wrap="square" anchor="ctr" anchorCtr="1"/>
        <a:lstStyle/>
        <a:p>
          <a:pPr>
            <a:defRPr sz="1000" b="0" i="0" u="none" strike="noStrike" kern="1200" spc="0" baseline="0">
              <a:solidFill>
                <a:schemeClr val="tx1">
                  <a:lumMod val="65000"/>
                  <a:lumOff val="35000"/>
                </a:schemeClr>
              </a:solidFill>
              <a:latin typeface="华文黑体_易方达" panose="02010600040101010101" pitchFamily="2" charset="-122"/>
              <a:ea typeface="华文黑体_易方达" panose="02010600040101010101" pitchFamily="2" charset="-122"/>
              <a:cs typeface="+mn-cs"/>
            </a:defRPr>
          </a:pPr>
          <a:endParaRPr lang="zh-CN"/>
        </a:p>
      </c:txPr>
    </c:title>
    <c:autoTitleDeleted val="0"/>
    <c:plotArea>
      <c:layout/>
      <c:barChart>
        <c:barDir val="col"/>
        <c:grouping val="clustered"/>
        <c:varyColors val="0"/>
        <c:ser>
          <c:idx val="0"/>
          <c:order val="0"/>
          <c:tx>
            <c:strRef>
              <c:f>'[图表 在 总裁新员工培训(0721)  (兼容模式)]Sheet1'!$B$1</c:f>
              <c:strCache>
                <c:ptCount val="1"/>
                <c:pt idx="0">
                  <c:v>系列 1</c:v>
                </c:pt>
              </c:strCache>
            </c:strRef>
          </c:tx>
          <c:spPr>
            <a:solidFill>
              <a:srgbClr val="00BEE6"/>
            </a:solidFill>
            <a:ln>
              <a:noFill/>
            </a:ln>
            <a:effectLst/>
          </c:spPr>
          <c:invertIfNegative val="0"/>
          <c:dPt>
            <c:idx val="16"/>
            <c:invertIfNegative val="0"/>
            <c:bubble3D val="0"/>
            <c:spPr>
              <a:solidFill>
                <a:srgbClr val="005096"/>
              </a:solidFill>
              <a:ln>
                <a:noFill/>
              </a:ln>
              <a:effectLst/>
            </c:spPr>
            <c:extLst>
              <c:ext xmlns:c16="http://schemas.microsoft.com/office/drawing/2014/chart" uri="{C3380CC4-5D6E-409C-BE32-E72D297353CC}">
                <c16:uniqueId val="{00000001-FFDD-4DAE-9644-84C513D5E809}"/>
              </c:ext>
            </c:extLst>
          </c:dPt>
          <c:dLbls>
            <c:dLbl>
              <c:idx val="16"/>
              <c:layout>
                <c:manualLayout>
                  <c:x val="1.1102571716910698E-16"/>
                  <c:y val="-3.8706737791567289E-2"/>
                </c:manualLayout>
              </c:layout>
              <c:tx>
                <c:rich>
                  <a:bodyPr/>
                  <a:lstStyle/>
                  <a:p>
                    <a:r>
                      <a:rPr lang="en-US" altLang="zh-CN" smtClean="0"/>
                      <a:t>654</a:t>
                    </a:r>
                    <a:endParaRPr lang="en-US" altLang="zh-CN"/>
                  </a:p>
                </c:rich>
              </c:tx>
              <c:showLegendKey val="0"/>
              <c:showVal val="1"/>
              <c:showCatName val="0"/>
              <c:showSerName val="0"/>
              <c:showPercent val="0"/>
              <c:showBubbleSize val="0"/>
              <c:extLst>
                <c:ext xmlns:c15="http://schemas.microsoft.com/office/drawing/2012/chart" uri="{CE6537A1-D6FC-4f65-9D91-7224C49458BB}">
                  <c15:layout/>
                </c:ext>
                <c:ext xmlns:c16="http://schemas.microsoft.com/office/drawing/2014/chart" uri="{C3380CC4-5D6E-409C-BE32-E72D297353CC}">
                  <c16:uniqueId val="{00000001-FFDD-4DAE-9644-84C513D5E809}"/>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'[图表 在 总裁新员工培训(0721)  (兼容模式)]Sheet1'!$A$2:$A$18</c:f>
              <c:strCache>
                <c:ptCount val="17"/>
                <c:pt idx="0">
                  <c:v>2001</c:v>
                </c:pt>
                <c:pt idx="1">
                  <c:v>2002</c:v>
                </c:pt>
                <c:pt idx="2">
                  <c:v>2003</c:v>
                </c:pt>
                <c:pt idx="3">
                  <c:v>2004</c:v>
                </c:pt>
                <c:pt idx="4">
                  <c:v>2005</c:v>
                </c:pt>
                <c:pt idx="5">
                  <c:v>2006</c:v>
                </c:pt>
                <c:pt idx="6">
                  <c:v>2007</c:v>
                </c:pt>
                <c:pt idx="7">
                  <c:v>2008</c:v>
                </c:pt>
                <c:pt idx="8">
                  <c:v>2009</c:v>
                </c:pt>
                <c:pt idx="9">
                  <c:v>2010</c:v>
                </c:pt>
                <c:pt idx="10">
                  <c:v>2011</c:v>
                </c:pt>
                <c:pt idx="11">
                  <c:v>2012</c:v>
                </c:pt>
                <c:pt idx="12">
                  <c:v>2013</c:v>
                </c:pt>
                <c:pt idx="13">
                  <c:v>2014</c:v>
                </c:pt>
                <c:pt idx="14">
                  <c:v>2015</c:v>
                </c:pt>
                <c:pt idx="15">
                  <c:v>2016</c:v>
                </c:pt>
                <c:pt idx="16">
                  <c:v>2017Q2</c:v>
                </c:pt>
              </c:strCache>
            </c:strRef>
          </c:cat>
          <c:val>
            <c:numRef>
              <c:f>'[图表 在 总裁新员工培训(0721)  (兼容模式)]Sheet1'!$B$2:$B$18</c:f>
              <c:numCache>
                <c:formatCode>General</c:formatCode>
                <c:ptCount val="17"/>
                <c:pt idx="0">
                  <c:v>41</c:v>
                </c:pt>
                <c:pt idx="1">
                  <c:v>62</c:v>
                </c:pt>
                <c:pt idx="2">
                  <c:v>70</c:v>
                </c:pt>
                <c:pt idx="3">
                  <c:v>100</c:v>
                </c:pt>
                <c:pt idx="4">
                  <c:v>123</c:v>
                </c:pt>
                <c:pt idx="5">
                  <c:v>159</c:v>
                </c:pt>
                <c:pt idx="6">
                  <c:v>203</c:v>
                </c:pt>
                <c:pt idx="7">
                  <c:v>226</c:v>
                </c:pt>
                <c:pt idx="8">
                  <c:v>253</c:v>
                </c:pt>
                <c:pt idx="9">
                  <c:v>309</c:v>
                </c:pt>
                <c:pt idx="10">
                  <c:v>342</c:v>
                </c:pt>
                <c:pt idx="11">
                  <c:v>383</c:v>
                </c:pt>
                <c:pt idx="12">
                  <c:v>415</c:v>
                </c:pt>
                <c:pt idx="13">
                  <c:v>467</c:v>
                </c:pt>
                <c:pt idx="14">
                  <c:v>539</c:v>
                </c:pt>
                <c:pt idx="15">
                  <c:v>601</c:v>
                </c:pt>
                <c:pt idx="16">
                  <c:v>612</c:v>
                </c:pt>
              </c:numCache>
            </c:numRef>
          </c:val>
          <c:extLst>
            <c:ext xmlns:c16="http://schemas.microsoft.com/office/drawing/2014/chart" uri="{C3380CC4-5D6E-409C-BE32-E72D297353CC}">
              <c16:uniqueId val="{00000002-FFDD-4DAE-9644-84C513D5E809}"/>
            </c:ext>
          </c:extLst>
        </c:ser>
        <c:dLbls>
          <c:showLegendKey val="0"/>
          <c:showVal val="0"/>
          <c:showCatName val="0"/>
          <c:showSerName val="0"/>
          <c:showPercent val="0"/>
          <c:showBubbleSize val="0"/>
        </c:dLbls>
        <c:gapWidth val="219"/>
        <c:overlap val="-27"/>
        <c:axId val="204397496"/>
        <c:axId val="204397888"/>
      </c:barChart>
      <c:catAx>
        <c:axId val="2043974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zh-CN" altLang="en-US"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CN"/>
          </a:p>
        </c:txPr>
        <c:crossAx val="204397888"/>
        <c:crosses val="autoZero"/>
        <c:auto val="1"/>
        <c:lblAlgn val="ctr"/>
        <c:lblOffset val="100"/>
        <c:noMultiLvlLbl val="0"/>
      </c:catAx>
      <c:valAx>
        <c:axId val="2043978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CN"/>
          </a:p>
        </c:txPr>
        <c:crossAx val="20439749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18"/>
    </mc:Choice>
    <mc:Fallback>
      <c:style val="18"/>
    </mc:Fallback>
  </mc:AlternateContent>
  <c:chart>
    <c:autoTitleDeleted val="1"/>
    <c:plotArea>
      <c:layout/>
      <c:pieChart>
        <c:varyColors val="1"/>
        <c:ser>
          <c:idx val="0"/>
          <c:order val="0"/>
          <c:tx>
            <c:strRef>
              <c:f>Sheet1!$B$1</c:f>
              <c:strCache>
                <c:ptCount val="1"/>
                <c:pt idx="0">
                  <c:v>Column2</c:v>
                </c:pt>
              </c:strCache>
            </c:strRef>
          </c:tx>
          <c:spPr>
            <a:effectLst/>
          </c:spPr>
          <c:dPt>
            <c:idx val="0"/>
            <c:bubble3D val="0"/>
            <c:spPr>
              <a:solidFill>
                <a:srgbClr val="005096"/>
              </a:solidFill>
              <a:effectLst/>
            </c:spPr>
            <c:extLst>
              <c:ext xmlns:c16="http://schemas.microsoft.com/office/drawing/2014/chart" uri="{C3380CC4-5D6E-409C-BE32-E72D297353CC}">
                <c16:uniqueId val="{00000001-58B6-4348-9974-188C6077CE74}"/>
              </c:ext>
            </c:extLst>
          </c:dPt>
          <c:dPt>
            <c:idx val="1"/>
            <c:bubble3D val="0"/>
            <c:spPr>
              <a:solidFill>
                <a:srgbClr val="00BEE6"/>
              </a:solidFill>
              <a:effectLst/>
            </c:spPr>
            <c:extLst>
              <c:ext xmlns:c16="http://schemas.microsoft.com/office/drawing/2014/chart" uri="{C3380CC4-5D6E-409C-BE32-E72D297353CC}">
                <c16:uniqueId val="{00000003-58B6-4348-9974-188C6077CE74}"/>
              </c:ext>
            </c:extLst>
          </c:dPt>
          <c:dPt>
            <c:idx val="3"/>
            <c:bubble3D val="0"/>
            <c:spPr>
              <a:solidFill>
                <a:schemeClr val="tx2"/>
              </a:solidFill>
              <a:effectLst/>
            </c:spPr>
            <c:extLst>
              <c:ext xmlns:c16="http://schemas.microsoft.com/office/drawing/2014/chart" uri="{C3380CC4-5D6E-409C-BE32-E72D297353CC}">
                <c16:uniqueId val="{00000005-58B6-4348-9974-188C6077CE74}"/>
              </c:ext>
            </c:extLst>
          </c:dPt>
          <c:dPt>
            <c:idx val="4"/>
            <c:bubble3D val="0"/>
            <c:spPr>
              <a:solidFill>
                <a:srgbClr val="969696"/>
              </a:solidFill>
              <a:effectLst/>
            </c:spPr>
            <c:extLst>
              <c:ext xmlns:c16="http://schemas.microsoft.com/office/drawing/2014/chart" uri="{C3380CC4-5D6E-409C-BE32-E72D297353CC}">
                <c16:uniqueId val="{00000007-58B6-4348-9974-188C6077CE74}"/>
              </c:ext>
            </c:extLst>
          </c:dPt>
          <c:dPt>
            <c:idx val="5"/>
            <c:bubble3D val="0"/>
            <c:spPr>
              <a:solidFill>
                <a:srgbClr val="505050"/>
              </a:solidFill>
              <a:effectLst/>
            </c:spPr>
            <c:extLst>
              <c:ext xmlns:c16="http://schemas.microsoft.com/office/drawing/2014/chart" uri="{C3380CC4-5D6E-409C-BE32-E72D297353CC}">
                <c16:uniqueId val="{00000009-58B6-4348-9974-188C6077CE74}"/>
              </c:ext>
            </c:extLst>
          </c:dPt>
          <c:dPt>
            <c:idx val="6"/>
            <c:bubble3D val="0"/>
            <c:spPr>
              <a:solidFill>
                <a:srgbClr val="B3EBFF"/>
              </a:solidFill>
              <a:effectLst/>
            </c:spPr>
            <c:extLst>
              <c:ext xmlns:c16="http://schemas.microsoft.com/office/drawing/2014/chart" uri="{C3380CC4-5D6E-409C-BE32-E72D297353CC}">
                <c16:uniqueId val="{0000000B-58B6-4348-9974-188C6077CE74}"/>
              </c:ext>
            </c:extLst>
          </c:dPt>
          <c:dLbls>
            <c:dLbl>
              <c:idx val="2"/>
              <c:spPr/>
              <c:txPr>
                <a:bodyPr anchorCtr="0"/>
                <a:lstStyle/>
                <a:p>
                  <a:pPr algn="ctr">
                    <a:defRPr lang="zh-CN" altLang="en-US" sz="800" b="0" i="0" u="none" strike="noStrike" kern="1200" baseline="0">
                      <a:solidFill>
                        <a:schemeClr val="bg1"/>
                      </a:solidFill>
                      <a:latin typeface="Arial"/>
                      <a:ea typeface="Arial"/>
                      <a:cs typeface="Arial"/>
                    </a:defRPr>
                  </a:pPr>
                  <a:endParaRPr lang="zh-CN"/>
                </a:p>
              </c:txPr>
              <c:showLegendKey val="0"/>
              <c:showVal val="0"/>
              <c:showCatName val="0"/>
              <c:showSerName val="0"/>
              <c:showPercent val="1"/>
              <c:showBubbleSize val="0"/>
              <c:extLst>
                <c:ext xmlns:c16="http://schemas.microsoft.com/office/drawing/2014/chart" uri="{C3380CC4-5D6E-409C-BE32-E72D297353CC}">
                  <c16:uniqueId val="{0000000C-58B6-4348-9974-188C6077CE74}"/>
                </c:ext>
              </c:extLst>
            </c:dLbl>
            <c:dLbl>
              <c:idx val="6"/>
              <c:spPr/>
              <c:txPr>
                <a:bodyPr anchorCtr="0"/>
                <a:lstStyle/>
                <a:p>
                  <a:pPr algn="ctr">
                    <a:defRPr lang="zh-CN" altLang="en-US" sz="800" b="0" i="0" u="none" strike="noStrike" kern="1200" baseline="0">
                      <a:solidFill>
                        <a:schemeClr val="bg1"/>
                      </a:solidFill>
                      <a:latin typeface="Arial"/>
                      <a:ea typeface="Arial"/>
                      <a:cs typeface="Arial"/>
                    </a:defRPr>
                  </a:pPr>
                  <a:endParaRPr lang="zh-CN"/>
                </a:p>
              </c:txPr>
              <c:showLegendKey val="0"/>
              <c:showVal val="0"/>
              <c:showCatName val="0"/>
              <c:showSerName val="0"/>
              <c:showPercent val="1"/>
              <c:showBubbleSize val="0"/>
              <c:extLst>
                <c:ext xmlns:c16="http://schemas.microsoft.com/office/drawing/2014/chart" uri="{C3380CC4-5D6E-409C-BE32-E72D297353CC}">
                  <c16:uniqueId val="{0000000B-58B6-4348-9974-188C6077CE74}"/>
                </c:ext>
              </c:extLst>
            </c:dLbl>
            <c:spPr>
              <a:noFill/>
              <a:ln>
                <a:noFill/>
              </a:ln>
              <a:effectLst/>
            </c:spPr>
            <c:txPr>
              <a:bodyPr anchorCtr="0"/>
              <a:lstStyle/>
              <a:p>
                <a:pPr algn="ctr">
                  <a:defRPr lang="zh-CN" altLang="en-US" sz="800" b="0" i="0" u="none" strike="noStrike" kern="1200" baseline="0">
                    <a:solidFill>
                      <a:schemeClr val="bg1"/>
                    </a:solidFill>
                    <a:latin typeface="Arial"/>
                    <a:ea typeface="Arial"/>
                    <a:cs typeface="Arial"/>
                  </a:defRPr>
                </a:pPr>
                <a:endParaRPr lang="zh-CN"/>
              </a:p>
            </c:txPr>
            <c:showLegendKey val="0"/>
            <c:showVal val="0"/>
            <c:showCatName val="0"/>
            <c:showSerName val="0"/>
            <c:showPercent val="1"/>
            <c:showBubbleSize val="0"/>
            <c:showLeaderLines val="1"/>
            <c:extLst>
              <c:ext xmlns:c15="http://schemas.microsoft.com/office/drawing/2012/chart" uri="{CE6537A1-D6FC-4f65-9D91-7224C49458BB}"/>
            </c:extLst>
          </c:dLbls>
          <c:cat>
            <c:strRef>
              <c:f>Sheet1!$A$2:$A$8</c:f>
              <c:strCache>
                <c:ptCount val="7"/>
                <c:pt idx="0">
                  <c:v>禾翝䪾昼敮比</c:v>
                </c:pt>
                <c:pt idx="1">
                  <c:v>外者常县飞布</c:v>
                </c:pt>
                <c:pt idx="2">
                  <c:v>者例派对量队参少 </c:v>
                </c:pt>
                <c:pt idx="3">
                  <c:v>构内专及心就些</c:v>
                </c:pt>
                <c:pt idx="4">
                  <c:v>战此劳上位都量</c:v>
                </c:pt>
                <c:pt idx="5">
                  <c:v>打不豆花取吴敌</c:v>
                </c:pt>
                <c:pt idx="6">
                  <c:v>任使况委南话后</c:v>
                </c:pt>
              </c:strCache>
            </c:strRef>
          </c:cat>
          <c:val>
            <c:numRef>
              <c:f>Sheet1!$B$2:$B$8</c:f>
              <c:numCache>
                <c:formatCode>General</c:formatCode>
                <c:ptCount val="7"/>
                <c:pt idx="0">
                  <c:v>8.1999999999999993</c:v>
                </c:pt>
                <c:pt idx="1">
                  <c:v>3.2</c:v>
                </c:pt>
                <c:pt idx="2">
                  <c:v>1.4</c:v>
                </c:pt>
                <c:pt idx="3">
                  <c:v>1.2</c:v>
                </c:pt>
                <c:pt idx="4">
                  <c:v>2</c:v>
                </c:pt>
                <c:pt idx="5">
                  <c:v>2.5</c:v>
                </c:pt>
                <c:pt idx="6">
                  <c:v>1</c:v>
                </c:pt>
              </c:numCache>
            </c:numRef>
          </c:val>
          <c:extLst>
            <c:ext xmlns:c16="http://schemas.microsoft.com/office/drawing/2014/chart" uri="{C3380CC4-5D6E-409C-BE32-E72D297353CC}">
              <c16:uniqueId val="{0000000D-58B6-4348-9974-188C6077CE74}"/>
            </c:ext>
          </c:extLst>
        </c:ser>
        <c:dLbls>
          <c:showLegendKey val="0"/>
          <c:showVal val="0"/>
          <c:showCatName val="0"/>
          <c:showSerName val="0"/>
          <c:showPercent val="1"/>
          <c:showBubbleSize val="0"/>
          <c:showLeaderLines val="1"/>
        </c:dLbls>
        <c:firstSliceAng val="0"/>
      </c:pieChart>
    </c:plotArea>
    <c:legend>
      <c:legendPos val="tr"/>
      <c:overlay val="0"/>
      <c:txPr>
        <a:bodyPr/>
        <a:lstStyle/>
        <a:p>
          <a:pPr>
            <a:defRPr sz="800" baseline="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legend>
    <c:plotVisOnly val="1"/>
    <c:dispBlanksAs val="gap"/>
    <c:showDLblsOverMax val="0"/>
  </c:chart>
  <c:txPr>
    <a:bodyPr/>
    <a:lstStyle/>
    <a:p>
      <a:pPr>
        <a:defRPr sz="800">
          <a:latin typeface="华文细黑"/>
          <a:ea typeface="华文细黑"/>
        </a:defRPr>
      </a:pPr>
      <a:endParaRPr lang="zh-CN"/>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a:noFill/>
            </a:ln>
          </c:spPr>
          <c:dPt>
            <c:idx val="0"/>
            <c:bubble3D val="0"/>
            <c:spPr>
              <a:solidFill>
                <a:srgbClr val="005096"/>
              </a:solidFill>
              <a:ln w="19050">
                <a:noFill/>
              </a:ln>
              <a:effectLst/>
            </c:spPr>
            <c:extLst>
              <c:ext xmlns:c16="http://schemas.microsoft.com/office/drawing/2014/chart" uri="{C3380CC4-5D6E-409C-BE32-E72D297353CC}">
                <c16:uniqueId val="{00000001-6E4C-4734-9BB9-5C77482585D7}"/>
              </c:ext>
            </c:extLst>
          </c:dPt>
          <c:dPt>
            <c:idx val="1"/>
            <c:bubble3D val="0"/>
            <c:spPr>
              <a:solidFill>
                <a:srgbClr val="00BEE6"/>
              </a:solidFill>
              <a:ln w="19050">
                <a:noFill/>
              </a:ln>
              <a:effectLst/>
            </c:spPr>
            <c:extLst>
              <c:ext xmlns:c16="http://schemas.microsoft.com/office/drawing/2014/chart" uri="{C3380CC4-5D6E-409C-BE32-E72D297353CC}">
                <c16:uniqueId val="{00000003-6E4C-4734-9BB9-5C77482585D7}"/>
              </c:ext>
            </c:extLst>
          </c:dPt>
          <c:dPt>
            <c:idx val="2"/>
            <c:bubble3D val="0"/>
            <c:spPr>
              <a:solidFill>
                <a:srgbClr val="969696"/>
              </a:solidFill>
              <a:ln w="19050">
                <a:noFill/>
              </a:ln>
              <a:effectLst/>
            </c:spPr>
            <c:extLst>
              <c:ext xmlns:c16="http://schemas.microsoft.com/office/drawing/2014/chart" uri="{C3380CC4-5D6E-409C-BE32-E72D297353CC}">
                <c16:uniqueId val="{00000005-6E4C-4734-9BB9-5C77482585D7}"/>
              </c:ext>
            </c:extLst>
          </c:dPt>
          <c:dPt>
            <c:idx val="3"/>
            <c:bubble3D val="0"/>
            <c:spPr>
              <a:solidFill>
                <a:srgbClr val="3C3C3C"/>
              </a:solidFill>
              <a:ln w="19050">
                <a:noFill/>
              </a:ln>
              <a:effectLst/>
            </c:spPr>
            <c:extLst>
              <c:ext xmlns:c16="http://schemas.microsoft.com/office/drawing/2014/chart" uri="{C3380CC4-5D6E-409C-BE32-E72D297353CC}">
                <c16:uniqueId val="{00000007-6E4C-4734-9BB9-5C77482585D7}"/>
              </c:ext>
            </c:extLst>
          </c:dPt>
          <c:dLbls>
            <c:spPr>
              <a:noFill/>
              <a:ln>
                <a:noFill/>
              </a:ln>
              <a:effectLst/>
            </c:spPr>
            <c:txPr>
              <a:bodyPr rot="0" spcFirstLastPara="1" vertOverflow="ellipsis" vert="horz" wrap="square" lIns="38100" tIns="19050" rIns="38100" bIns="19050" anchor="ctr" anchorCtr="0">
                <a:spAutoFit/>
              </a:bodyPr>
              <a:lstStyle/>
              <a:p>
                <a:pPr algn="ctr">
                  <a:defRPr lang="zh-CN" altLang="en-US" sz="800" b="0" i="0" u="none" strike="noStrike" kern="1200" baseline="0">
                    <a:solidFill>
                      <a:schemeClr val="bg1"/>
                    </a:solidFill>
                    <a:latin typeface="Arial"/>
                    <a:ea typeface="Arial"/>
                    <a:cs typeface="Arial"/>
                  </a:defRPr>
                </a:pPr>
                <a:endParaRPr lang="zh-CN"/>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E4C-4734-9BB9-5C77482585D7}"/>
            </c:ext>
          </c:extLst>
        </c:ser>
        <c:dLbls>
          <c:showLegendKey val="0"/>
          <c:showVal val="0"/>
          <c:showCatName val="0"/>
          <c:showSerName val="0"/>
          <c:showPercent val="0"/>
          <c:showBubbleSize val="0"/>
          <c:showLeaderLines val="1"/>
        </c:dLbls>
        <c:firstSliceAng val="0"/>
        <c:holeSize val="75"/>
      </c:doughnutChart>
      <c:spPr>
        <a:noFill/>
        <a:ln>
          <a:noFill/>
        </a:ln>
        <a:effectLst/>
      </c:spPr>
    </c:plotArea>
    <c:legend>
      <c:legendPos val="r"/>
      <c:layout>
        <c:manualLayout>
          <c:xMode val="edge"/>
          <c:yMode val="edge"/>
          <c:x val="0.69663027579020842"/>
          <c:y val="5.5745191354519864E-2"/>
          <c:w val="0.17519472130165653"/>
          <c:h val="0.27084037783124038"/>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Sheet1!$A$2</c:f>
              <c:strCache>
                <c:ptCount val="1"/>
                <c:pt idx="0">
                  <c:v>1</c:v>
                </c:pt>
              </c:strCache>
            </c:strRef>
          </c:tx>
          <c:spPr>
            <a:solidFill>
              <a:srgbClr val="005096"/>
            </a:solidFill>
            <a:ln>
              <a:noFill/>
            </a:ln>
          </c:spPr>
          <c:invertIfNegative val="0"/>
          <c:dPt>
            <c:idx val="0"/>
            <c:invertIfNegative val="0"/>
            <c:bubble3D val="0"/>
            <c:extLst>
              <c:ext xmlns:c16="http://schemas.microsoft.com/office/drawing/2014/chart" uri="{C3380CC4-5D6E-409C-BE32-E72D297353CC}">
                <c16:uniqueId val="{00000000-B026-4FA8-A46C-389392982C57}"/>
              </c:ext>
            </c:extLst>
          </c:dPt>
          <c:dPt>
            <c:idx val="1"/>
            <c:invertIfNegative val="0"/>
            <c:bubble3D val="0"/>
            <c:spPr>
              <a:solidFill>
                <a:srgbClr val="3C3C3C"/>
              </a:solidFill>
              <a:ln>
                <a:noFill/>
              </a:ln>
            </c:spPr>
            <c:extLst>
              <c:ext xmlns:c16="http://schemas.microsoft.com/office/drawing/2014/chart" uri="{C3380CC4-5D6E-409C-BE32-E72D297353CC}">
                <c16:uniqueId val="{00000002-B026-4FA8-A46C-389392982C57}"/>
              </c:ext>
            </c:extLst>
          </c:dPt>
          <c:dPt>
            <c:idx val="2"/>
            <c:invertIfNegative val="0"/>
            <c:bubble3D val="0"/>
            <c:spPr>
              <a:solidFill>
                <a:srgbClr val="00BEE6"/>
              </a:solidFill>
              <a:ln>
                <a:noFill/>
              </a:ln>
            </c:spPr>
            <c:extLst>
              <c:ext xmlns:c16="http://schemas.microsoft.com/office/drawing/2014/chart" uri="{C3380CC4-5D6E-409C-BE32-E72D297353CC}">
                <c16:uniqueId val="{00000004-B026-4FA8-A46C-389392982C57}"/>
              </c:ext>
            </c:extLst>
          </c:dPt>
          <c:dPt>
            <c:idx val="3"/>
            <c:invertIfNegative val="0"/>
            <c:bubble3D val="0"/>
            <c:spPr>
              <a:solidFill>
                <a:srgbClr val="969696"/>
              </a:solidFill>
              <a:ln>
                <a:noFill/>
              </a:ln>
            </c:spPr>
            <c:extLst>
              <c:ext xmlns:c16="http://schemas.microsoft.com/office/drawing/2014/chart" uri="{C3380CC4-5D6E-409C-BE32-E72D297353CC}">
                <c16:uniqueId val="{00000006-B026-4FA8-A46C-389392982C57}"/>
              </c:ext>
            </c:extLst>
          </c:dPt>
          <c:dPt>
            <c:idx val="4"/>
            <c:invertIfNegative val="0"/>
            <c:bubble3D val="0"/>
            <c:spPr>
              <a:solidFill>
                <a:schemeClr val="tx2"/>
              </a:solidFill>
              <a:ln>
                <a:noFill/>
              </a:ln>
            </c:spPr>
            <c:extLst>
              <c:ext xmlns:c16="http://schemas.microsoft.com/office/drawing/2014/chart" uri="{C3380CC4-5D6E-409C-BE32-E72D297353CC}">
                <c16:uniqueId val="{00000008-B026-4FA8-A46C-389392982C57}"/>
              </c:ext>
            </c:extLst>
          </c:dPt>
          <c:dPt>
            <c:idx val="5"/>
            <c:invertIfNegative val="0"/>
            <c:bubble3D val="0"/>
            <c:spPr>
              <a:solidFill>
                <a:srgbClr val="B3EBFF"/>
              </a:solidFill>
              <a:ln>
                <a:noFill/>
              </a:ln>
            </c:spPr>
            <c:extLst>
              <c:ext xmlns:c16="http://schemas.microsoft.com/office/drawing/2014/chart" uri="{C3380CC4-5D6E-409C-BE32-E72D297353CC}">
                <c16:uniqueId val="{0000000A-B026-4FA8-A46C-389392982C57}"/>
              </c:ext>
            </c:extLst>
          </c:dPt>
          <c:cat>
            <c:strRef>
              <c:f>Sheet1!$B$1:$G$1</c:f>
              <c:strCache>
                <c:ptCount val="6"/>
                <c:pt idx="0">
                  <c:v>者例派对量队参少 </c:v>
                </c:pt>
                <c:pt idx="1">
                  <c:v>放孤消活热</c:v>
                </c:pt>
                <c:pt idx="2">
                  <c:v>战此劳上</c:v>
                </c:pt>
                <c:pt idx="3">
                  <c:v>打不豆花取吴</c:v>
                </c:pt>
                <c:pt idx="4">
                  <c:v>况委南话后</c:v>
                </c:pt>
                <c:pt idx="5">
                  <c:v>上位都</c:v>
                </c:pt>
              </c:strCache>
            </c:strRef>
          </c:cat>
          <c:val>
            <c:numRef>
              <c:f>Sheet1!$B$2:$G$2</c:f>
              <c:numCache>
                <c:formatCode>General</c:formatCode>
                <c:ptCount val="6"/>
                <c:pt idx="0">
                  <c:v>110</c:v>
                </c:pt>
                <c:pt idx="1">
                  <c:v>80</c:v>
                </c:pt>
                <c:pt idx="2">
                  <c:v>60</c:v>
                </c:pt>
                <c:pt idx="3">
                  <c:v>100</c:v>
                </c:pt>
                <c:pt idx="4">
                  <c:v>120</c:v>
                </c:pt>
                <c:pt idx="5">
                  <c:v>85</c:v>
                </c:pt>
              </c:numCache>
            </c:numRef>
          </c:val>
          <c:extLst>
            <c:ext xmlns:c16="http://schemas.microsoft.com/office/drawing/2014/chart" uri="{C3380CC4-5D6E-409C-BE32-E72D297353CC}">
              <c16:uniqueId val="{0000000B-B026-4FA8-A46C-389392982C57}"/>
            </c:ext>
          </c:extLst>
        </c:ser>
        <c:dLbls>
          <c:showLegendKey val="0"/>
          <c:showVal val="0"/>
          <c:showCatName val="0"/>
          <c:showSerName val="0"/>
          <c:showPercent val="0"/>
          <c:showBubbleSize val="0"/>
        </c:dLbls>
        <c:gapWidth val="60"/>
        <c:axId val="215408064"/>
        <c:axId val="215408456"/>
      </c:barChart>
      <c:catAx>
        <c:axId val="215408064"/>
        <c:scaling>
          <c:orientation val="minMax"/>
        </c:scaling>
        <c:delete val="0"/>
        <c:axPos val="b"/>
        <c:numFmt formatCode="General" sourceLinked="1"/>
        <c:majorTickMark val="out"/>
        <c:minorTickMark val="none"/>
        <c:tickLblPos val="none"/>
        <c:spPr>
          <a:ln w="2218">
            <a:solidFill>
              <a:srgbClr val="505050"/>
            </a:solidFill>
            <a:prstDash val="solid"/>
          </a:ln>
        </c:spPr>
        <c:crossAx val="215408456"/>
        <c:crosses val="autoZero"/>
        <c:auto val="1"/>
        <c:lblAlgn val="ctr"/>
        <c:lblOffset val="100"/>
        <c:tickLblSkip val="1"/>
        <c:tickMarkSkip val="1"/>
        <c:noMultiLvlLbl val="0"/>
      </c:catAx>
      <c:valAx>
        <c:axId val="215408456"/>
        <c:scaling>
          <c:orientation val="minMax"/>
          <c:max val="140"/>
        </c:scaling>
        <c:delete val="0"/>
        <c:axPos val="l"/>
        <c:majorGridlines>
          <c:spPr>
            <a:ln w="6350">
              <a:solidFill>
                <a:srgbClr val="CCCCCC"/>
              </a:solidFill>
            </a:ln>
          </c:spPr>
        </c:majorGridlines>
        <c:numFmt formatCode="General" sourceLinked="0"/>
        <c:majorTickMark val="out"/>
        <c:minorTickMark val="none"/>
        <c:tickLblPos val="nextTo"/>
        <c:spPr>
          <a:ln w="3810">
            <a:noFill/>
            <a:prstDash val="solid"/>
          </a:ln>
        </c:spPr>
        <c:txPr>
          <a:bodyPr rot="0" vert="horz"/>
          <a:lstStyle/>
          <a:p>
            <a:pPr>
              <a:defRPr sz="800" b="0">
                <a:solidFill>
                  <a:schemeClr val="tx1"/>
                </a:solidFill>
              </a:defRPr>
            </a:pPr>
            <a:endParaRPr lang="zh-CN"/>
          </a:p>
        </c:txPr>
        <c:crossAx val="215408064"/>
        <c:crosses val="autoZero"/>
        <c:crossBetween val="between"/>
      </c:valAx>
      <c:spPr>
        <a:ln w="6350"/>
      </c:spPr>
    </c:plotArea>
    <c:legend>
      <c:legendPos val="r"/>
      <c:layout>
        <c:manualLayout>
          <c:xMode val="edge"/>
          <c:yMode val="edge"/>
          <c:x val="0.72678514444689868"/>
          <c:y val="0"/>
          <c:w val="0.25402293610677557"/>
          <c:h val="0.46835389337230099"/>
        </c:manualLayout>
      </c:layout>
      <c:overlay val="0"/>
      <c:txPr>
        <a:bodyPr/>
        <a:lstStyle/>
        <a:p>
          <a:pPr>
            <a:defRPr sz="800" b="0">
              <a:solidFill>
                <a:srgbClr val="505050"/>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legend>
    <c:plotVisOnly val="1"/>
    <c:dispBlanksAs val="gap"/>
    <c:showDLblsOverMax val="0"/>
  </c:chart>
  <c:spPr>
    <a:noFill/>
    <a:ln>
      <a:noFill/>
    </a:ln>
  </c:spPr>
  <c:txPr>
    <a:bodyPr/>
    <a:lstStyle/>
    <a:p>
      <a:pPr>
        <a:defRPr sz="600" b="1" i="0" u="none" strike="noStrike" baseline="0">
          <a:solidFill>
            <a:srgbClr val="000000"/>
          </a:solidFill>
          <a:latin typeface="Arial"/>
          <a:ea typeface="Arial"/>
          <a:cs typeface="Arial"/>
        </a:defRPr>
      </a:pPr>
      <a:endParaRPr lang="zh-CN"/>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layout>
        <c:manualLayout>
          <c:xMode val="edge"/>
          <c:yMode val="edge"/>
          <c:x val="0.43389670024931831"/>
          <c:y val="5.2449844835875691E-2"/>
        </c:manualLayout>
      </c:layout>
      <c:overlay val="0"/>
      <c:spPr>
        <a:noFill/>
        <a:ln>
          <a:noFill/>
        </a:ln>
        <a:effectLst/>
      </c:spPr>
      <c:txPr>
        <a:bodyPr rot="0" spcFirstLastPara="1" vertOverflow="ellipsis" vert="horz" wrap="square" anchor="ctr" anchorCtr="1"/>
        <a:lstStyle/>
        <a:p>
          <a:pPr algn="l">
            <a:defRPr sz="1000" b="0" i="0" u="none" strike="noStrike" kern="1200" spc="0" baseline="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title>
    <c:autoTitleDeleted val="0"/>
    <c:plotArea>
      <c:layout/>
      <c:barChart>
        <c:barDir val="bar"/>
        <c:grouping val="clustered"/>
        <c:varyColors val="0"/>
        <c:ser>
          <c:idx val="0"/>
          <c:order val="0"/>
          <c:tx>
            <c:strRef>
              <c:f>Sheet1!$B$1</c:f>
              <c:strCache>
                <c:ptCount val="1"/>
                <c:pt idx="0">
                  <c:v>系列 1</c:v>
                </c:pt>
              </c:strCache>
            </c:strRef>
          </c:tx>
          <c:spPr>
            <a:solidFill>
              <a:srgbClr val="CCCCCC"/>
            </a:solidFill>
            <a:ln>
              <a:noFill/>
            </a:ln>
            <a:effectLst/>
          </c:spPr>
          <c:invertIfNegative val="0"/>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C63F-4E2C-B62D-72438BD9FA9D}"/>
            </c:ext>
          </c:extLst>
        </c:ser>
        <c:ser>
          <c:idx val="1"/>
          <c:order val="1"/>
          <c:tx>
            <c:strRef>
              <c:f>Sheet1!$C$1</c:f>
              <c:strCache>
                <c:ptCount val="1"/>
                <c:pt idx="0">
                  <c:v>系列 2</c:v>
                </c:pt>
              </c:strCache>
            </c:strRef>
          </c:tx>
          <c:spPr>
            <a:solidFill>
              <a:srgbClr val="00BEE6"/>
            </a:solidFill>
            <a:ln>
              <a:noFill/>
            </a:ln>
            <a:effectLst/>
          </c:spPr>
          <c:invertIfNegative val="0"/>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C63F-4E2C-B62D-72438BD9FA9D}"/>
            </c:ext>
          </c:extLst>
        </c:ser>
        <c:ser>
          <c:idx val="2"/>
          <c:order val="2"/>
          <c:tx>
            <c:strRef>
              <c:f>Sheet1!$D$1</c:f>
              <c:strCache>
                <c:ptCount val="1"/>
                <c:pt idx="0">
                  <c:v>系列 3</c:v>
                </c:pt>
              </c:strCache>
            </c:strRef>
          </c:tx>
          <c:spPr>
            <a:solidFill>
              <a:srgbClr val="606060"/>
            </a:solidFill>
            <a:ln>
              <a:noFill/>
            </a:ln>
            <a:effectLst/>
          </c:spPr>
          <c:invertIfNegative val="0"/>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C63F-4E2C-B62D-72438BD9FA9D}"/>
            </c:ext>
          </c:extLst>
        </c:ser>
        <c:dLbls>
          <c:showLegendKey val="0"/>
          <c:showVal val="0"/>
          <c:showCatName val="0"/>
          <c:showSerName val="0"/>
          <c:showPercent val="0"/>
          <c:showBubbleSize val="0"/>
        </c:dLbls>
        <c:gapWidth val="182"/>
        <c:axId val="218511656"/>
        <c:axId val="218512048"/>
      </c:barChart>
      <c:catAx>
        <c:axId val="218511656"/>
        <c:scaling>
          <c:orientation val="minMax"/>
        </c:scaling>
        <c:delete val="0"/>
        <c:axPos val="l"/>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800" b="0" i="0" u="none" strike="noStrike" kern="1200" baseline="0">
                <a:solidFill>
                  <a:schemeClr val="tx1"/>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crossAx val="218512048"/>
        <c:crosses val="autoZero"/>
        <c:auto val="1"/>
        <c:lblAlgn val="ctr"/>
        <c:lblOffset val="100"/>
        <c:noMultiLvlLbl val="0"/>
      </c:catAx>
      <c:valAx>
        <c:axId val="218512048"/>
        <c:scaling>
          <c:orientation val="minMax"/>
        </c:scaling>
        <c:delete val="0"/>
        <c:axPos val="b"/>
        <c:majorGridlines>
          <c:spPr>
            <a:ln w="9525" cap="flat" cmpd="sng" algn="ctr">
              <a:solidFill>
                <a:srgbClr val="CCCCCC"/>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zh-CN" altLang="en-US" sz="800" b="0" i="0" u="none" strike="noStrike" kern="1200" baseline="0">
                <a:solidFill>
                  <a:schemeClr val="tx1"/>
                </a:solidFill>
                <a:latin typeface="Arial"/>
                <a:ea typeface="Arial"/>
                <a:cs typeface="Arial"/>
              </a:defRPr>
            </a:pPr>
            <a:endParaRPr lang="zh-CN"/>
          </a:p>
        </c:txPr>
        <c:crossAx val="218511656"/>
        <c:crosses val="autoZero"/>
        <c:crossBetween val="between"/>
      </c:valAx>
      <c:spPr>
        <a:noFill/>
        <a:ln>
          <a:noFill/>
        </a:ln>
        <a:effectLst/>
      </c:spPr>
    </c:plotArea>
    <c:legend>
      <c:legendPos val="r"/>
      <c:layout>
        <c:manualLayout>
          <c:xMode val="edge"/>
          <c:yMode val="edge"/>
          <c:x val="0.88688819192509183"/>
          <c:y val="0.13874945665884164"/>
          <c:w val="0.10381210129606148"/>
          <c:h val="0.18959896174086679"/>
        </c:manualLayout>
      </c:layout>
      <c:overlay val="0"/>
      <c:spPr>
        <a:noFill/>
        <a:ln>
          <a:noFill/>
        </a:ln>
        <a:effectLst/>
      </c:spPr>
      <c:txPr>
        <a:bodyPr rot="0" spcFirstLastPara="1" vertOverflow="ellipsis" vert="horz" wrap="square" anchor="ctr" anchorCtr="1"/>
        <a:lstStyle/>
        <a:p>
          <a:pPr>
            <a:defRPr sz="800" b="0" i="0" u="none" strike="noStrike" kern="1200" baseline="0">
              <a:solidFill>
                <a:srgbClr val="505050"/>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000" b="0" i="0" u="none" strike="noStrike" kern="1200" spc="0" baseline="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title>
    <c:autoTitleDeleted val="0"/>
    <c:plotArea>
      <c:layout>
        <c:manualLayout>
          <c:layoutTarget val="inner"/>
          <c:xMode val="edge"/>
          <c:yMode val="edge"/>
          <c:x val="5.0596492072855097E-2"/>
          <c:y val="0.16487246595741778"/>
          <c:w val="0.74527269730353918"/>
          <c:h val="0.69643013976146284"/>
        </c:manualLayout>
      </c:layout>
      <c:lineChart>
        <c:grouping val="standard"/>
        <c:varyColors val="0"/>
        <c:ser>
          <c:idx val="0"/>
          <c:order val="0"/>
          <c:tx>
            <c:strRef>
              <c:f>Sheet1!$B$1</c:f>
              <c:strCache>
                <c:ptCount val="1"/>
                <c:pt idx="0">
                  <c:v>系列 1</c:v>
                </c:pt>
              </c:strCache>
            </c:strRef>
          </c:tx>
          <c:spPr>
            <a:ln w="28575" cap="rnd">
              <a:solidFill>
                <a:srgbClr val="969696"/>
              </a:solidFill>
              <a:round/>
            </a:ln>
            <a:effectLst/>
          </c:spPr>
          <c:marker>
            <c:symbol val="none"/>
          </c:marker>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mooth val="0"/>
          <c:extLst>
            <c:ext xmlns:c16="http://schemas.microsoft.com/office/drawing/2014/chart" uri="{C3380CC4-5D6E-409C-BE32-E72D297353CC}">
              <c16:uniqueId val="{00000000-B8CA-47E3-8529-826643E2B98C}"/>
            </c:ext>
          </c:extLst>
        </c:ser>
        <c:ser>
          <c:idx val="1"/>
          <c:order val="1"/>
          <c:tx>
            <c:strRef>
              <c:f>Sheet1!$C$1</c:f>
              <c:strCache>
                <c:ptCount val="1"/>
                <c:pt idx="0">
                  <c:v>系列 2</c:v>
                </c:pt>
              </c:strCache>
            </c:strRef>
          </c:tx>
          <c:spPr>
            <a:ln w="28575" cap="rnd">
              <a:solidFill>
                <a:srgbClr val="005096"/>
              </a:solidFill>
              <a:round/>
            </a:ln>
            <a:effectLst/>
          </c:spPr>
          <c:marker>
            <c:symbol val="none"/>
          </c:marker>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smooth val="0"/>
          <c:extLst>
            <c:ext xmlns:c16="http://schemas.microsoft.com/office/drawing/2014/chart" uri="{C3380CC4-5D6E-409C-BE32-E72D297353CC}">
              <c16:uniqueId val="{00000001-B8CA-47E3-8529-826643E2B98C}"/>
            </c:ext>
          </c:extLst>
        </c:ser>
        <c:ser>
          <c:idx val="2"/>
          <c:order val="2"/>
          <c:tx>
            <c:strRef>
              <c:f>Sheet1!$D$1</c:f>
              <c:strCache>
                <c:ptCount val="1"/>
                <c:pt idx="0">
                  <c:v>系列 3</c:v>
                </c:pt>
              </c:strCache>
            </c:strRef>
          </c:tx>
          <c:spPr>
            <a:ln w="28575" cap="rnd">
              <a:solidFill>
                <a:srgbClr val="00BEE6"/>
              </a:solidFill>
              <a:round/>
            </a:ln>
            <a:effectLst/>
          </c:spPr>
          <c:marker>
            <c:symbol val="none"/>
          </c:marker>
          <c:dLbls>
            <c:dLbl>
              <c:idx val="0"/>
              <c:layout>
                <c:manualLayout>
                  <c:x val="-4.0232103415269387E-2"/>
                  <c:y val="5.116642603429789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B8CA-47E3-8529-826643E2B98C}"/>
                </c:ext>
              </c:extLst>
            </c:dLbl>
            <c:dLbl>
              <c:idx val="1"/>
              <c:layout>
                <c:manualLayout>
                  <c:x val="-1.2379108743159811E-2"/>
                  <c:y val="4.651493275845262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8CA-47E3-8529-826643E2B98C}"/>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00BEE6"/>
                    </a:solidFill>
                    <a:latin typeface="Arial" panose="020B0604020202020204" pitchFamily="34" charset="0"/>
                    <a:ea typeface="+mn-ea"/>
                    <a:cs typeface="Arial" panose="020B0604020202020204" pitchFamily="34" charset="0"/>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4-B8CA-47E3-8529-826643E2B98C}"/>
            </c:ext>
          </c:extLst>
        </c:ser>
        <c:dLbls>
          <c:showLegendKey val="0"/>
          <c:showVal val="0"/>
          <c:showCatName val="0"/>
          <c:showSerName val="0"/>
          <c:showPercent val="0"/>
          <c:showBubbleSize val="0"/>
        </c:dLbls>
        <c:smooth val="0"/>
        <c:axId val="204398672"/>
        <c:axId val="204399064"/>
      </c:lineChart>
      <c:catAx>
        <c:axId val="2043986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zh-CN" altLang="en-US" sz="800" b="0" i="0" u="none" strike="noStrike" kern="1200" baseline="0">
                <a:solidFill>
                  <a:schemeClr val="tx1"/>
                </a:solidFill>
                <a:latin typeface="Arial" panose="020B0604020202020204" pitchFamily="34" charset="0"/>
                <a:ea typeface="华文黑体_易方达" panose="02010600040101010101" pitchFamily="2" charset="-122"/>
                <a:cs typeface="Arial" panose="020B0604020202020204" pitchFamily="34" charset="0"/>
              </a:defRPr>
            </a:pPr>
            <a:endParaRPr lang="zh-CN"/>
          </a:p>
        </c:txPr>
        <c:crossAx val="204399064"/>
        <c:crosses val="autoZero"/>
        <c:auto val="1"/>
        <c:lblAlgn val="ctr"/>
        <c:lblOffset val="100"/>
        <c:noMultiLvlLbl val="0"/>
      </c:catAx>
      <c:valAx>
        <c:axId val="204399064"/>
        <c:scaling>
          <c:orientation val="minMax"/>
        </c:scaling>
        <c:delete val="0"/>
        <c:axPos val="l"/>
        <c:majorGridlines>
          <c:spPr>
            <a:ln w="9525" cap="flat" cmpd="sng" algn="ctr">
              <a:solidFill>
                <a:srgbClr val="CCCCCC"/>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lgn="ctr">
              <a:defRPr lang="zh-CN" altLang="en-US" sz="800" b="0" i="0" u="none" strike="noStrike" kern="1200" baseline="0">
                <a:solidFill>
                  <a:schemeClr val="tx1"/>
                </a:solidFill>
                <a:latin typeface="Arial"/>
                <a:ea typeface="Arial"/>
                <a:cs typeface="Arial"/>
              </a:defRPr>
            </a:pPr>
            <a:endParaRPr lang="zh-CN"/>
          </a:p>
        </c:txPr>
        <c:crossAx val="204398672"/>
        <c:crosses val="autoZero"/>
        <c:crossBetween val="between"/>
      </c:valAx>
      <c:spPr>
        <a:noFill/>
        <a:ln>
          <a:noFill/>
        </a:ln>
        <a:effectLst/>
      </c:spPr>
    </c:plotArea>
    <c:legend>
      <c:legendPos val="tr"/>
      <c:overlay val="0"/>
      <c:spPr>
        <a:noFill/>
        <a:ln>
          <a:noFill/>
        </a:ln>
        <a:effectLst/>
      </c:spPr>
      <c:txPr>
        <a:bodyPr rot="0" spcFirstLastPara="1" vertOverflow="ellipsis" vert="horz" wrap="square" anchor="ctr" anchorCtr="1"/>
        <a:lstStyle/>
        <a:p>
          <a:pPr>
            <a:defRPr sz="600" b="0" i="0" u="none" strike="noStrike" kern="1200" baseline="0">
              <a:solidFill>
                <a:schemeClr val="tx1">
                  <a:lumMod val="65000"/>
                  <a:lumOff val="35000"/>
                </a:schemeClr>
              </a:solidFill>
              <a:latin typeface="华文黑体" panose="02010600040101010101" pitchFamily="2" charset="-122"/>
              <a:ea typeface="华文黑体" panose="02010600040101010101" pitchFamily="2" charset="-122"/>
              <a:cs typeface="华文黑体" panose="02010600040101010101" pitchFamily="2" charset="-122"/>
            </a:defRPr>
          </a:pPr>
          <a:endParaRPr lang="zh-CN"/>
        </a:p>
      </c:txPr>
    </c:legend>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24122636949374"/>
          <c:y val="0.1463677332840069"/>
          <c:w val="0.79040271479651281"/>
          <c:h val="0.61624387419483573"/>
        </c:manualLayout>
      </c:layout>
      <c:lineChart>
        <c:grouping val="standard"/>
        <c:varyColors val="0"/>
        <c:ser>
          <c:idx val="0"/>
          <c:order val="0"/>
          <c:tx>
            <c:strRef>
              <c:f>公共财政支出!$F$13</c:f>
              <c:strCache>
                <c:ptCount val="1"/>
                <c:pt idx="0">
                  <c:v>同比</c:v>
                </c:pt>
              </c:strCache>
            </c:strRef>
          </c:tx>
          <c:spPr>
            <a:ln w="28575" cap="rnd">
              <a:solidFill>
                <a:srgbClr val="00BEE6"/>
              </a:solidFill>
              <a:round/>
            </a:ln>
            <a:effectLst/>
          </c:spPr>
          <c:marker>
            <c:symbol val="none"/>
          </c:marker>
          <c:cat>
            <c:numRef>
              <c:f>公共财政支出!$E$14:$E$96</c:f>
              <c:numCache>
                <c:formatCode>yyyy\-mm;@</c:formatCode>
                <c:ptCount val="83"/>
                <c:pt idx="0">
                  <c:v>40209</c:v>
                </c:pt>
                <c:pt idx="1">
                  <c:v>40237</c:v>
                </c:pt>
                <c:pt idx="2">
                  <c:v>40268</c:v>
                </c:pt>
                <c:pt idx="3">
                  <c:v>40298</c:v>
                </c:pt>
                <c:pt idx="4">
                  <c:v>40329</c:v>
                </c:pt>
                <c:pt idx="5">
                  <c:v>40359</c:v>
                </c:pt>
                <c:pt idx="6">
                  <c:v>40390</c:v>
                </c:pt>
                <c:pt idx="7">
                  <c:v>40421</c:v>
                </c:pt>
                <c:pt idx="8">
                  <c:v>40451</c:v>
                </c:pt>
                <c:pt idx="9">
                  <c:v>40482</c:v>
                </c:pt>
                <c:pt idx="10">
                  <c:v>40512</c:v>
                </c:pt>
                <c:pt idx="11">
                  <c:v>40543</c:v>
                </c:pt>
                <c:pt idx="12">
                  <c:v>40574</c:v>
                </c:pt>
                <c:pt idx="13">
                  <c:v>40602</c:v>
                </c:pt>
                <c:pt idx="14">
                  <c:v>40633</c:v>
                </c:pt>
                <c:pt idx="15">
                  <c:v>40663</c:v>
                </c:pt>
                <c:pt idx="16">
                  <c:v>40694</c:v>
                </c:pt>
                <c:pt idx="17">
                  <c:v>40724</c:v>
                </c:pt>
                <c:pt idx="18">
                  <c:v>40755</c:v>
                </c:pt>
                <c:pt idx="19">
                  <c:v>40786</c:v>
                </c:pt>
                <c:pt idx="20">
                  <c:v>40816</c:v>
                </c:pt>
                <c:pt idx="21">
                  <c:v>40847</c:v>
                </c:pt>
                <c:pt idx="22">
                  <c:v>40877</c:v>
                </c:pt>
                <c:pt idx="23">
                  <c:v>40908</c:v>
                </c:pt>
                <c:pt idx="24">
                  <c:v>40939</c:v>
                </c:pt>
                <c:pt idx="25">
                  <c:v>40968</c:v>
                </c:pt>
                <c:pt idx="26">
                  <c:v>40999</c:v>
                </c:pt>
                <c:pt idx="27">
                  <c:v>41029</c:v>
                </c:pt>
                <c:pt idx="28">
                  <c:v>41060</c:v>
                </c:pt>
                <c:pt idx="29">
                  <c:v>41090</c:v>
                </c:pt>
                <c:pt idx="30">
                  <c:v>41121</c:v>
                </c:pt>
                <c:pt idx="31">
                  <c:v>41152</c:v>
                </c:pt>
                <c:pt idx="32">
                  <c:v>41182</c:v>
                </c:pt>
                <c:pt idx="33">
                  <c:v>41213</c:v>
                </c:pt>
                <c:pt idx="34">
                  <c:v>41243</c:v>
                </c:pt>
                <c:pt idx="35">
                  <c:v>41274</c:v>
                </c:pt>
                <c:pt idx="36">
                  <c:v>41305</c:v>
                </c:pt>
                <c:pt idx="37">
                  <c:v>41333</c:v>
                </c:pt>
                <c:pt idx="38">
                  <c:v>41364</c:v>
                </c:pt>
                <c:pt idx="39">
                  <c:v>41394</c:v>
                </c:pt>
                <c:pt idx="40">
                  <c:v>41425</c:v>
                </c:pt>
                <c:pt idx="41">
                  <c:v>41455</c:v>
                </c:pt>
                <c:pt idx="42">
                  <c:v>41486</c:v>
                </c:pt>
                <c:pt idx="43">
                  <c:v>41517</c:v>
                </c:pt>
                <c:pt idx="44">
                  <c:v>41547</c:v>
                </c:pt>
                <c:pt idx="45">
                  <c:v>41578</c:v>
                </c:pt>
                <c:pt idx="46">
                  <c:v>41608</c:v>
                </c:pt>
                <c:pt idx="47">
                  <c:v>41639</c:v>
                </c:pt>
                <c:pt idx="48">
                  <c:v>41670</c:v>
                </c:pt>
                <c:pt idx="49">
                  <c:v>41698</c:v>
                </c:pt>
                <c:pt idx="50">
                  <c:v>41729</c:v>
                </c:pt>
                <c:pt idx="51">
                  <c:v>41759</c:v>
                </c:pt>
                <c:pt idx="52">
                  <c:v>41790</c:v>
                </c:pt>
                <c:pt idx="53">
                  <c:v>41820</c:v>
                </c:pt>
                <c:pt idx="54">
                  <c:v>41851</c:v>
                </c:pt>
                <c:pt idx="55">
                  <c:v>41882</c:v>
                </c:pt>
                <c:pt idx="56">
                  <c:v>41912</c:v>
                </c:pt>
                <c:pt idx="57">
                  <c:v>41943</c:v>
                </c:pt>
                <c:pt idx="58">
                  <c:v>41973</c:v>
                </c:pt>
                <c:pt idx="59">
                  <c:v>42004</c:v>
                </c:pt>
                <c:pt idx="60">
                  <c:v>42035</c:v>
                </c:pt>
                <c:pt idx="61">
                  <c:v>42063</c:v>
                </c:pt>
                <c:pt idx="62">
                  <c:v>42094</c:v>
                </c:pt>
                <c:pt idx="63">
                  <c:v>42124</c:v>
                </c:pt>
                <c:pt idx="64">
                  <c:v>42155</c:v>
                </c:pt>
                <c:pt idx="65">
                  <c:v>42185</c:v>
                </c:pt>
                <c:pt idx="66">
                  <c:v>42216</c:v>
                </c:pt>
                <c:pt idx="67">
                  <c:v>42247</c:v>
                </c:pt>
                <c:pt idx="68">
                  <c:v>42277</c:v>
                </c:pt>
                <c:pt idx="69">
                  <c:v>42308</c:v>
                </c:pt>
                <c:pt idx="70">
                  <c:v>42338</c:v>
                </c:pt>
                <c:pt idx="71">
                  <c:v>42369</c:v>
                </c:pt>
                <c:pt idx="72">
                  <c:v>42400</c:v>
                </c:pt>
                <c:pt idx="73">
                  <c:v>42429</c:v>
                </c:pt>
                <c:pt idx="74">
                  <c:v>42460</c:v>
                </c:pt>
                <c:pt idx="75">
                  <c:v>42490</c:v>
                </c:pt>
                <c:pt idx="76">
                  <c:v>42521</c:v>
                </c:pt>
                <c:pt idx="77">
                  <c:v>42551</c:v>
                </c:pt>
                <c:pt idx="78">
                  <c:v>42582</c:v>
                </c:pt>
                <c:pt idx="79">
                  <c:v>42613</c:v>
                </c:pt>
                <c:pt idx="80">
                  <c:v>42643</c:v>
                </c:pt>
                <c:pt idx="81">
                  <c:v>42674</c:v>
                </c:pt>
                <c:pt idx="82">
                  <c:v>42704</c:v>
                </c:pt>
              </c:numCache>
            </c:numRef>
          </c:cat>
          <c:val>
            <c:numRef>
              <c:f>公共财政支出!$F$14:$F$96</c:f>
              <c:numCache>
                <c:formatCode>0.00%</c:formatCode>
                <c:ptCount val="83"/>
                <c:pt idx="0">
                  <c:v>-0.13212886100990362</c:v>
                </c:pt>
                <c:pt idx="1">
                  <c:v>0.2966158190904129</c:v>
                </c:pt>
                <c:pt idx="2">
                  <c:v>0.18304146471515081</c:v>
                </c:pt>
                <c:pt idx="3">
                  <c:v>9.797067772077872E-2</c:v>
                </c:pt>
                <c:pt idx="4">
                  <c:v>0.25579154559126382</c:v>
                </c:pt>
                <c:pt idx="5">
                  <c:v>0.26751207540925259</c:v>
                </c:pt>
                <c:pt idx="6">
                  <c:v>0.1655143641677046</c:v>
                </c:pt>
                <c:pt idx="7">
                  <c:v>0.35392179214374964</c:v>
                </c:pt>
                <c:pt idx="8">
                  <c:v>0.28759104999977203</c:v>
                </c:pt>
                <c:pt idx="9">
                  <c:v>0.3854238287005205</c:v>
                </c:pt>
                <c:pt idx="10">
                  <c:v>0.66925304688398124</c:v>
                </c:pt>
                <c:pt idx="11">
                  <c:v>-8.4326306141154883E-2</c:v>
                </c:pt>
                <c:pt idx="12">
                  <c:v>0.84920364706561258</c:v>
                </c:pt>
                <c:pt idx="13">
                  <c:v>-0.17517676374081259</c:v>
                </c:pt>
                <c:pt idx="14">
                  <c:v>0.27786358764000374</c:v>
                </c:pt>
                <c:pt idx="15">
                  <c:v>0.31008600048425716</c:v>
                </c:pt>
                <c:pt idx="16">
                  <c:v>0.42879361294001761</c:v>
                </c:pt>
                <c:pt idx="17">
                  <c:v>0.33131177524740907</c:v>
                </c:pt>
                <c:pt idx="18">
                  <c:v>0.19602056146497859</c:v>
                </c:pt>
                <c:pt idx="19">
                  <c:v>0.25933121182969554</c:v>
                </c:pt>
                <c:pt idx="20">
                  <c:v>0.18296170522278765</c:v>
                </c:pt>
                <c:pt idx="21">
                  <c:v>0.24516899650139479</c:v>
                </c:pt>
                <c:pt idx="22">
                  <c:v>7.514783520949786E-2</c:v>
                </c:pt>
                <c:pt idx="23">
                  <c:v>0.11078967856745647</c:v>
                </c:pt>
                <c:pt idx="24">
                  <c:v>9.6400825717704919E-2</c:v>
                </c:pt>
                <c:pt idx="25">
                  <c:v>0.69268184941592215</c:v>
                </c:pt>
                <c:pt idx="26">
                  <c:v>0.34661955085865248</c:v>
                </c:pt>
                <c:pt idx="27">
                  <c:v>7.9478947764718866E-2</c:v>
                </c:pt>
                <c:pt idx="28">
                  <c:v>0.10849056603773577</c:v>
                </c:pt>
                <c:pt idx="29">
                  <c:v>0.17715410690231947</c:v>
                </c:pt>
                <c:pt idx="30">
                  <c:v>0.37095103252987083</c:v>
                </c:pt>
                <c:pt idx="31">
                  <c:v>0.1167567995879637</c:v>
                </c:pt>
                <c:pt idx="32">
                  <c:v>0.16573755683207669</c:v>
                </c:pt>
                <c:pt idx="33">
                  <c:v>6.6588439453746373E-2</c:v>
                </c:pt>
                <c:pt idx="34">
                  <c:v>6.702421337676312E-2</c:v>
                </c:pt>
                <c:pt idx="35">
                  <c:v>4.2162347265625399E-2</c:v>
                </c:pt>
                <c:pt idx="36">
                  <c:v>0.19076393237319977</c:v>
                </c:pt>
                <c:pt idx="37">
                  <c:v>0.12184407322243063</c:v>
                </c:pt>
                <c:pt idx="38">
                  <c:v>7.2404994746863682E-2</c:v>
                </c:pt>
                <c:pt idx="39">
                  <c:v>0.18046290424857325</c:v>
                </c:pt>
                <c:pt idx="40">
                  <c:v>0.12008837970540109</c:v>
                </c:pt>
                <c:pt idx="41">
                  <c:v>2.9840458975165074E-2</c:v>
                </c:pt>
                <c:pt idx="42">
                  <c:v>-1.8208438287153683E-2</c:v>
                </c:pt>
                <c:pt idx="43">
                  <c:v>6.5145232815964516E-2</c:v>
                </c:pt>
                <c:pt idx="44">
                  <c:v>0.10079801352855555</c:v>
                </c:pt>
                <c:pt idx="45">
                  <c:v>0.21937449228269701</c:v>
                </c:pt>
                <c:pt idx="46">
                  <c:v>4.0915296052631556E-2</c:v>
                </c:pt>
                <c:pt idx="47">
                  <c:v>0.2032250564219138</c:v>
                </c:pt>
                <c:pt idx="48">
                  <c:v>0.21345697396758312</c:v>
                </c:pt>
                <c:pt idx="49">
                  <c:v>-0.10653627544993749</c:v>
                </c:pt>
                <c:pt idx="50">
                  <c:v>0.22262806439809735</c:v>
                </c:pt>
                <c:pt idx="51">
                  <c:v>1.094333338705078E-2</c:v>
                </c:pt>
                <c:pt idx="52">
                  <c:v>0.245891866143366</c:v>
                </c:pt>
                <c:pt idx="53">
                  <c:v>0.2608646877329972</c:v>
                </c:pt>
                <c:pt idx="54">
                  <c:v>9.6390938702294537E-2</c:v>
                </c:pt>
                <c:pt idx="55">
                  <c:v>6.2042485071729603E-2</c:v>
                </c:pt>
                <c:pt idx="56">
                  <c:v>9.0952861727630729E-2</c:v>
                </c:pt>
                <c:pt idx="57">
                  <c:v>-5.6871618438521621E-2</c:v>
                </c:pt>
                <c:pt idx="58">
                  <c:v>7.9833901242973848E-3</c:v>
                </c:pt>
                <c:pt idx="59">
                  <c:v>1.2270634280879822E-2</c:v>
                </c:pt>
                <c:pt idx="60">
                  <c:v>-0.19860813862671378</c:v>
                </c:pt>
                <c:pt idx="61">
                  <c:v>0.55182623864703118</c:v>
                </c:pt>
                <c:pt idx="62">
                  <c:v>4.371914225667517E-2</c:v>
                </c:pt>
                <c:pt idx="63">
                  <c:v>0.33206727872294994</c:v>
                </c:pt>
                <c:pt idx="64">
                  <c:v>2.6138716356107539E-2</c:v>
                </c:pt>
                <c:pt idx="65">
                  <c:v>0.13872671435263828</c:v>
                </c:pt>
                <c:pt idx="66">
                  <c:v>0.24143152434624904</c:v>
                </c:pt>
                <c:pt idx="67">
                  <c:v>0.25871228937766633</c:v>
                </c:pt>
                <c:pt idx="68">
                  <c:v>0.26902227580704596</c:v>
                </c:pt>
                <c:pt idx="69">
                  <c:v>0.36142477431385966</c:v>
                </c:pt>
                <c:pt idx="70">
                  <c:v>0.2594998816482712</c:v>
                </c:pt>
                <c:pt idx="71">
                  <c:v>7.5131743822405284E-3</c:v>
                </c:pt>
                <c:pt idx="72">
                  <c:v>0.24547056698104175</c:v>
                </c:pt>
                <c:pt idx="73">
                  <c:v>2.868746259919952E-2</c:v>
                </c:pt>
                <c:pt idx="74">
                  <c:v>0.2034342381529608</c:v>
                </c:pt>
                <c:pt idx="75">
                  <c:v>4.5859029079739821E-2</c:v>
                </c:pt>
                <c:pt idx="76">
                  <c:v>0.17801990986082905</c:v>
                </c:pt>
                <c:pt idx="77">
                  <c:v>0.20319155608423922</c:v>
                </c:pt>
                <c:pt idx="78">
                  <c:v>2.8195850419050483E-3</c:v>
                </c:pt>
                <c:pt idx="79">
                  <c:v>0.1045874531183455</c:v>
                </c:pt>
                <c:pt idx="80">
                  <c:v>0.11447402648843652</c:v>
                </c:pt>
                <c:pt idx="81">
                  <c:v>-0.12399584328410196</c:v>
                </c:pt>
                <c:pt idx="82">
                  <c:v>0.12412201303966608</c:v>
                </c:pt>
              </c:numCache>
            </c:numRef>
          </c:val>
          <c:smooth val="0"/>
          <c:extLst>
            <c:ext xmlns:c16="http://schemas.microsoft.com/office/drawing/2014/chart" uri="{C3380CC4-5D6E-409C-BE32-E72D297353CC}">
              <c16:uniqueId val="{00000000-9E72-43CD-87C6-F44A71BB5132}"/>
            </c:ext>
          </c:extLst>
        </c:ser>
        <c:ser>
          <c:idx val="1"/>
          <c:order val="1"/>
          <c:tx>
            <c:strRef>
              <c:f>公共财政支出!$G$13</c:f>
              <c:strCache>
                <c:ptCount val="1"/>
                <c:pt idx="0">
                  <c:v>三个月移动平均同比</c:v>
                </c:pt>
              </c:strCache>
            </c:strRef>
          </c:tx>
          <c:spPr>
            <a:ln w="28575" cap="rnd">
              <a:solidFill>
                <a:srgbClr val="969696"/>
              </a:solidFill>
              <a:round/>
            </a:ln>
            <a:effectLst/>
          </c:spPr>
          <c:marker>
            <c:symbol val="none"/>
          </c:marker>
          <c:cat>
            <c:numRef>
              <c:f>公共财政支出!$E$14:$E$96</c:f>
              <c:numCache>
                <c:formatCode>yyyy\-mm;@</c:formatCode>
                <c:ptCount val="83"/>
                <c:pt idx="0">
                  <c:v>40209</c:v>
                </c:pt>
                <c:pt idx="1">
                  <c:v>40237</c:v>
                </c:pt>
                <c:pt idx="2">
                  <c:v>40268</c:v>
                </c:pt>
                <c:pt idx="3">
                  <c:v>40298</c:v>
                </c:pt>
                <c:pt idx="4">
                  <c:v>40329</c:v>
                </c:pt>
                <c:pt idx="5">
                  <c:v>40359</c:v>
                </c:pt>
                <c:pt idx="6">
                  <c:v>40390</c:v>
                </c:pt>
                <c:pt idx="7">
                  <c:v>40421</c:v>
                </c:pt>
                <c:pt idx="8">
                  <c:v>40451</c:v>
                </c:pt>
                <c:pt idx="9">
                  <c:v>40482</c:v>
                </c:pt>
                <c:pt idx="10">
                  <c:v>40512</c:v>
                </c:pt>
                <c:pt idx="11">
                  <c:v>40543</c:v>
                </c:pt>
                <c:pt idx="12">
                  <c:v>40574</c:v>
                </c:pt>
                <c:pt idx="13">
                  <c:v>40602</c:v>
                </c:pt>
                <c:pt idx="14">
                  <c:v>40633</c:v>
                </c:pt>
                <c:pt idx="15">
                  <c:v>40663</c:v>
                </c:pt>
                <c:pt idx="16">
                  <c:v>40694</c:v>
                </c:pt>
                <c:pt idx="17">
                  <c:v>40724</c:v>
                </c:pt>
                <c:pt idx="18">
                  <c:v>40755</c:v>
                </c:pt>
                <c:pt idx="19">
                  <c:v>40786</c:v>
                </c:pt>
                <c:pt idx="20">
                  <c:v>40816</c:v>
                </c:pt>
                <c:pt idx="21">
                  <c:v>40847</c:v>
                </c:pt>
                <c:pt idx="22">
                  <c:v>40877</c:v>
                </c:pt>
                <c:pt idx="23">
                  <c:v>40908</c:v>
                </c:pt>
                <c:pt idx="24">
                  <c:v>40939</c:v>
                </c:pt>
                <c:pt idx="25">
                  <c:v>40968</c:v>
                </c:pt>
                <c:pt idx="26">
                  <c:v>40999</c:v>
                </c:pt>
                <c:pt idx="27">
                  <c:v>41029</c:v>
                </c:pt>
                <c:pt idx="28">
                  <c:v>41060</c:v>
                </c:pt>
                <c:pt idx="29">
                  <c:v>41090</c:v>
                </c:pt>
                <c:pt idx="30">
                  <c:v>41121</c:v>
                </c:pt>
                <c:pt idx="31">
                  <c:v>41152</c:v>
                </c:pt>
                <c:pt idx="32">
                  <c:v>41182</c:v>
                </c:pt>
                <c:pt idx="33">
                  <c:v>41213</c:v>
                </c:pt>
                <c:pt idx="34">
                  <c:v>41243</c:v>
                </c:pt>
                <c:pt idx="35">
                  <c:v>41274</c:v>
                </c:pt>
                <c:pt idx="36">
                  <c:v>41305</c:v>
                </c:pt>
                <c:pt idx="37">
                  <c:v>41333</c:v>
                </c:pt>
                <c:pt idx="38">
                  <c:v>41364</c:v>
                </c:pt>
                <c:pt idx="39">
                  <c:v>41394</c:v>
                </c:pt>
                <c:pt idx="40">
                  <c:v>41425</c:v>
                </c:pt>
                <c:pt idx="41">
                  <c:v>41455</c:v>
                </c:pt>
                <c:pt idx="42">
                  <c:v>41486</c:v>
                </c:pt>
                <c:pt idx="43">
                  <c:v>41517</c:v>
                </c:pt>
                <c:pt idx="44">
                  <c:v>41547</c:v>
                </c:pt>
                <c:pt idx="45">
                  <c:v>41578</c:v>
                </c:pt>
                <c:pt idx="46">
                  <c:v>41608</c:v>
                </c:pt>
                <c:pt idx="47">
                  <c:v>41639</c:v>
                </c:pt>
                <c:pt idx="48">
                  <c:v>41670</c:v>
                </c:pt>
                <c:pt idx="49">
                  <c:v>41698</c:v>
                </c:pt>
                <c:pt idx="50">
                  <c:v>41729</c:v>
                </c:pt>
                <c:pt idx="51">
                  <c:v>41759</c:v>
                </c:pt>
                <c:pt idx="52">
                  <c:v>41790</c:v>
                </c:pt>
                <c:pt idx="53">
                  <c:v>41820</c:v>
                </c:pt>
                <c:pt idx="54">
                  <c:v>41851</c:v>
                </c:pt>
                <c:pt idx="55">
                  <c:v>41882</c:v>
                </c:pt>
                <c:pt idx="56">
                  <c:v>41912</c:v>
                </c:pt>
                <c:pt idx="57">
                  <c:v>41943</c:v>
                </c:pt>
                <c:pt idx="58">
                  <c:v>41973</c:v>
                </c:pt>
                <c:pt idx="59">
                  <c:v>42004</c:v>
                </c:pt>
                <c:pt idx="60">
                  <c:v>42035</c:v>
                </c:pt>
                <c:pt idx="61">
                  <c:v>42063</c:v>
                </c:pt>
                <c:pt idx="62">
                  <c:v>42094</c:v>
                </c:pt>
                <c:pt idx="63">
                  <c:v>42124</c:v>
                </c:pt>
                <c:pt idx="64">
                  <c:v>42155</c:v>
                </c:pt>
                <c:pt idx="65">
                  <c:v>42185</c:v>
                </c:pt>
                <c:pt idx="66">
                  <c:v>42216</c:v>
                </c:pt>
                <c:pt idx="67">
                  <c:v>42247</c:v>
                </c:pt>
                <c:pt idx="68">
                  <c:v>42277</c:v>
                </c:pt>
                <c:pt idx="69">
                  <c:v>42308</c:v>
                </c:pt>
                <c:pt idx="70">
                  <c:v>42338</c:v>
                </c:pt>
                <c:pt idx="71">
                  <c:v>42369</c:v>
                </c:pt>
                <c:pt idx="72">
                  <c:v>42400</c:v>
                </c:pt>
                <c:pt idx="73">
                  <c:v>42429</c:v>
                </c:pt>
                <c:pt idx="74">
                  <c:v>42460</c:v>
                </c:pt>
                <c:pt idx="75">
                  <c:v>42490</c:v>
                </c:pt>
                <c:pt idx="76">
                  <c:v>42521</c:v>
                </c:pt>
                <c:pt idx="77">
                  <c:v>42551</c:v>
                </c:pt>
                <c:pt idx="78">
                  <c:v>42582</c:v>
                </c:pt>
                <c:pt idx="79">
                  <c:v>42613</c:v>
                </c:pt>
                <c:pt idx="80">
                  <c:v>42643</c:v>
                </c:pt>
                <c:pt idx="81">
                  <c:v>42674</c:v>
                </c:pt>
                <c:pt idx="82">
                  <c:v>42704</c:v>
                </c:pt>
              </c:numCache>
            </c:numRef>
          </c:cat>
          <c:val>
            <c:numRef>
              <c:f>公共财政支出!$G$14:$G$96</c:f>
              <c:numCache>
                <c:formatCode>0.00%</c:formatCode>
                <c:ptCount val="83"/>
                <c:pt idx="0">
                  <c:v>0</c:v>
                </c:pt>
                <c:pt idx="1">
                  <c:v>0</c:v>
                </c:pt>
                <c:pt idx="2">
                  <c:v>0.11857384169130714</c:v>
                </c:pt>
                <c:pt idx="3">
                  <c:v>0.18309426347484647</c:v>
                </c:pt>
                <c:pt idx="4">
                  <c:v>0.17645617605123376</c:v>
                </c:pt>
                <c:pt idx="5">
                  <c:v>0.21065348218080948</c:v>
                </c:pt>
                <c:pt idx="6">
                  <c:v>0.23235199627982772</c:v>
                </c:pt>
                <c:pt idx="7">
                  <c:v>0.26136181151598104</c:v>
                </c:pt>
                <c:pt idx="8">
                  <c:v>0.26952887752435228</c:v>
                </c:pt>
                <c:pt idx="9">
                  <c:v>0.33587222251045601</c:v>
                </c:pt>
                <c:pt idx="10">
                  <c:v>0.4512254537318956</c:v>
                </c:pt>
                <c:pt idx="11">
                  <c:v>0.14341634608895193</c:v>
                </c:pt>
                <c:pt idx="12">
                  <c:v>0.18798569824602862</c:v>
                </c:pt>
                <c:pt idx="13">
                  <c:v>1.503921871372893E-2</c:v>
                </c:pt>
                <c:pt idx="14">
                  <c:v>0.25986185586003052</c:v>
                </c:pt>
                <c:pt idx="15">
                  <c:v>0.15265111124223019</c:v>
                </c:pt>
                <c:pt idx="16">
                  <c:v>0.33878180282537529</c:v>
                </c:pt>
                <c:pt idx="17">
                  <c:v>0.35419271715585121</c:v>
                </c:pt>
                <c:pt idx="18">
                  <c:v>0.32004917653646281</c:v>
                </c:pt>
                <c:pt idx="19">
                  <c:v>0.26997484726237242</c:v>
                </c:pt>
                <c:pt idx="20">
                  <c:v>0.21029835311400658</c:v>
                </c:pt>
                <c:pt idx="21">
                  <c:v>0.22476736030036926</c:v>
                </c:pt>
                <c:pt idx="22">
                  <c:v>0.15403932702533685</c:v>
                </c:pt>
                <c:pt idx="23">
                  <c:v>0.12487874230751439</c:v>
                </c:pt>
                <c:pt idx="24">
                  <c:v>9.7357262419832225E-2</c:v>
                </c:pt>
                <c:pt idx="25">
                  <c:v>0.19084640956489141</c:v>
                </c:pt>
                <c:pt idx="26">
                  <c:v>0.33590103341296573</c:v>
                </c:pt>
                <c:pt idx="27">
                  <c:v>0.31806008153356968</c:v>
                </c:pt>
                <c:pt idx="28">
                  <c:v>0.17722669812401004</c:v>
                </c:pt>
                <c:pt idx="29">
                  <c:v>0.12859090645477123</c:v>
                </c:pt>
                <c:pt idx="30">
                  <c:v>0.20709077943554099</c:v>
                </c:pt>
                <c:pt idx="31">
                  <c:v>0.21040408732001858</c:v>
                </c:pt>
                <c:pt idx="32">
                  <c:v>0.20688684522485712</c:v>
                </c:pt>
                <c:pt idx="33">
                  <c:v>0.12001968324944778</c:v>
                </c:pt>
                <c:pt idx="34">
                  <c:v>0.10043616005555078</c:v>
                </c:pt>
                <c:pt idx="35">
                  <c:v>5.434679284339472E-2</c:v>
                </c:pt>
                <c:pt idx="36">
                  <c:v>7.6735803652349777E-2</c:v>
                </c:pt>
                <c:pt idx="37">
                  <c:v>8.9178945530108189E-2</c:v>
                </c:pt>
                <c:pt idx="38">
                  <c:v>0.12102761209965163</c:v>
                </c:pt>
                <c:pt idx="39">
                  <c:v>0.12017176317501632</c:v>
                </c:pt>
                <c:pt idx="40">
                  <c:v>0.1197203338287347</c:v>
                </c:pt>
                <c:pt idx="41">
                  <c:v>9.7509572109894638E-2</c:v>
                </c:pt>
                <c:pt idx="42">
                  <c:v>4.1595632937581728E-2</c:v>
                </c:pt>
                <c:pt idx="43">
                  <c:v>2.5384049629061156E-2</c:v>
                </c:pt>
                <c:pt idx="44">
                  <c:v>5.264630959076344E-2</c:v>
                </c:pt>
                <c:pt idx="45">
                  <c:v>0.12468208486833121</c:v>
                </c:pt>
                <c:pt idx="46">
                  <c:v>0.10984409662312045</c:v>
                </c:pt>
                <c:pt idx="47">
                  <c:v>0.15911883092934476</c:v>
                </c:pt>
                <c:pt idx="48">
                  <c:v>0.15755724459675036</c:v>
                </c:pt>
                <c:pt idx="49">
                  <c:v>0.14062610877491588</c:v>
                </c:pt>
                <c:pt idx="50">
                  <c:v>0.12558604874801205</c:v>
                </c:pt>
                <c:pt idx="51">
                  <c:v>6.1165878955696584E-2</c:v>
                </c:pt>
                <c:pt idx="52">
                  <c:v>0.16586681247615176</c:v>
                </c:pt>
                <c:pt idx="53">
                  <c:v>0.18497211362645283</c:v>
                </c:pt>
                <c:pt idx="54">
                  <c:v>0.20915076820211342</c:v>
                </c:pt>
                <c:pt idx="55">
                  <c:v>0.1533115801534406</c:v>
                </c:pt>
                <c:pt idx="56">
                  <c:v>8.3822097570143361E-2</c:v>
                </c:pt>
                <c:pt idx="57">
                  <c:v>3.5419417806702658E-2</c:v>
                </c:pt>
                <c:pt idx="58">
                  <c:v>1.8677663924755228E-2</c:v>
                </c:pt>
                <c:pt idx="59">
                  <c:v>-3.9239462146819504E-3</c:v>
                </c:pt>
                <c:pt idx="60">
                  <c:v>-3.360258332892796E-2</c:v>
                </c:pt>
                <c:pt idx="61">
                  <c:v>5.0002980042737066E-2</c:v>
                </c:pt>
                <c:pt idx="62">
                  <c:v>7.8297949525621746E-2</c:v>
                </c:pt>
                <c:pt idx="63">
                  <c:v>0.2534281249905268</c:v>
                </c:pt>
                <c:pt idx="64">
                  <c:v>0.11368739635297431</c:v>
                </c:pt>
                <c:pt idx="65">
                  <c:v>0.14852267324490209</c:v>
                </c:pt>
                <c:pt idx="66">
                  <c:v>0.12895565661359831</c:v>
                </c:pt>
                <c:pt idx="67">
                  <c:v>0.20031518146594518</c:v>
                </c:pt>
                <c:pt idx="68">
                  <c:v>0.25776603561737099</c:v>
                </c:pt>
                <c:pt idx="69">
                  <c:v>0.29276311549840361</c:v>
                </c:pt>
                <c:pt idx="70">
                  <c:v>0.29066610272173365</c:v>
                </c:pt>
                <c:pt idx="71">
                  <c:v>0.14749297672819539</c:v>
                </c:pt>
                <c:pt idx="72">
                  <c:v>0.11889168940025097</c:v>
                </c:pt>
                <c:pt idx="73">
                  <c:v>5.6436907964827032E-2</c:v>
                </c:pt>
                <c:pt idx="74">
                  <c:v>0.15672703591955806</c:v>
                </c:pt>
                <c:pt idx="75">
                  <c:v>9.9979066449645826E-2</c:v>
                </c:pt>
                <c:pt idx="76">
                  <c:v>0.14514743708209998</c:v>
                </c:pt>
                <c:pt idx="77">
                  <c:v>0.15141951225325556</c:v>
                </c:pt>
                <c:pt idx="78">
                  <c:v>0.13868446631717446</c:v>
                </c:pt>
                <c:pt idx="79">
                  <c:v>0.11718927053226058</c:v>
                </c:pt>
                <c:pt idx="80">
                  <c:v>7.8771003944936524E-2</c:v>
                </c:pt>
                <c:pt idx="81">
                  <c:v>3.8697918413255872E-2</c:v>
                </c:pt>
                <c:pt idx="82">
                  <c:v>4.9814229693012413E-2</c:v>
                </c:pt>
              </c:numCache>
            </c:numRef>
          </c:val>
          <c:smooth val="0"/>
          <c:extLst>
            <c:ext xmlns:c16="http://schemas.microsoft.com/office/drawing/2014/chart" uri="{C3380CC4-5D6E-409C-BE32-E72D297353CC}">
              <c16:uniqueId val="{00000001-9E72-43CD-87C6-F44A71BB5132}"/>
            </c:ext>
          </c:extLst>
        </c:ser>
        <c:dLbls>
          <c:showLegendKey val="0"/>
          <c:showVal val="0"/>
          <c:showCatName val="0"/>
          <c:showSerName val="0"/>
          <c:showPercent val="0"/>
          <c:showBubbleSize val="0"/>
        </c:dLbls>
        <c:smooth val="0"/>
        <c:axId val="204399848"/>
        <c:axId val="204400240"/>
      </c:lineChart>
      <c:dateAx>
        <c:axId val="204399848"/>
        <c:scaling>
          <c:orientation val="minMax"/>
        </c:scaling>
        <c:delete val="0"/>
        <c:axPos val="b"/>
        <c:numFmt formatCode="yyyy\-mm;@" sourceLinked="1"/>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lgn="ctr">
              <a:defRPr lang="zh-CN" altLang="en-US" sz="600" b="0" i="0" u="none" strike="noStrike" kern="1200" baseline="0">
                <a:solidFill>
                  <a:schemeClr val="tx1"/>
                </a:solidFill>
                <a:latin typeface="Arial"/>
                <a:ea typeface="Arial"/>
                <a:cs typeface="Arial"/>
              </a:defRPr>
            </a:pPr>
            <a:endParaRPr lang="zh-CN"/>
          </a:p>
        </c:txPr>
        <c:crossAx val="204400240"/>
        <c:crosses val="autoZero"/>
        <c:auto val="1"/>
        <c:lblOffset val="100"/>
        <c:baseTimeUnit val="months"/>
        <c:majorUnit val="6"/>
        <c:majorTimeUnit val="months"/>
        <c:minorUnit val="6"/>
        <c:minorTimeUnit val="months"/>
      </c:dateAx>
      <c:valAx>
        <c:axId val="204400240"/>
        <c:scaling>
          <c:orientation val="minMax"/>
          <c:min val="-0.25"/>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zh-CN" altLang="en-US" sz="800" b="0" i="0" u="none" strike="noStrike" kern="1200" baseline="0">
                <a:solidFill>
                  <a:schemeClr val="tx1"/>
                </a:solidFill>
                <a:latin typeface="Arial"/>
                <a:ea typeface="Arial"/>
                <a:cs typeface="Arial"/>
              </a:defRPr>
            </a:pPr>
            <a:endParaRPr lang="zh-CN"/>
          </a:p>
        </c:txPr>
        <c:crossAx val="20439984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layout>
        <c:manualLayout>
          <c:xMode val="edge"/>
          <c:yMode val="edge"/>
          <c:x val="0.46394135217090088"/>
          <c:y val="6.3910663608190629E-2"/>
        </c:manualLayout>
      </c:layout>
      <c:overlay val="0"/>
      <c:txPr>
        <a:bodyPr/>
        <a:lstStyle/>
        <a:p>
          <a:pPr>
            <a:defRPr sz="1000" b="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title>
    <c:autoTitleDeleted val="0"/>
    <c:plotArea>
      <c:layout/>
      <c:barChart>
        <c:barDir val="col"/>
        <c:grouping val="stacked"/>
        <c:varyColors val="0"/>
        <c:ser>
          <c:idx val="5"/>
          <c:order val="5"/>
          <c:tx>
            <c:v>成交金额</c:v>
          </c:tx>
          <c:spPr>
            <a:solidFill>
              <a:srgbClr val="CCCCCC"/>
            </a:solidFill>
            <a:ln>
              <a:noFill/>
              <a:prstDash val="solid"/>
            </a:ln>
          </c:spPr>
          <c:invertIfNegative val="0"/>
          <c:dPt>
            <c:idx val="128"/>
            <c:invertIfNegative val="0"/>
            <c:bubble3D val="0"/>
            <c:spPr>
              <a:solidFill>
                <a:srgbClr val="CCCCCC"/>
              </a:solidFill>
              <a:ln>
                <a:noFill/>
                <a:prstDash val="solid"/>
              </a:ln>
              <a:scene3d>
                <a:camera prst="orthographicFront"/>
                <a:lightRig rig="threePt" dir="t"/>
              </a:scene3d>
              <a:sp3d>
                <a:bevelT w="63500"/>
              </a:sp3d>
            </c:spPr>
            <c:extLst>
              <c:ext xmlns:c16="http://schemas.microsoft.com/office/drawing/2014/chart" uri="{C3380CC4-5D6E-409C-BE32-E72D297353CC}">
                <c16:uniqueId val="{00000001-2094-4077-B568-1D28EDEFCD18}"/>
              </c:ext>
            </c:extLst>
          </c:dPt>
          <c:dPt>
            <c:idx val="151"/>
            <c:invertIfNegative val="0"/>
            <c:bubble3D val="0"/>
            <c:spPr>
              <a:solidFill>
                <a:srgbClr val="CCCCCC"/>
              </a:solidFill>
              <a:ln>
                <a:noFill/>
                <a:prstDash val="solid"/>
              </a:ln>
              <a:scene3d>
                <a:camera prst="orthographicFront"/>
                <a:lightRig rig="threePt" dir="t"/>
              </a:scene3d>
              <a:sp3d>
                <a:bevelT w="6350000"/>
                <a:bevelB w="6350000"/>
              </a:sp3d>
            </c:spPr>
            <c:extLst>
              <c:ext xmlns:c16="http://schemas.microsoft.com/office/drawing/2014/chart" uri="{C3380CC4-5D6E-409C-BE32-E72D297353CC}">
                <c16:uniqueId val="{00000003-2094-4077-B568-1D28EDEFCD18}"/>
              </c:ext>
            </c:extLst>
          </c:dPt>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'300非银'!$G$3:$G$27</c:f>
              <c:numCache>
                <c:formatCode>General</c:formatCode>
                <c:ptCount val="25"/>
                <c:pt idx="0">
                  <c:v>129230.7</c:v>
                </c:pt>
                <c:pt idx="1">
                  <c:v>97058.95</c:v>
                </c:pt>
                <c:pt idx="2">
                  <c:v>82337.8</c:v>
                </c:pt>
                <c:pt idx="3">
                  <c:v>38683.96</c:v>
                </c:pt>
                <c:pt idx="4">
                  <c:v>59112.36</c:v>
                </c:pt>
                <c:pt idx="5">
                  <c:v>26449.73</c:v>
                </c:pt>
                <c:pt idx="6">
                  <c:v>22380.54</c:v>
                </c:pt>
                <c:pt idx="7">
                  <c:v>28401.08</c:v>
                </c:pt>
                <c:pt idx="8">
                  <c:v>26307.71</c:v>
                </c:pt>
                <c:pt idx="9">
                  <c:v>16980.34</c:v>
                </c:pt>
                <c:pt idx="10">
                  <c:v>22329.46</c:v>
                </c:pt>
                <c:pt idx="11">
                  <c:v>27034.89</c:v>
                </c:pt>
                <c:pt idx="12">
                  <c:v>24147.439999999999</c:v>
                </c:pt>
                <c:pt idx="13">
                  <c:v>32649.13</c:v>
                </c:pt>
                <c:pt idx="14">
                  <c:v>16446.27</c:v>
                </c:pt>
                <c:pt idx="15">
                  <c:v>11503.62</c:v>
                </c:pt>
                <c:pt idx="16">
                  <c:v>15412.06</c:v>
                </c:pt>
                <c:pt idx="17">
                  <c:v>12627.08</c:v>
                </c:pt>
                <c:pt idx="18">
                  <c:v>17685.59</c:v>
                </c:pt>
                <c:pt idx="19">
                  <c:v>24511.33</c:v>
                </c:pt>
                <c:pt idx="20">
                  <c:v>11460.88</c:v>
                </c:pt>
                <c:pt idx="21">
                  <c:v>7858.47</c:v>
                </c:pt>
                <c:pt idx="22">
                  <c:v>10947.74</c:v>
                </c:pt>
                <c:pt idx="23">
                  <c:v>14641.55</c:v>
                </c:pt>
                <c:pt idx="24">
                  <c:v>8495.7199999999993</c:v>
                </c:pt>
              </c:numCache>
            </c:numRef>
          </c:val>
          <c:extLst>
            <c:ext xmlns:c16="http://schemas.microsoft.com/office/drawing/2014/chart" uri="{C3380CC4-5D6E-409C-BE32-E72D297353CC}">
              <c16:uniqueId val="{00000004-2094-4077-B568-1D28EDEFCD18}"/>
            </c:ext>
          </c:extLst>
        </c:ser>
        <c:dLbls>
          <c:showLegendKey val="0"/>
          <c:showVal val="0"/>
          <c:showCatName val="0"/>
          <c:showSerName val="0"/>
          <c:showPercent val="0"/>
          <c:showBubbleSize val="0"/>
        </c:dLbls>
        <c:gapWidth val="150"/>
        <c:axId val="218514008"/>
        <c:axId val="218513616"/>
      </c:barChart>
      <c:lineChart>
        <c:grouping val="standard"/>
        <c:varyColors val="0"/>
        <c:ser>
          <c:idx val="0"/>
          <c:order val="0"/>
          <c:tx>
            <c:v>300非银</c:v>
          </c:tx>
          <c:spPr>
            <a:ln w="19050">
              <a:solidFill>
                <a:srgbClr val="3C3C3C"/>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'300非银'!$B$3:$B$27</c:f>
              <c:numCache>
                <c:formatCode>0.00%</c:formatCode>
                <c:ptCount val="25"/>
                <c:pt idx="0">
                  <c:v>0</c:v>
                </c:pt>
                <c:pt idx="1">
                  <c:v>-4.8000000000000001E-2</c:v>
                </c:pt>
                <c:pt idx="2">
                  <c:v>-0.23830000000000001</c:v>
                </c:pt>
                <c:pt idx="3">
                  <c:v>-0.35580000000000001</c:v>
                </c:pt>
                <c:pt idx="4">
                  <c:v>-0.47960000000000003</c:v>
                </c:pt>
                <c:pt idx="5">
                  <c:v>-0.48180000000000001</c:v>
                </c:pt>
                <c:pt idx="6">
                  <c:v>-0.43319999999999997</c:v>
                </c:pt>
                <c:pt idx="7">
                  <c:v>-0.3755</c:v>
                </c:pt>
                <c:pt idx="8">
                  <c:v>-0.39460000000000001</c:v>
                </c:pt>
                <c:pt idx="9">
                  <c:v>-0.50880000000000003</c:v>
                </c:pt>
                <c:pt idx="10">
                  <c:v>-0.50849999999999995</c:v>
                </c:pt>
                <c:pt idx="11">
                  <c:v>-0.43280000000000002</c:v>
                </c:pt>
                <c:pt idx="12">
                  <c:v>-0.44190000000000002</c:v>
                </c:pt>
                <c:pt idx="13">
                  <c:v>-0.44440000000000002</c:v>
                </c:pt>
                <c:pt idx="14">
                  <c:v>-0.44240000000000002</c:v>
                </c:pt>
                <c:pt idx="15">
                  <c:v>-0.45169999999999999</c:v>
                </c:pt>
                <c:pt idx="16">
                  <c:v>-0.42199999999999999</c:v>
                </c:pt>
                <c:pt idx="17">
                  <c:v>-0.42470000000000002</c:v>
                </c:pt>
                <c:pt idx="18">
                  <c:v>-0.40839999999999999</c:v>
                </c:pt>
                <c:pt idx="19">
                  <c:v>-0.376</c:v>
                </c:pt>
                <c:pt idx="20">
                  <c:v>-0.4239</c:v>
                </c:pt>
                <c:pt idx="21">
                  <c:v>-0.4289</c:v>
                </c:pt>
                <c:pt idx="22">
                  <c:v>-0.42159999999999997</c:v>
                </c:pt>
                <c:pt idx="23">
                  <c:v>-0.42959999999999998</c:v>
                </c:pt>
                <c:pt idx="24">
                  <c:v>-0.44130000000000003</c:v>
                </c:pt>
              </c:numCache>
            </c:numRef>
          </c:val>
          <c:smooth val="1"/>
          <c:extLst>
            <c:ext xmlns:c16="http://schemas.microsoft.com/office/drawing/2014/chart" uri="{C3380CC4-5D6E-409C-BE32-E72D297353CC}">
              <c16:uniqueId val="{00000005-2094-4077-B568-1D28EDEFCD18}"/>
            </c:ext>
          </c:extLst>
        </c:ser>
        <c:ser>
          <c:idx val="1"/>
          <c:order val="1"/>
          <c:tx>
            <c:v>标准普尔亚洲50指数</c:v>
          </c:tx>
          <c:spPr>
            <a:ln w="25400">
              <a:solidFill>
                <a:srgbClr val="00BEE6"/>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'300非银'!$C$3:$C$27</c:f>
              <c:numCache>
                <c:formatCode>0.00%</c:formatCode>
                <c:ptCount val="25"/>
                <c:pt idx="0">
                  <c:v>0</c:v>
                </c:pt>
                <c:pt idx="1">
                  <c:v>-2.0400000000000001E-2</c:v>
                </c:pt>
                <c:pt idx="2">
                  <c:v>-5.7200000000000001E-2</c:v>
                </c:pt>
                <c:pt idx="3">
                  <c:v>-0.13439999999999999</c:v>
                </c:pt>
                <c:pt idx="4">
                  <c:v>-0.22770000000000001</c:v>
                </c:pt>
                <c:pt idx="5">
                  <c:v>-0.1741</c:v>
                </c:pt>
                <c:pt idx="6">
                  <c:v>-0.15709999999999999</c:v>
                </c:pt>
                <c:pt idx="7">
                  <c:v>-0.1721</c:v>
                </c:pt>
                <c:pt idx="8">
                  <c:v>-0.2205</c:v>
                </c:pt>
                <c:pt idx="9">
                  <c:v>-0.2641</c:v>
                </c:pt>
                <c:pt idx="10">
                  <c:v>-0.25729999999999997</c:v>
                </c:pt>
                <c:pt idx="11">
                  <c:v>-0.19370000000000001</c:v>
                </c:pt>
                <c:pt idx="12">
                  <c:v>-0.1983</c:v>
                </c:pt>
                <c:pt idx="13">
                  <c:v>-0.19439999999999999</c:v>
                </c:pt>
                <c:pt idx="14">
                  <c:v>-0.1641</c:v>
                </c:pt>
                <c:pt idx="15">
                  <c:v>-0.1124</c:v>
                </c:pt>
                <c:pt idx="16">
                  <c:v>-9.6600000000000005E-2</c:v>
                </c:pt>
                <c:pt idx="17">
                  <c:v>-5.7299999999999997E-2</c:v>
                </c:pt>
                <c:pt idx="18">
                  <c:v>-7.9799999999999996E-2</c:v>
                </c:pt>
                <c:pt idx="19">
                  <c:v>-9.3600000000000003E-2</c:v>
                </c:pt>
                <c:pt idx="20">
                  <c:v>-0.1109</c:v>
                </c:pt>
                <c:pt idx="21">
                  <c:v>-6.1199999999999997E-2</c:v>
                </c:pt>
                <c:pt idx="22">
                  <c:v>-3.8399999999999997E-2</c:v>
                </c:pt>
                <c:pt idx="23">
                  <c:v>2.0999999999999999E-3</c:v>
                </c:pt>
                <c:pt idx="24">
                  <c:v>2.5600000000000001E-2</c:v>
                </c:pt>
              </c:numCache>
            </c:numRef>
          </c:val>
          <c:smooth val="1"/>
          <c:extLst>
            <c:ext xmlns:c16="http://schemas.microsoft.com/office/drawing/2014/chart" uri="{C3380CC4-5D6E-409C-BE32-E72D297353CC}">
              <c16:uniqueId val="{00000006-2094-4077-B568-1D28EDEFCD18}"/>
            </c:ext>
          </c:extLst>
        </c:ser>
        <c:ser>
          <c:idx val="2"/>
          <c:order val="2"/>
          <c:tx>
            <c:v>富时100</c:v>
          </c:tx>
          <c:spPr>
            <a:ln w="25400">
              <a:solidFill>
                <a:srgbClr val="0078B4"/>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'300非银'!$D$3:$D$27</c:f>
              <c:numCache>
                <c:formatCode>0.00%</c:formatCode>
                <c:ptCount val="25"/>
                <c:pt idx="1">
                  <c:v>6.9999999999999999E-4</c:v>
                </c:pt>
                <c:pt idx="2">
                  <c:v>-4.9500000000000002E-2</c:v>
                </c:pt>
                <c:pt idx="3">
                  <c:v>-3.7900000000000003E-2</c:v>
                </c:pt>
                <c:pt idx="4">
                  <c:v>-0.1295</c:v>
                </c:pt>
                <c:pt idx="5">
                  <c:v>-8.3500000000000005E-2</c:v>
                </c:pt>
                <c:pt idx="6">
                  <c:v>-8.5400000000000004E-2</c:v>
                </c:pt>
                <c:pt idx="7">
                  <c:v>-8.0500000000000002E-2</c:v>
                </c:pt>
                <c:pt idx="8">
                  <c:v>-0.1244</c:v>
                </c:pt>
                <c:pt idx="9">
                  <c:v>-0.1293</c:v>
                </c:pt>
                <c:pt idx="10">
                  <c:v>-0.1158</c:v>
                </c:pt>
                <c:pt idx="11">
                  <c:v>-0.1168</c:v>
                </c:pt>
                <c:pt idx="12">
                  <c:v>-0.111</c:v>
                </c:pt>
                <c:pt idx="13">
                  <c:v>-0.1101</c:v>
                </c:pt>
                <c:pt idx="14">
                  <c:v>-5.3999999999999999E-2</c:v>
                </c:pt>
                <c:pt idx="15">
                  <c:v>-3.7100000000000001E-2</c:v>
                </c:pt>
                <c:pt idx="16">
                  <c:v>-2.9499999999999998E-2</c:v>
                </c:pt>
                <c:pt idx="17">
                  <c:v>2.1600000000000001E-2</c:v>
                </c:pt>
                <c:pt idx="18">
                  <c:v>-4.5999999999999999E-3</c:v>
                </c:pt>
                <c:pt idx="19">
                  <c:v>-2.8500000000000001E-2</c:v>
                </c:pt>
                <c:pt idx="20">
                  <c:v>3.3300000000000003E-2</c:v>
                </c:pt>
                <c:pt idx="21">
                  <c:v>3.4799999999999998E-2</c:v>
                </c:pt>
                <c:pt idx="22">
                  <c:v>6.3100000000000003E-2</c:v>
                </c:pt>
                <c:pt idx="23">
                  <c:v>5.5599999999999997E-2</c:v>
                </c:pt>
                <c:pt idx="24">
                  <c:v>4.3799999999999999E-2</c:v>
                </c:pt>
              </c:numCache>
            </c:numRef>
          </c:val>
          <c:smooth val="1"/>
          <c:extLst>
            <c:ext xmlns:c16="http://schemas.microsoft.com/office/drawing/2014/chart" uri="{C3380CC4-5D6E-409C-BE32-E72D297353CC}">
              <c16:uniqueId val="{00000007-2094-4077-B568-1D28EDEFCD18}"/>
            </c:ext>
          </c:extLst>
        </c:ser>
        <c:ser>
          <c:idx val="3"/>
          <c:order val="3"/>
          <c:tx>
            <c:v>明晟</c:v>
          </c:tx>
          <c:spPr>
            <a:ln w="25400">
              <a:solidFill>
                <a:srgbClr val="005096"/>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'300非银'!$E$3:$E$27</c:f>
              <c:numCache>
                <c:formatCode>0.00%</c:formatCode>
                <c:ptCount val="25"/>
                <c:pt idx="1">
                  <c:v>-1.6799999999999999E-2</c:v>
                </c:pt>
                <c:pt idx="2">
                  <c:v>-1.5800000000000002E-2</c:v>
                </c:pt>
                <c:pt idx="3">
                  <c:v>6.9400000000000003E-2</c:v>
                </c:pt>
                <c:pt idx="4">
                  <c:v>-7.0999999999999994E-2</c:v>
                </c:pt>
                <c:pt idx="5">
                  <c:v>-4.9500000000000002E-2</c:v>
                </c:pt>
                <c:pt idx="6">
                  <c:v>0.12939999999999999</c:v>
                </c:pt>
                <c:pt idx="7">
                  <c:v>0.12529999999999999</c:v>
                </c:pt>
                <c:pt idx="8">
                  <c:v>0.12609999999999999</c:v>
                </c:pt>
                <c:pt idx="9">
                  <c:v>7.9899999999999999E-2</c:v>
                </c:pt>
                <c:pt idx="10">
                  <c:v>0.14430000000000001</c:v>
                </c:pt>
                <c:pt idx="11">
                  <c:v>0.19439999999999999</c:v>
                </c:pt>
                <c:pt idx="12">
                  <c:v>0.19889999999999999</c:v>
                </c:pt>
                <c:pt idx="13">
                  <c:v>0.26419999999999999</c:v>
                </c:pt>
                <c:pt idx="14">
                  <c:v>0.2354</c:v>
                </c:pt>
                <c:pt idx="15">
                  <c:v>0.38229999999999997</c:v>
                </c:pt>
                <c:pt idx="16">
                  <c:v>0.44</c:v>
                </c:pt>
                <c:pt idx="17">
                  <c:v>0.33760000000000001</c:v>
                </c:pt>
                <c:pt idx="18">
                  <c:v>0.27600000000000002</c:v>
                </c:pt>
                <c:pt idx="19">
                  <c:v>0.2472</c:v>
                </c:pt>
                <c:pt idx="20">
                  <c:v>0.27279999999999999</c:v>
                </c:pt>
                <c:pt idx="21">
                  <c:v>0.48380000000000001</c:v>
                </c:pt>
                <c:pt idx="22">
                  <c:v>0.55740000000000001</c:v>
                </c:pt>
                <c:pt idx="23">
                  <c:v>0.5897</c:v>
                </c:pt>
                <c:pt idx="24">
                  <c:v>0.65649999999999997</c:v>
                </c:pt>
              </c:numCache>
            </c:numRef>
          </c:val>
          <c:smooth val="1"/>
          <c:extLst>
            <c:ext xmlns:c16="http://schemas.microsoft.com/office/drawing/2014/chart" uri="{C3380CC4-5D6E-409C-BE32-E72D297353CC}">
              <c16:uniqueId val="{00000008-2094-4077-B568-1D28EDEFCD18}"/>
            </c:ext>
          </c:extLst>
        </c:ser>
        <c:ser>
          <c:idx val="4"/>
          <c:order val="4"/>
          <c:tx>
            <c:v>沪深300</c:v>
          </c:tx>
          <c:spPr>
            <a:ln w="25400">
              <a:solidFill>
                <a:srgbClr val="FFC819"/>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'300非银'!$F$3:$F$27</c:f>
              <c:numCache>
                <c:formatCode>0.00%</c:formatCode>
                <c:ptCount val="25"/>
                <c:pt idx="0">
                  <c:v>0</c:v>
                </c:pt>
                <c:pt idx="1">
                  <c:v>-4.5999999999999999E-3</c:v>
                </c:pt>
                <c:pt idx="2">
                  <c:v>-0.16600000000000001</c:v>
                </c:pt>
                <c:pt idx="3">
                  <c:v>-0.24909999999999999</c:v>
                </c:pt>
                <c:pt idx="4">
                  <c:v>-0.3407</c:v>
                </c:pt>
                <c:pt idx="5">
                  <c:v>-0.35360000000000003</c:v>
                </c:pt>
                <c:pt idx="6">
                  <c:v>-0.31840000000000002</c:v>
                </c:pt>
                <c:pt idx="7">
                  <c:v>-0.29570000000000002</c:v>
                </c:pt>
                <c:pt idx="8">
                  <c:v>-0.31969999999999998</c:v>
                </c:pt>
                <c:pt idx="9">
                  <c:v>-0.43109999999999998</c:v>
                </c:pt>
                <c:pt idx="10">
                  <c:v>-0.42530000000000001</c:v>
                </c:pt>
                <c:pt idx="11">
                  <c:v>-0.36820000000000003</c:v>
                </c:pt>
                <c:pt idx="12">
                  <c:v>-0.36980000000000002</c:v>
                </c:pt>
                <c:pt idx="13">
                  <c:v>-0.38019999999999998</c:v>
                </c:pt>
                <c:pt idx="14">
                  <c:v>-0.38150000000000001</c:v>
                </c:pt>
                <c:pt idx="15">
                  <c:v>-0.377</c:v>
                </c:pt>
                <c:pt idx="16">
                  <c:v>-0.35260000000000002</c:v>
                </c:pt>
                <c:pt idx="17">
                  <c:v>-0.35410000000000003</c:v>
                </c:pt>
                <c:pt idx="18">
                  <c:v>-0.34129999999999999</c:v>
                </c:pt>
                <c:pt idx="19">
                  <c:v>-0.3009</c:v>
                </c:pt>
                <c:pt idx="20">
                  <c:v>-0.34460000000000002</c:v>
                </c:pt>
                <c:pt idx="21">
                  <c:v>-0.3402</c:v>
                </c:pt>
                <c:pt idx="22">
                  <c:v>-0.32179999999999997</c:v>
                </c:pt>
                <c:pt idx="23">
                  <c:v>-0.31290000000000001</c:v>
                </c:pt>
                <c:pt idx="24">
                  <c:v>-0.3281</c:v>
                </c:pt>
              </c:numCache>
            </c:numRef>
          </c:val>
          <c:smooth val="1"/>
          <c:extLst>
            <c:ext xmlns:c16="http://schemas.microsoft.com/office/drawing/2014/chart" uri="{C3380CC4-5D6E-409C-BE32-E72D297353CC}">
              <c16:uniqueId val="{00000009-2094-4077-B568-1D28EDEFCD18}"/>
            </c:ext>
          </c:extLst>
        </c:ser>
        <c:dLbls>
          <c:showLegendKey val="0"/>
          <c:showVal val="0"/>
          <c:showCatName val="0"/>
          <c:showSerName val="0"/>
          <c:showPercent val="0"/>
          <c:showBubbleSize val="0"/>
        </c:dLbls>
        <c:marker val="1"/>
        <c:smooth val="0"/>
        <c:axId val="218512832"/>
        <c:axId val="218513224"/>
      </c:lineChart>
      <c:dateAx>
        <c:axId val="218512832"/>
        <c:scaling>
          <c:orientation val="minMax"/>
        </c:scaling>
        <c:delete val="0"/>
        <c:axPos val="b"/>
        <c:numFmt formatCode="yy\-mm" sourceLinked="0"/>
        <c:majorTickMark val="none"/>
        <c:minorTickMark val="none"/>
        <c:tickLblPos val="nextTo"/>
        <c:spPr>
          <a:ln w="25400">
            <a:noFill/>
            <a:prstDash val="solid"/>
          </a:ln>
        </c:spPr>
        <c:txPr>
          <a:bodyPr/>
          <a:lstStyle/>
          <a:p>
            <a:pPr>
              <a:defRPr sz="900">
                <a:latin typeface="Arial"/>
                <a:ea typeface="Arial"/>
                <a:cs typeface="Arial"/>
              </a:defRPr>
            </a:pPr>
            <a:endParaRPr lang="zh-CN"/>
          </a:p>
        </c:txPr>
        <c:crossAx val="218513224"/>
        <c:crossesAt val="-0.8"/>
        <c:auto val="1"/>
        <c:lblOffset val="100"/>
        <c:baseTimeUnit val="months"/>
      </c:dateAx>
      <c:valAx>
        <c:axId val="218513224"/>
        <c:scaling>
          <c:orientation val="minMax"/>
        </c:scaling>
        <c:delete val="0"/>
        <c:axPos val="l"/>
        <c:majorGridlines>
          <c:spPr>
            <a:ln>
              <a:solidFill>
                <a:srgbClr val="808080">
                  <a:lumMod val="20000"/>
                  <a:lumOff val="80000"/>
                </a:srgbClr>
              </a:solidFill>
            </a:ln>
          </c:spPr>
        </c:majorGridlines>
        <c:numFmt formatCode="0.00%" sourceLinked="1"/>
        <c:majorTickMark val="none"/>
        <c:minorTickMark val="none"/>
        <c:tickLblPos val="nextTo"/>
        <c:spPr>
          <a:ln>
            <a:noFill/>
          </a:ln>
        </c:spPr>
        <c:txPr>
          <a:bodyPr/>
          <a:lstStyle/>
          <a:p>
            <a:pPr algn="ctr">
              <a:defRPr lang="zh-CN" altLang="en-US" sz="900" b="0" i="0" u="none" strike="noStrike" kern="1200" baseline="0">
                <a:solidFill>
                  <a:schemeClr val="tx1"/>
                </a:solidFill>
                <a:latin typeface="Arial"/>
                <a:ea typeface="Arial"/>
                <a:cs typeface="Arial"/>
              </a:defRPr>
            </a:pPr>
            <a:endParaRPr lang="zh-CN"/>
          </a:p>
        </c:txPr>
        <c:crossAx val="218512832"/>
        <c:crosses val="autoZero"/>
        <c:crossBetween val="between"/>
      </c:valAx>
      <c:valAx>
        <c:axId val="218513616"/>
        <c:scaling>
          <c:orientation val="minMax"/>
        </c:scaling>
        <c:delete val="0"/>
        <c:axPos val="r"/>
        <c:numFmt formatCode="General" sourceLinked="1"/>
        <c:majorTickMark val="out"/>
        <c:minorTickMark val="none"/>
        <c:tickLblPos val="nextTo"/>
        <c:spPr>
          <a:ln w="25400">
            <a:noFill/>
            <a:prstDash val="solid"/>
          </a:ln>
        </c:spPr>
        <c:txPr>
          <a:bodyPr/>
          <a:lstStyle/>
          <a:p>
            <a:pPr algn="ctr">
              <a:defRPr lang="zh-CN" altLang="en-US" sz="900" b="0" i="0" u="none" strike="noStrike" kern="1200" baseline="0">
                <a:solidFill>
                  <a:schemeClr val="tx1"/>
                </a:solidFill>
                <a:latin typeface="Arial"/>
                <a:ea typeface="Arial"/>
                <a:cs typeface="Arial"/>
              </a:defRPr>
            </a:pPr>
            <a:endParaRPr lang="zh-CN"/>
          </a:p>
        </c:txPr>
        <c:crossAx val="218514008"/>
        <c:crosses val="max"/>
        <c:crossBetween val="between"/>
      </c:valAx>
      <c:dateAx>
        <c:axId val="218514008"/>
        <c:scaling>
          <c:orientation val="minMax"/>
        </c:scaling>
        <c:delete val="1"/>
        <c:axPos val="b"/>
        <c:numFmt formatCode="yyyy\/m\/d" sourceLinked="1"/>
        <c:majorTickMark val="out"/>
        <c:minorTickMark val="none"/>
        <c:tickLblPos val="none"/>
        <c:crossAx val="218513616"/>
        <c:crosses val="autoZero"/>
        <c:auto val="1"/>
        <c:lblOffset val="100"/>
        <c:baseTimeUnit val="months"/>
      </c:dateAx>
      <c:spPr>
        <a:noFill/>
        <a:ln w="25400">
          <a:noFill/>
        </a:ln>
      </c:spPr>
    </c:plotArea>
    <c:legend>
      <c:legendPos val="tr"/>
      <c:layout>
        <c:manualLayout>
          <c:xMode val="edge"/>
          <c:yMode val="edge"/>
          <c:x val="0.81505049198266033"/>
          <c:y val="0.11233238991839624"/>
          <c:w val="0.17554290423583566"/>
          <c:h val="0.46648449611370474"/>
        </c:manualLayout>
      </c:layout>
      <c:overlay val="0"/>
      <c:spPr>
        <a:ln w="25400">
          <a:noFill/>
        </a:ln>
      </c:spPr>
      <c:txPr>
        <a:bodyPr/>
        <a:lstStyle/>
        <a:p>
          <a:pPr>
            <a:defRPr>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legend>
    <c:plotVisOnly val="1"/>
    <c:dispBlanksAs val="gap"/>
    <c:showDLblsOverMax val="0"/>
  </c:chart>
  <c:spPr>
    <a:ln>
      <a:noFill/>
    </a:ln>
  </c:spPr>
  <c:txPr>
    <a:bodyPr/>
    <a:lstStyle/>
    <a:p>
      <a:pPr>
        <a:defRPr sz="900"/>
      </a:pPr>
      <a:endParaRPr lang="zh-CN"/>
    </a:p>
  </c:txPr>
  <c:externalData r:id="rId2">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stacked"/>
        <c:varyColors val="0"/>
        <c:ser>
          <c:idx val="5"/>
          <c:order val="5"/>
          <c:tx>
            <c:v>成交金额</c:v>
          </c:tx>
          <c:spPr>
            <a:solidFill>
              <a:srgbClr val="CCCCCC"/>
            </a:solidFill>
            <a:ln>
              <a:noFill/>
              <a:prstDash val="solid"/>
            </a:ln>
          </c:spPr>
          <c:invertIfNegative val="0"/>
          <c:dPt>
            <c:idx val="128"/>
            <c:invertIfNegative val="0"/>
            <c:bubble3D val="0"/>
            <c:spPr>
              <a:solidFill>
                <a:srgbClr val="CCCCCC"/>
              </a:solidFill>
              <a:ln>
                <a:noFill/>
                <a:prstDash val="solid"/>
              </a:ln>
              <a:scene3d>
                <a:camera prst="orthographicFront"/>
                <a:lightRig rig="threePt" dir="t"/>
              </a:scene3d>
              <a:sp3d>
                <a:bevelT w="63500"/>
              </a:sp3d>
            </c:spPr>
            <c:extLst>
              <c:ext xmlns:c16="http://schemas.microsoft.com/office/drawing/2014/chart" uri="{C3380CC4-5D6E-409C-BE32-E72D297353CC}">
                <c16:uniqueId val="{00000001-291F-40FA-8E86-6408B2327DEB}"/>
              </c:ext>
            </c:extLst>
          </c:dPt>
          <c:dPt>
            <c:idx val="151"/>
            <c:invertIfNegative val="0"/>
            <c:bubble3D val="0"/>
            <c:spPr>
              <a:solidFill>
                <a:srgbClr val="CCCCCC"/>
              </a:solidFill>
              <a:ln>
                <a:noFill/>
                <a:prstDash val="solid"/>
              </a:ln>
              <a:scene3d>
                <a:camera prst="orthographicFront"/>
                <a:lightRig rig="threePt" dir="t"/>
              </a:scene3d>
              <a:sp3d>
                <a:bevelT w="6350000"/>
                <a:bevelB w="6350000"/>
              </a:sp3d>
            </c:spPr>
            <c:extLst>
              <c:ext xmlns:c16="http://schemas.microsoft.com/office/drawing/2014/chart" uri="{C3380CC4-5D6E-409C-BE32-E72D297353CC}">
                <c16:uniqueId val="{00000003-291F-40FA-8E86-6408B2327DEB}"/>
              </c:ext>
            </c:extLst>
          </c:dPt>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'300非银'!$G$3:$G$27</c:f>
              <c:numCache>
                <c:formatCode>General</c:formatCode>
                <c:ptCount val="25"/>
                <c:pt idx="0">
                  <c:v>129230.7</c:v>
                </c:pt>
                <c:pt idx="1">
                  <c:v>97058.95</c:v>
                </c:pt>
                <c:pt idx="2">
                  <c:v>82337.8</c:v>
                </c:pt>
                <c:pt idx="3">
                  <c:v>38683.96</c:v>
                </c:pt>
                <c:pt idx="4">
                  <c:v>59112.36</c:v>
                </c:pt>
                <c:pt idx="5">
                  <c:v>26449.73</c:v>
                </c:pt>
                <c:pt idx="6">
                  <c:v>22380.54</c:v>
                </c:pt>
                <c:pt idx="7">
                  <c:v>28401.08</c:v>
                </c:pt>
                <c:pt idx="8">
                  <c:v>26307.71</c:v>
                </c:pt>
                <c:pt idx="9">
                  <c:v>16980.34</c:v>
                </c:pt>
                <c:pt idx="10">
                  <c:v>22329.46</c:v>
                </c:pt>
                <c:pt idx="11">
                  <c:v>27034.89</c:v>
                </c:pt>
                <c:pt idx="12">
                  <c:v>24147.439999999999</c:v>
                </c:pt>
                <c:pt idx="13">
                  <c:v>32649.13</c:v>
                </c:pt>
                <c:pt idx="14">
                  <c:v>16446.27</c:v>
                </c:pt>
                <c:pt idx="15">
                  <c:v>11503.62</c:v>
                </c:pt>
                <c:pt idx="16">
                  <c:v>15412.06</c:v>
                </c:pt>
                <c:pt idx="17">
                  <c:v>12627.08</c:v>
                </c:pt>
                <c:pt idx="18">
                  <c:v>17685.59</c:v>
                </c:pt>
                <c:pt idx="19">
                  <c:v>24511.33</c:v>
                </c:pt>
                <c:pt idx="20">
                  <c:v>11460.88</c:v>
                </c:pt>
                <c:pt idx="21">
                  <c:v>7858.47</c:v>
                </c:pt>
                <c:pt idx="22">
                  <c:v>10947.74</c:v>
                </c:pt>
                <c:pt idx="23">
                  <c:v>14641.55</c:v>
                </c:pt>
                <c:pt idx="24">
                  <c:v>8495.7199999999993</c:v>
                </c:pt>
              </c:numCache>
            </c:numRef>
          </c:val>
          <c:extLst>
            <c:ext xmlns:c16="http://schemas.microsoft.com/office/drawing/2014/chart" uri="{C3380CC4-5D6E-409C-BE32-E72D297353CC}">
              <c16:uniqueId val="{00000004-291F-40FA-8E86-6408B2327DEB}"/>
            </c:ext>
          </c:extLst>
        </c:ser>
        <c:dLbls>
          <c:showLegendKey val="0"/>
          <c:showVal val="0"/>
          <c:showCatName val="0"/>
          <c:showSerName val="0"/>
          <c:showPercent val="0"/>
          <c:showBubbleSize val="0"/>
        </c:dLbls>
        <c:gapWidth val="150"/>
        <c:axId val="218871448"/>
        <c:axId val="218871056"/>
      </c:barChart>
      <c:lineChart>
        <c:grouping val="standard"/>
        <c:varyColors val="0"/>
        <c:ser>
          <c:idx val="0"/>
          <c:order val="0"/>
          <c:tx>
            <c:v>300非银</c:v>
          </c:tx>
          <c:spPr>
            <a:ln w="19050">
              <a:solidFill>
                <a:srgbClr val="1EB9E1">
                  <a:lumMod val="75000"/>
                </a:srgbClr>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'300非银'!$B$3:$B$27</c:f>
              <c:numCache>
                <c:formatCode>0.00%</c:formatCode>
                <c:ptCount val="25"/>
                <c:pt idx="0">
                  <c:v>0</c:v>
                </c:pt>
                <c:pt idx="1">
                  <c:v>-4.8000000000000001E-2</c:v>
                </c:pt>
                <c:pt idx="2">
                  <c:v>-0.23830000000000001</c:v>
                </c:pt>
                <c:pt idx="3">
                  <c:v>-0.35580000000000001</c:v>
                </c:pt>
                <c:pt idx="4">
                  <c:v>-0.47960000000000003</c:v>
                </c:pt>
                <c:pt idx="5">
                  <c:v>-0.48180000000000001</c:v>
                </c:pt>
                <c:pt idx="6">
                  <c:v>-0.43319999999999997</c:v>
                </c:pt>
                <c:pt idx="7">
                  <c:v>-0.3755</c:v>
                </c:pt>
                <c:pt idx="8">
                  <c:v>-0.39460000000000001</c:v>
                </c:pt>
                <c:pt idx="9">
                  <c:v>-0.50880000000000003</c:v>
                </c:pt>
                <c:pt idx="10">
                  <c:v>-0.50849999999999995</c:v>
                </c:pt>
                <c:pt idx="11">
                  <c:v>-0.43280000000000002</c:v>
                </c:pt>
                <c:pt idx="12">
                  <c:v>-0.44190000000000002</c:v>
                </c:pt>
                <c:pt idx="13">
                  <c:v>-0.44440000000000002</c:v>
                </c:pt>
                <c:pt idx="14">
                  <c:v>-0.44240000000000002</c:v>
                </c:pt>
                <c:pt idx="15">
                  <c:v>-0.45169999999999999</c:v>
                </c:pt>
                <c:pt idx="16">
                  <c:v>-0.42199999999999999</c:v>
                </c:pt>
                <c:pt idx="17">
                  <c:v>-0.42470000000000002</c:v>
                </c:pt>
                <c:pt idx="18">
                  <c:v>-0.40839999999999999</c:v>
                </c:pt>
                <c:pt idx="19">
                  <c:v>-0.376</c:v>
                </c:pt>
                <c:pt idx="20">
                  <c:v>-0.4239</c:v>
                </c:pt>
                <c:pt idx="21">
                  <c:v>-0.4289</c:v>
                </c:pt>
                <c:pt idx="22">
                  <c:v>-0.42159999999999997</c:v>
                </c:pt>
                <c:pt idx="23">
                  <c:v>-0.42959999999999998</c:v>
                </c:pt>
                <c:pt idx="24">
                  <c:v>-0.44130000000000003</c:v>
                </c:pt>
              </c:numCache>
            </c:numRef>
          </c:val>
          <c:smooth val="1"/>
          <c:extLst>
            <c:ext xmlns:c16="http://schemas.microsoft.com/office/drawing/2014/chart" uri="{C3380CC4-5D6E-409C-BE32-E72D297353CC}">
              <c16:uniqueId val="{00000005-291F-40FA-8E86-6408B2327DEB}"/>
            </c:ext>
          </c:extLst>
        </c:ser>
        <c:ser>
          <c:idx val="1"/>
          <c:order val="1"/>
          <c:tx>
            <c:v>标准普尔亚洲50指数</c:v>
          </c:tx>
          <c:spPr>
            <a:ln w="25400">
              <a:solidFill>
                <a:srgbClr val="FFC819"/>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'300非银'!$C$3:$C$27</c:f>
              <c:numCache>
                <c:formatCode>0.00%</c:formatCode>
                <c:ptCount val="25"/>
                <c:pt idx="0">
                  <c:v>0</c:v>
                </c:pt>
                <c:pt idx="1">
                  <c:v>-2.0400000000000001E-2</c:v>
                </c:pt>
                <c:pt idx="2">
                  <c:v>-5.7200000000000001E-2</c:v>
                </c:pt>
                <c:pt idx="3">
                  <c:v>-0.13439999999999999</c:v>
                </c:pt>
                <c:pt idx="4">
                  <c:v>-0.22770000000000001</c:v>
                </c:pt>
                <c:pt idx="5">
                  <c:v>-0.1741</c:v>
                </c:pt>
                <c:pt idx="6">
                  <c:v>-0.15709999999999999</c:v>
                </c:pt>
                <c:pt idx="7">
                  <c:v>-0.1721</c:v>
                </c:pt>
                <c:pt idx="8">
                  <c:v>-0.2205</c:v>
                </c:pt>
                <c:pt idx="9">
                  <c:v>-0.2641</c:v>
                </c:pt>
                <c:pt idx="10">
                  <c:v>-0.25729999999999997</c:v>
                </c:pt>
                <c:pt idx="11">
                  <c:v>-0.19370000000000001</c:v>
                </c:pt>
                <c:pt idx="12">
                  <c:v>-0.1983</c:v>
                </c:pt>
                <c:pt idx="13">
                  <c:v>-0.19439999999999999</c:v>
                </c:pt>
                <c:pt idx="14">
                  <c:v>-0.1641</c:v>
                </c:pt>
                <c:pt idx="15">
                  <c:v>-0.1124</c:v>
                </c:pt>
                <c:pt idx="16">
                  <c:v>-9.6600000000000005E-2</c:v>
                </c:pt>
                <c:pt idx="17">
                  <c:v>-5.7299999999999997E-2</c:v>
                </c:pt>
                <c:pt idx="18">
                  <c:v>-7.9799999999999996E-2</c:v>
                </c:pt>
                <c:pt idx="19">
                  <c:v>-9.3600000000000003E-2</c:v>
                </c:pt>
                <c:pt idx="20">
                  <c:v>-0.1109</c:v>
                </c:pt>
                <c:pt idx="21">
                  <c:v>-6.1199999999999997E-2</c:v>
                </c:pt>
                <c:pt idx="22">
                  <c:v>-3.8399999999999997E-2</c:v>
                </c:pt>
                <c:pt idx="23">
                  <c:v>2.0999999999999999E-3</c:v>
                </c:pt>
                <c:pt idx="24">
                  <c:v>2.5600000000000001E-2</c:v>
                </c:pt>
              </c:numCache>
            </c:numRef>
          </c:val>
          <c:smooth val="1"/>
          <c:extLst>
            <c:ext xmlns:c16="http://schemas.microsoft.com/office/drawing/2014/chart" uri="{C3380CC4-5D6E-409C-BE32-E72D297353CC}">
              <c16:uniqueId val="{00000006-291F-40FA-8E86-6408B2327DEB}"/>
            </c:ext>
          </c:extLst>
        </c:ser>
        <c:ser>
          <c:idx val="2"/>
          <c:order val="2"/>
          <c:tx>
            <c:v>富时100</c:v>
          </c:tx>
          <c:spPr>
            <a:ln w="31750">
              <a:solidFill>
                <a:srgbClr val="3C3C3C"/>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'300非银'!$D$3:$D$27</c:f>
              <c:numCache>
                <c:formatCode>0.00%</c:formatCode>
                <c:ptCount val="25"/>
                <c:pt idx="1">
                  <c:v>6.9999999999999999E-4</c:v>
                </c:pt>
                <c:pt idx="2">
                  <c:v>-4.9500000000000002E-2</c:v>
                </c:pt>
                <c:pt idx="3">
                  <c:v>-3.7900000000000003E-2</c:v>
                </c:pt>
                <c:pt idx="4">
                  <c:v>-0.1295</c:v>
                </c:pt>
                <c:pt idx="5">
                  <c:v>-8.3500000000000005E-2</c:v>
                </c:pt>
                <c:pt idx="6">
                  <c:v>-8.5400000000000004E-2</c:v>
                </c:pt>
                <c:pt idx="7">
                  <c:v>-8.0500000000000002E-2</c:v>
                </c:pt>
                <c:pt idx="8">
                  <c:v>-0.1244</c:v>
                </c:pt>
                <c:pt idx="9">
                  <c:v>-0.1293</c:v>
                </c:pt>
                <c:pt idx="10">
                  <c:v>-0.1158</c:v>
                </c:pt>
                <c:pt idx="11">
                  <c:v>-0.1168</c:v>
                </c:pt>
                <c:pt idx="12">
                  <c:v>-0.111</c:v>
                </c:pt>
                <c:pt idx="13">
                  <c:v>-0.1101</c:v>
                </c:pt>
                <c:pt idx="14">
                  <c:v>-5.3999999999999999E-2</c:v>
                </c:pt>
                <c:pt idx="15">
                  <c:v>-3.7100000000000001E-2</c:v>
                </c:pt>
                <c:pt idx="16">
                  <c:v>-2.9499999999999998E-2</c:v>
                </c:pt>
                <c:pt idx="17">
                  <c:v>2.1600000000000001E-2</c:v>
                </c:pt>
                <c:pt idx="18">
                  <c:v>-4.5999999999999999E-3</c:v>
                </c:pt>
                <c:pt idx="19">
                  <c:v>-2.8500000000000001E-2</c:v>
                </c:pt>
                <c:pt idx="20">
                  <c:v>3.3300000000000003E-2</c:v>
                </c:pt>
                <c:pt idx="21">
                  <c:v>3.4799999999999998E-2</c:v>
                </c:pt>
                <c:pt idx="22">
                  <c:v>6.3100000000000003E-2</c:v>
                </c:pt>
                <c:pt idx="23">
                  <c:v>5.5599999999999997E-2</c:v>
                </c:pt>
                <c:pt idx="24">
                  <c:v>4.3799999999999999E-2</c:v>
                </c:pt>
              </c:numCache>
            </c:numRef>
          </c:val>
          <c:smooth val="1"/>
          <c:extLst>
            <c:ext xmlns:c16="http://schemas.microsoft.com/office/drawing/2014/chart" uri="{C3380CC4-5D6E-409C-BE32-E72D297353CC}">
              <c16:uniqueId val="{00000007-291F-40FA-8E86-6408B2327DEB}"/>
            </c:ext>
          </c:extLst>
        </c:ser>
        <c:ser>
          <c:idx val="3"/>
          <c:order val="3"/>
          <c:tx>
            <c:v>明晟</c:v>
          </c:tx>
          <c:spPr>
            <a:ln w="25400">
              <a:solidFill>
                <a:srgbClr val="0078B4">
                  <a:lumMod val="40000"/>
                  <a:lumOff val="60000"/>
                </a:srgbClr>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'300非银'!$E$3:$E$27</c:f>
              <c:numCache>
                <c:formatCode>0.00%</c:formatCode>
                <c:ptCount val="25"/>
                <c:pt idx="1">
                  <c:v>-1.6799999999999999E-2</c:v>
                </c:pt>
                <c:pt idx="2">
                  <c:v>-1.5800000000000002E-2</c:v>
                </c:pt>
                <c:pt idx="3">
                  <c:v>6.9400000000000003E-2</c:v>
                </c:pt>
                <c:pt idx="4">
                  <c:v>-7.0999999999999994E-2</c:v>
                </c:pt>
                <c:pt idx="5">
                  <c:v>-4.9500000000000002E-2</c:v>
                </c:pt>
                <c:pt idx="6">
                  <c:v>0.12939999999999999</c:v>
                </c:pt>
                <c:pt idx="7">
                  <c:v>0.12529999999999999</c:v>
                </c:pt>
                <c:pt idx="8">
                  <c:v>0.12609999999999999</c:v>
                </c:pt>
                <c:pt idx="9">
                  <c:v>7.9899999999999999E-2</c:v>
                </c:pt>
                <c:pt idx="10">
                  <c:v>0.14430000000000001</c:v>
                </c:pt>
                <c:pt idx="11">
                  <c:v>0.19439999999999999</c:v>
                </c:pt>
                <c:pt idx="12">
                  <c:v>0.19889999999999999</c:v>
                </c:pt>
                <c:pt idx="13">
                  <c:v>0.26419999999999999</c:v>
                </c:pt>
                <c:pt idx="14">
                  <c:v>0.2354</c:v>
                </c:pt>
                <c:pt idx="15">
                  <c:v>0.38229999999999997</c:v>
                </c:pt>
                <c:pt idx="16">
                  <c:v>0.44</c:v>
                </c:pt>
                <c:pt idx="17">
                  <c:v>0.33760000000000001</c:v>
                </c:pt>
                <c:pt idx="18">
                  <c:v>0.27600000000000002</c:v>
                </c:pt>
                <c:pt idx="19">
                  <c:v>0.2472</c:v>
                </c:pt>
                <c:pt idx="20">
                  <c:v>0.27279999999999999</c:v>
                </c:pt>
                <c:pt idx="21">
                  <c:v>0.48380000000000001</c:v>
                </c:pt>
                <c:pt idx="22">
                  <c:v>0.55740000000000001</c:v>
                </c:pt>
                <c:pt idx="23">
                  <c:v>0.5897</c:v>
                </c:pt>
                <c:pt idx="24">
                  <c:v>0.65649999999999997</c:v>
                </c:pt>
              </c:numCache>
            </c:numRef>
          </c:val>
          <c:smooth val="1"/>
          <c:extLst>
            <c:ext xmlns:c16="http://schemas.microsoft.com/office/drawing/2014/chart" uri="{C3380CC4-5D6E-409C-BE32-E72D297353CC}">
              <c16:uniqueId val="{00000008-291F-40FA-8E86-6408B2327DEB}"/>
            </c:ext>
          </c:extLst>
        </c:ser>
        <c:ser>
          <c:idx val="4"/>
          <c:order val="4"/>
          <c:tx>
            <c:v>沪深300</c:v>
          </c:tx>
          <c:spPr>
            <a:ln w="25400">
              <a:solidFill>
                <a:srgbClr val="B3EBFF"/>
              </a:solidFill>
              <a:prstDash val="solid"/>
            </a:ln>
          </c:spPr>
          <c:marker>
            <c:symbol val="none"/>
          </c:marker>
          <c:cat>
            <c:numRef>
              <c:f>'300非银'!$A$3:$A$27</c:f>
              <c:numCache>
                <c:formatCode>yyyy\/m\/d</c:formatCode>
                <c:ptCount val="25"/>
                <c:pt idx="0">
                  <c:v>42125</c:v>
                </c:pt>
                <c:pt idx="1">
                  <c:v>42156</c:v>
                </c:pt>
                <c:pt idx="2">
                  <c:v>42186</c:v>
                </c:pt>
                <c:pt idx="3">
                  <c:v>42217</c:v>
                </c:pt>
                <c:pt idx="4">
                  <c:v>42248</c:v>
                </c:pt>
                <c:pt idx="5">
                  <c:v>42278</c:v>
                </c:pt>
                <c:pt idx="6">
                  <c:v>42309</c:v>
                </c:pt>
                <c:pt idx="7">
                  <c:v>42339</c:v>
                </c:pt>
                <c:pt idx="8">
                  <c:v>42370</c:v>
                </c:pt>
                <c:pt idx="9">
                  <c:v>42401</c:v>
                </c:pt>
                <c:pt idx="10">
                  <c:v>42430</c:v>
                </c:pt>
                <c:pt idx="11">
                  <c:v>42461</c:v>
                </c:pt>
                <c:pt idx="12">
                  <c:v>42491</c:v>
                </c:pt>
                <c:pt idx="13">
                  <c:v>42522</c:v>
                </c:pt>
                <c:pt idx="14">
                  <c:v>42552</c:v>
                </c:pt>
                <c:pt idx="15">
                  <c:v>42583</c:v>
                </c:pt>
                <c:pt idx="16">
                  <c:v>42614</c:v>
                </c:pt>
                <c:pt idx="17">
                  <c:v>42644</c:v>
                </c:pt>
                <c:pt idx="18">
                  <c:v>42675</c:v>
                </c:pt>
                <c:pt idx="19">
                  <c:v>42705</c:v>
                </c:pt>
                <c:pt idx="20">
                  <c:v>42736</c:v>
                </c:pt>
                <c:pt idx="21">
                  <c:v>42767</c:v>
                </c:pt>
                <c:pt idx="22">
                  <c:v>42795</c:v>
                </c:pt>
                <c:pt idx="23">
                  <c:v>42826</c:v>
                </c:pt>
                <c:pt idx="24">
                  <c:v>42856</c:v>
                </c:pt>
              </c:numCache>
            </c:numRef>
          </c:cat>
          <c:val>
            <c:numRef>
              <c:f>'300非银'!$F$3:$F$27</c:f>
              <c:numCache>
                <c:formatCode>0.00%</c:formatCode>
                <c:ptCount val="25"/>
                <c:pt idx="0">
                  <c:v>0</c:v>
                </c:pt>
                <c:pt idx="1">
                  <c:v>-4.5999999999999999E-3</c:v>
                </c:pt>
                <c:pt idx="2">
                  <c:v>-0.16600000000000001</c:v>
                </c:pt>
                <c:pt idx="3">
                  <c:v>-0.24909999999999999</c:v>
                </c:pt>
                <c:pt idx="4">
                  <c:v>-0.3407</c:v>
                </c:pt>
                <c:pt idx="5">
                  <c:v>-0.35360000000000003</c:v>
                </c:pt>
                <c:pt idx="6">
                  <c:v>-0.31840000000000002</c:v>
                </c:pt>
                <c:pt idx="7">
                  <c:v>-0.29570000000000002</c:v>
                </c:pt>
                <c:pt idx="8">
                  <c:v>-0.31969999999999998</c:v>
                </c:pt>
                <c:pt idx="9">
                  <c:v>-0.43109999999999998</c:v>
                </c:pt>
                <c:pt idx="10">
                  <c:v>-0.42530000000000001</c:v>
                </c:pt>
                <c:pt idx="11">
                  <c:v>-0.36820000000000003</c:v>
                </c:pt>
                <c:pt idx="12">
                  <c:v>-0.36980000000000002</c:v>
                </c:pt>
                <c:pt idx="13">
                  <c:v>-0.38019999999999998</c:v>
                </c:pt>
                <c:pt idx="14">
                  <c:v>-0.38150000000000001</c:v>
                </c:pt>
                <c:pt idx="15">
                  <c:v>-0.377</c:v>
                </c:pt>
                <c:pt idx="16">
                  <c:v>-0.35260000000000002</c:v>
                </c:pt>
                <c:pt idx="17">
                  <c:v>-0.35410000000000003</c:v>
                </c:pt>
                <c:pt idx="18">
                  <c:v>-0.34129999999999999</c:v>
                </c:pt>
                <c:pt idx="19">
                  <c:v>-0.3009</c:v>
                </c:pt>
                <c:pt idx="20">
                  <c:v>-0.34460000000000002</c:v>
                </c:pt>
                <c:pt idx="21">
                  <c:v>-0.3402</c:v>
                </c:pt>
                <c:pt idx="22">
                  <c:v>-0.32179999999999997</c:v>
                </c:pt>
                <c:pt idx="23">
                  <c:v>-0.31290000000000001</c:v>
                </c:pt>
                <c:pt idx="24">
                  <c:v>-0.3281</c:v>
                </c:pt>
              </c:numCache>
            </c:numRef>
          </c:val>
          <c:smooth val="1"/>
          <c:extLst>
            <c:ext xmlns:c16="http://schemas.microsoft.com/office/drawing/2014/chart" uri="{C3380CC4-5D6E-409C-BE32-E72D297353CC}">
              <c16:uniqueId val="{00000009-291F-40FA-8E86-6408B2327DEB}"/>
            </c:ext>
          </c:extLst>
        </c:ser>
        <c:dLbls>
          <c:showLegendKey val="0"/>
          <c:showVal val="0"/>
          <c:showCatName val="0"/>
          <c:showSerName val="0"/>
          <c:showPercent val="0"/>
          <c:showBubbleSize val="0"/>
        </c:dLbls>
        <c:marker val="1"/>
        <c:smooth val="0"/>
        <c:axId val="218514792"/>
        <c:axId val="218515184"/>
      </c:lineChart>
      <c:dateAx>
        <c:axId val="218514792"/>
        <c:scaling>
          <c:orientation val="minMax"/>
        </c:scaling>
        <c:delete val="0"/>
        <c:axPos val="b"/>
        <c:numFmt formatCode="yy\-mm" sourceLinked="0"/>
        <c:majorTickMark val="none"/>
        <c:minorTickMark val="none"/>
        <c:tickLblPos val="nextTo"/>
        <c:spPr>
          <a:ln w="25400">
            <a:noFill/>
            <a:prstDash val="solid"/>
          </a:ln>
        </c:spPr>
        <c:txPr>
          <a:bodyPr/>
          <a:lstStyle/>
          <a:p>
            <a:pPr>
              <a:defRPr sz="700">
                <a:latin typeface="Arial"/>
                <a:ea typeface="Arial"/>
                <a:cs typeface="Arial"/>
              </a:defRPr>
            </a:pPr>
            <a:endParaRPr lang="zh-CN"/>
          </a:p>
        </c:txPr>
        <c:crossAx val="218515184"/>
        <c:crossesAt val="-0.8"/>
        <c:auto val="1"/>
        <c:lblOffset val="100"/>
        <c:baseTimeUnit val="months"/>
      </c:dateAx>
      <c:valAx>
        <c:axId val="218515184"/>
        <c:scaling>
          <c:orientation val="minMax"/>
        </c:scaling>
        <c:delete val="0"/>
        <c:axPos val="l"/>
        <c:majorGridlines>
          <c:spPr>
            <a:ln>
              <a:solidFill>
                <a:srgbClr val="808080">
                  <a:lumMod val="20000"/>
                  <a:lumOff val="80000"/>
                </a:srgbClr>
              </a:solidFill>
            </a:ln>
          </c:spPr>
        </c:majorGridlines>
        <c:numFmt formatCode="0.00%" sourceLinked="1"/>
        <c:majorTickMark val="none"/>
        <c:minorTickMark val="none"/>
        <c:tickLblPos val="nextTo"/>
        <c:spPr>
          <a:ln>
            <a:noFill/>
          </a:ln>
        </c:spPr>
        <c:txPr>
          <a:bodyPr/>
          <a:lstStyle/>
          <a:p>
            <a:pPr algn="ctr">
              <a:defRPr lang="zh-CN" altLang="en-US" sz="700" b="0" i="0" u="none" strike="noStrike" kern="1200" baseline="0">
                <a:solidFill>
                  <a:schemeClr val="tx1"/>
                </a:solidFill>
                <a:latin typeface="Arial"/>
                <a:ea typeface="Arial"/>
                <a:cs typeface="Arial"/>
              </a:defRPr>
            </a:pPr>
            <a:endParaRPr lang="zh-CN"/>
          </a:p>
        </c:txPr>
        <c:crossAx val="218514792"/>
        <c:crosses val="autoZero"/>
        <c:crossBetween val="between"/>
      </c:valAx>
      <c:valAx>
        <c:axId val="218871056"/>
        <c:scaling>
          <c:orientation val="minMax"/>
        </c:scaling>
        <c:delete val="0"/>
        <c:axPos val="r"/>
        <c:numFmt formatCode="General" sourceLinked="1"/>
        <c:majorTickMark val="out"/>
        <c:minorTickMark val="none"/>
        <c:tickLblPos val="nextTo"/>
        <c:spPr>
          <a:ln w="25400">
            <a:noFill/>
            <a:prstDash val="solid"/>
          </a:ln>
        </c:spPr>
        <c:txPr>
          <a:bodyPr/>
          <a:lstStyle/>
          <a:p>
            <a:pPr algn="ctr">
              <a:defRPr lang="zh-CN" altLang="en-US" sz="700" b="0" i="0" u="none" strike="noStrike" kern="1200" baseline="0">
                <a:solidFill>
                  <a:schemeClr val="tx1"/>
                </a:solidFill>
                <a:latin typeface="Arial"/>
                <a:ea typeface="Arial"/>
                <a:cs typeface="Arial"/>
              </a:defRPr>
            </a:pPr>
            <a:endParaRPr lang="zh-CN"/>
          </a:p>
        </c:txPr>
        <c:crossAx val="218871448"/>
        <c:crosses val="max"/>
        <c:crossBetween val="between"/>
      </c:valAx>
      <c:dateAx>
        <c:axId val="218871448"/>
        <c:scaling>
          <c:orientation val="minMax"/>
        </c:scaling>
        <c:delete val="1"/>
        <c:axPos val="b"/>
        <c:numFmt formatCode="yyyy\/m\/d" sourceLinked="1"/>
        <c:majorTickMark val="out"/>
        <c:minorTickMark val="none"/>
        <c:tickLblPos val="none"/>
        <c:crossAx val="218871056"/>
        <c:crosses val="autoZero"/>
        <c:auto val="1"/>
        <c:lblOffset val="100"/>
        <c:baseTimeUnit val="months"/>
      </c:dateAx>
      <c:spPr>
        <a:noFill/>
        <a:ln w="25400">
          <a:noFill/>
        </a:ln>
      </c:spPr>
    </c:plotArea>
    <c:legend>
      <c:legendPos val="tr"/>
      <c:layout>
        <c:manualLayout>
          <c:xMode val="edge"/>
          <c:yMode val="edge"/>
          <c:x val="7.6008669116101601E-2"/>
          <c:y val="3.0360539829406247E-3"/>
          <c:w val="0.37245863467929746"/>
          <c:h val="0.28590768061041372"/>
        </c:manualLayout>
      </c:layout>
      <c:overlay val="0"/>
      <c:spPr>
        <a:ln w="25400">
          <a:noFill/>
        </a:ln>
      </c:spPr>
      <c:txPr>
        <a:bodyPr/>
        <a:lstStyle/>
        <a:p>
          <a:pPr>
            <a:defRPr sz="700">
              <a:latin typeface="华文黑体_易方达" panose="02010600040101010101" pitchFamily="2" charset="-122"/>
              <a:ea typeface="华文黑体_易方达" panose="02010600040101010101" pitchFamily="2" charset="-122"/>
              <a:cs typeface="华文黑体" panose="02010600040101010101" pitchFamily="2" charset="-122"/>
            </a:defRPr>
          </a:pPr>
          <a:endParaRPr lang="zh-CN"/>
        </a:p>
      </c:txPr>
    </c:legend>
    <c:plotVisOnly val="1"/>
    <c:dispBlanksAs val="gap"/>
    <c:showDLblsOverMax val="0"/>
  </c:chart>
  <c:spPr>
    <a:ln>
      <a:noFill/>
    </a:ln>
  </c:spPr>
  <c:txPr>
    <a:bodyPr/>
    <a:lstStyle/>
    <a:p>
      <a:pPr>
        <a:defRPr sz="900"/>
      </a:pPr>
      <a:endParaRPr lang="zh-CN"/>
    </a:p>
  </c:txPr>
  <c:externalData r:id="rId2">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1026"/>
          <p:cNvSpPr>
            <a:spLocks noGrp="1" noChangeArrowheads="1"/>
          </p:cNvSpPr>
          <p:nvPr>
            <p:ph type="hdr" sz="quarter"/>
          </p:nvPr>
        </p:nvSpPr>
        <p:spPr bwMode="auto">
          <a:xfrm>
            <a:off x="0" y="0"/>
            <a:ext cx="2945659" cy="49641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lvl1pPr eaLnBrk="0" hangingPunct="0">
              <a:defRPr sz="1300">
                <a:ea typeface="ＭＳ Ｐゴシック" charset="-128"/>
                <a:cs typeface="+mn-cs"/>
              </a:defRPr>
            </a:lvl1pPr>
          </a:lstStyle>
          <a:p>
            <a:pPr>
              <a:defRPr/>
            </a:pPr>
            <a:endParaRPr lang="zh-CN" altLang="zh-CN"/>
          </a:p>
        </p:txBody>
      </p:sp>
      <p:sp>
        <p:nvSpPr>
          <p:cNvPr id="6147" name="Rectangle 1027"/>
          <p:cNvSpPr>
            <a:spLocks noGrp="1" noChangeArrowheads="1"/>
          </p:cNvSpPr>
          <p:nvPr>
            <p:ph type="dt" sz="quarter" idx="1"/>
          </p:nvPr>
        </p:nvSpPr>
        <p:spPr bwMode="auto">
          <a:xfrm>
            <a:off x="3852017" y="0"/>
            <a:ext cx="2945659" cy="49641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lvl1pPr algn="r" eaLnBrk="0" hangingPunct="0">
              <a:defRPr sz="1300">
                <a:ea typeface="ＭＳ Ｐゴシック" charset="-128"/>
                <a:cs typeface="+mn-cs"/>
              </a:defRPr>
            </a:lvl1pPr>
          </a:lstStyle>
          <a:p>
            <a:pPr>
              <a:defRPr/>
            </a:pPr>
            <a:fld id="{71136D29-0B71-4B87-9EA6-A3C4B08C8A2A}" type="datetime1">
              <a:rPr lang="en-US" altLang="zh-CN" smtClean="0"/>
              <a:t>12/5/2025</a:t>
            </a:fld>
            <a:endParaRPr lang="en-US" altLang="zh-CN"/>
          </a:p>
        </p:txBody>
      </p:sp>
      <p:sp>
        <p:nvSpPr>
          <p:cNvPr id="6148" name="Rectangle 1028"/>
          <p:cNvSpPr>
            <a:spLocks noGrp="1" noChangeArrowheads="1"/>
          </p:cNvSpPr>
          <p:nvPr>
            <p:ph type="ftr" sz="quarter" idx="2"/>
          </p:nvPr>
        </p:nvSpPr>
        <p:spPr bwMode="auto">
          <a:xfrm>
            <a:off x="0" y="9431814"/>
            <a:ext cx="2945659" cy="496411"/>
          </a:xfrm>
          <a:prstGeom prst="rect">
            <a:avLst/>
          </a:prstGeom>
          <a:noFill/>
          <a:ln w="9525">
            <a:noFill/>
            <a:miter lim="800000"/>
            <a:headEnd/>
            <a:tailEnd/>
          </a:ln>
        </p:spPr>
        <p:txBody>
          <a:bodyPr vert="horz" wrap="square" lIns="95564" tIns="47782" rIns="95564" bIns="47782" numCol="1" anchor="b" anchorCtr="0" compatLnSpc="1">
            <a:prstTxWarp prst="textNoShape">
              <a:avLst/>
            </a:prstTxWarp>
          </a:bodyPr>
          <a:lstStyle>
            <a:lvl1pPr eaLnBrk="0" hangingPunct="0">
              <a:defRPr sz="1300">
                <a:ea typeface="ＭＳ Ｐゴシック" charset="-128"/>
                <a:cs typeface="+mn-cs"/>
              </a:defRPr>
            </a:lvl1pPr>
          </a:lstStyle>
          <a:p>
            <a:pPr>
              <a:defRPr/>
            </a:pPr>
            <a:endParaRPr lang="zh-CN" altLang="zh-CN"/>
          </a:p>
        </p:txBody>
      </p:sp>
      <p:sp>
        <p:nvSpPr>
          <p:cNvPr id="6149" name="Rectangle 1029"/>
          <p:cNvSpPr>
            <a:spLocks noGrp="1" noChangeArrowheads="1"/>
          </p:cNvSpPr>
          <p:nvPr>
            <p:ph type="sldNum" sz="quarter" idx="3"/>
          </p:nvPr>
        </p:nvSpPr>
        <p:spPr bwMode="auto">
          <a:xfrm>
            <a:off x="3852017" y="9431814"/>
            <a:ext cx="2945659" cy="496411"/>
          </a:xfrm>
          <a:prstGeom prst="rect">
            <a:avLst/>
          </a:prstGeom>
          <a:noFill/>
          <a:ln w="9525">
            <a:noFill/>
            <a:miter lim="800000"/>
            <a:headEnd/>
            <a:tailEnd/>
          </a:ln>
        </p:spPr>
        <p:txBody>
          <a:bodyPr vert="horz" wrap="square" lIns="95564" tIns="47782" rIns="95564" bIns="47782" numCol="1" anchor="b" anchorCtr="0" compatLnSpc="1">
            <a:prstTxWarp prst="textNoShape">
              <a:avLst/>
            </a:prstTxWarp>
          </a:bodyPr>
          <a:lstStyle>
            <a:lvl1pPr algn="r" eaLnBrk="0" hangingPunct="0">
              <a:defRPr sz="1300">
                <a:ea typeface="ＭＳ Ｐゴシック" charset="-128"/>
                <a:cs typeface="+mn-cs"/>
              </a:defRPr>
            </a:lvl1pPr>
          </a:lstStyle>
          <a:p>
            <a:pPr>
              <a:defRPr/>
            </a:pPr>
            <a:fld id="{CE4CA4F6-556B-7242-8BE3-9F4ABA8DAB66}" type="slidenum">
              <a:rPr lang="en-US" altLang="zh-CN"/>
              <a:pPr>
                <a:defRPr/>
              </a:pPr>
              <a:t>‹#›</a:t>
            </a:fld>
            <a:endParaRPr lang="en-US" altLang="zh-CN"/>
          </a:p>
        </p:txBody>
      </p:sp>
    </p:spTree>
    <p:extLst>
      <p:ext uri="{BB962C8B-B14F-4D97-AF65-F5344CB8AC3E}">
        <p14:creationId xmlns:p14="http://schemas.microsoft.com/office/powerpoint/2010/main" val="397998445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1026"/>
          <p:cNvSpPr>
            <a:spLocks noGrp="1" noChangeArrowheads="1"/>
          </p:cNvSpPr>
          <p:nvPr>
            <p:ph type="hdr" sz="quarter"/>
          </p:nvPr>
        </p:nvSpPr>
        <p:spPr bwMode="auto">
          <a:xfrm>
            <a:off x="0" y="0"/>
            <a:ext cx="2945659" cy="49641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lvl1pPr eaLnBrk="0" hangingPunct="0">
              <a:defRPr sz="1300">
                <a:ea typeface="ＭＳ Ｐゴシック" charset="-128"/>
                <a:cs typeface="+mn-cs"/>
              </a:defRPr>
            </a:lvl1pPr>
          </a:lstStyle>
          <a:p>
            <a:pPr>
              <a:defRPr/>
            </a:pPr>
            <a:endParaRPr lang="zh-CN" altLang="zh-CN"/>
          </a:p>
        </p:txBody>
      </p:sp>
      <p:sp>
        <p:nvSpPr>
          <p:cNvPr id="5123" name="Rectangle 1027"/>
          <p:cNvSpPr>
            <a:spLocks noGrp="1" noChangeArrowheads="1"/>
          </p:cNvSpPr>
          <p:nvPr>
            <p:ph type="dt" idx="1"/>
          </p:nvPr>
        </p:nvSpPr>
        <p:spPr bwMode="auto">
          <a:xfrm>
            <a:off x="3852017" y="0"/>
            <a:ext cx="2945659" cy="49641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lvl1pPr algn="r" eaLnBrk="0" hangingPunct="0">
              <a:defRPr sz="1300">
                <a:ea typeface="ＭＳ Ｐゴシック" charset="-128"/>
                <a:cs typeface="+mn-cs"/>
              </a:defRPr>
            </a:lvl1pPr>
          </a:lstStyle>
          <a:p>
            <a:pPr>
              <a:defRPr/>
            </a:pPr>
            <a:fld id="{73BD08B8-CE5D-4361-AC02-25A5024566BA}" type="datetime1">
              <a:rPr lang="en-US" altLang="zh-CN" smtClean="0"/>
              <a:t>12/5/2025</a:t>
            </a:fld>
            <a:endParaRPr lang="en-US" altLang="zh-CN"/>
          </a:p>
        </p:txBody>
      </p:sp>
      <p:sp>
        <p:nvSpPr>
          <p:cNvPr id="13316" name="Rectangle 1028"/>
          <p:cNvSpPr>
            <a:spLocks noGrp="1" noRot="1" noChangeAspect="1" noChangeArrowheads="1" noTextEdit="1"/>
          </p:cNvSpPr>
          <p:nvPr>
            <p:ph type="sldImg" idx="2"/>
          </p:nvPr>
        </p:nvSpPr>
        <p:spPr bwMode="auto">
          <a:xfrm>
            <a:off x="93663" y="744538"/>
            <a:ext cx="6610350" cy="3722687"/>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5125" name="Rectangle 1029"/>
          <p:cNvSpPr>
            <a:spLocks noGrp="1" noChangeArrowheads="1"/>
          </p:cNvSpPr>
          <p:nvPr>
            <p:ph type="body" sz="quarter" idx="3"/>
          </p:nvPr>
        </p:nvSpPr>
        <p:spPr bwMode="auto">
          <a:xfrm>
            <a:off x="906358" y="4715907"/>
            <a:ext cx="4984961" cy="4467701"/>
          </a:xfrm>
          <a:prstGeom prst="rect">
            <a:avLst/>
          </a:prstGeom>
          <a:noFill/>
          <a:ln w="9525">
            <a:noFill/>
            <a:miter lim="800000"/>
            <a:headEnd/>
            <a:tailEnd/>
          </a:ln>
        </p:spPr>
        <p:txBody>
          <a:bodyPr vert="horz" wrap="square" lIns="95564" tIns="47782" rIns="95564" bIns="47782"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1030"/>
          <p:cNvSpPr>
            <a:spLocks noGrp="1" noChangeArrowheads="1"/>
          </p:cNvSpPr>
          <p:nvPr>
            <p:ph type="ftr" sz="quarter" idx="4"/>
          </p:nvPr>
        </p:nvSpPr>
        <p:spPr bwMode="auto">
          <a:xfrm>
            <a:off x="0" y="9431814"/>
            <a:ext cx="2945659" cy="496411"/>
          </a:xfrm>
          <a:prstGeom prst="rect">
            <a:avLst/>
          </a:prstGeom>
          <a:noFill/>
          <a:ln w="9525">
            <a:noFill/>
            <a:miter lim="800000"/>
            <a:headEnd/>
            <a:tailEnd/>
          </a:ln>
        </p:spPr>
        <p:txBody>
          <a:bodyPr vert="horz" wrap="square" lIns="95564" tIns="47782" rIns="95564" bIns="47782" numCol="1" anchor="b" anchorCtr="0" compatLnSpc="1">
            <a:prstTxWarp prst="textNoShape">
              <a:avLst/>
            </a:prstTxWarp>
          </a:bodyPr>
          <a:lstStyle>
            <a:lvl1pPr eaLnBrk="0" hangingPunct="0">
              <a:defRPr sz="1300">
                <a:ea typeface="ＭＳ Ｐゴシック" charset="-128"/>
                <a:cs typeface="+mn-cs"/>
              </a:defRPr>
            </a:lvl1pPr>
          </a:lstStyle>
          <a:p>
            <a:pPr>
              <a:defRPr/>
            </a:pPr>
            <a:endParaRPr lang="zh-CN" altLang="zh-CN"/>
          </a:p>
        </p:txBody>
      </p:sp>
      <p:sp>
        <p:nvSpPr>
          <p:cNvPr id="5127" name="Rectangle 1031"/>
          <p:cNvSpPr>
            <a:spLocks noGrp="1" noChangeArrowheads="1"/>
          </p:cNvSpPr>
          <p:nvPr>
            <p:ph type="sldNum" sz="quarter" idx="5"/>
          </p:nvPr>
        </p:nvSpPr>
        <p:spPr bwMode="auto">
          <a:xfrm>
            <a:off x="3852017" y="9431814"/>
            <a:ext cx="2945659" cy="496411"/>
          </a:xfrm>
          <a:prstGeom prst="rect">
            <a:avLst/>
          </a:prstGeom>
          <a:noFill/>
          <a:ln w="9525">
            <a:noFill/>
            <a:miter lim="800000"/>
            <a:headEnd/>
            <a:tailEnd/>
          </a:ln>
        </p:spPr>
        <p:txBody>
          <a:bodyPr vert="horz" wrap="square" lIns="95564" tIns="47782" rIns="95564" bIns="47782" numCol="1" anchor="b" anchorCtr="0" compatLnSpc="1">
            <a:prstTxWarp prst="textNoShape">
              <a:avLst/>
            </a:prstTxWarp>
          </a:bodyPr>
          <a:lstStyle>
            <a:lvl1pPr algn="r" eaLnBrk="0" hangingPunct="0">
              <a:defRPr sz="1300">
                <a:ea typeface="ＭＳ Ｐゴシック" charset="-128"/>
                <a:cs typeface="+mn-cs"/>
              </a:defRPr>
            </a:lvl1pPr>
          </a:lstStyle>
          <a:p>
            <a:pPr>
              <a:defRPr/>
            </a:pPr>
            <a:fld id="{494CCD7F-0C97-9D43-ADD7-444F994B5429}" type="slidenum">
              <a:rPr lang="en-US" altLang="zh-CN"/>
              <a:pPr>
                <a:defRPr/>
              </a:pPr>
              <a:t>‹#›</a:t>
            </a:fld>
            <a:endParaRPr lang="en-US" altLang="zh-CN"/>
          </a:p>
        </p:txBody>
      </p:sp>
    </p:spTree>
    <p:extLst>
      <p:ext uri="{BB962C8B-B14F-4D97-AF65-F5344CB8AC3E}">
        <p14:creationId xmlns:p14="http://schemas.microsoft.com/office/powerpoint/2010/main" val="1406483427"/>
      </p:ext>
    </p:extLst>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Arial" charset="0"/>
        <a:ea typeface="ＭＳ Ｐゴシック"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ED8D654A-3275-6F43-928B-6FF3641A62A2}" type="slidenum">
              <a:rPr lang="en-US" altLang="zh-CN" sz="1300"/>
              <a:pPr/>
              <a:t>1</a:t>
            </a:fld>
            <a:endParaRPr lang="en-US" altLang="zh-CN" sz="1300" dirty="0"/>
          </a:p>
        </p:txBody>
      </p:sp>
      <p:sp>
        <p:nvSpPr>
          <p:cNvPr id="14338" name="Rectangle 2"/>
          <p:cNvSpPr>
            <a:spLocks noGrp="1" noRot="1" noChangeAspect="1" noChangeArrowheads="1" noTextEdit="1"/>
          </p:cNvSpPr>
          <p:nvPr>
            <p:ph type="sldImg"/>
          </p:nvPr>
        </p:nvSpPr>
        <p:spPr>
          <a:xfrm>
            <a:off x="93663" y="744538"/>
            <a:ext cx="6610350" cy="3722687"/>
          </a:xfrm>
          <a:ln/>
        </p:spPr>
      </p:sp>
      <p:sp>
        <p:nvSpPr>
          <p:cNvPr id="14339"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ea typeface="ＭＳ Ｐゴシック" charset="0"/>
              <a:cs typeface="ＭＳ Ｐゴシック" charset="0"/>
            </a:endParaRPr>
          </a:p>
        </p:txBody>
      </p:sp>
      <p:sp>
        <p:nvSpPr>
          <p:cNvPr id="14340" name="Date Placeholder 7"/>
          <p:cNvSpPr>
            <a:spLocks noGrp="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7F889C4A-D0EC-4275-9D3E-F1AFBFB89DD6}" type="datetime1">
              <a:rPr lang="en-US" altLang="zh-CN" sz="1300" smtClean="0"/>
              <a:t>12/5/2025</a:t>
            </a:fld>
            <a:endParaRPr lang="en-US" altLang="zh-CN" sz="1300" dirty="0"/>
          </a:p>
        </p:txBody>
      </p:sp>
    </p:spTree>
    <p:extLst>
      <p:ext uri="{BB962C8B-B14F-4D97-AF65-F5344CB8AC3E}">
        <p14:creationId xmlns:p14="http://schemas.microsoft.com/office/powerpoint/2010/main" val="1818100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ED8D654A-3275-6F43-928B-6FF3641A62A2}" type="slidenum">
              <a:rPr lang="en-US" altLang="zh-CN" sz="1300"/>
              <a:pPr/>
              <a:t>2</a:t>
            </a:fld>
            <a:endParaRPr lang="en-US" altLang="zh-CN" sz="1300" dirty="0"/>
          </a:p>
        </p:txBody>
      </p:sp>
      <p:sp>
        <p:nvSpPr>
          <p:cNvPr id="14338" name="Rectangle 2"/>
          <p:cNvSpPr>
            <a:spLocks noGrp="1" noRot="1" noChangeAspect="1" noChangeArrowheads="1" noTextEdit="1"/>
          </p:cNvSpPr>
          <p:nvPr>
            <p:ph type="sldImg"/>
          </p:nvPr>
        </p:nvSpPr>
        <p:spPr>
          <a:xfrm>
            <a:off x="93663" y="744538"/>
            <a:ext cx="6610350" cy="3722687"/>
          </a:xfrm>
          <a:ln/>
        </p:spPr>
      </p:sp>
      <p:sp>
        <p:nvSpPr>
          <p:cNvPr id="14339"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ea typeface="ＭＳ Ｐゴシック" charset="0"/>
              <a:cs typeface="ＭＳ Ｐゴシック" charset="0"/>
            </a:endParaRPr>
          </a:p>
        </p:txBody>
      </p:sp>
      <p:sp>
        <p:nvSpPr>
          <p:cNvPr id="14340" name="Date Placeholder 7"/>
          <p:cNvSpPr>
            <a:spLocks noGrp="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78DE058E-FB8F-4034-8FCE-350EA474C38D}" type="datetime1">
              <a:rPr lang="en-US" altLang="zh-CN" sz="1300" smtClean="0"/>
              <a:t>12/5/2025</a:t>
            </a:fld>
            <a:endParaRPr lang="en-US" altLang="zh-CN" sz="1300" dirty="0"/>
          </a:p>
        </p:txBody>
      </p:sp>
    </p:spTree>
    <p:extLst>
      <p:ext uri="{BB962C8B-B14F-4D97-AF65-F5344CB8AC3E}">
        <p14:creationId xmlns:p14="http://schemas.microsoft.com/office/powerpoint/2010/main" val="22935584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ED8D654A-3275-6F43-928B-6FF3641A62A2}" type="slidenum">
              <a:rPr lang="en-US" altLang="zh-CN" sz="1300"/>
              <a:pPr/>
              <a:t>3</a:t>
            </a:fld>
            <a:endParaRPr lang="en-US" altLang="zh-CN" sz="1300" dirty="0"/>
          </a:p>
        </p:txBody>
      </p:sp>
      <p:sp>
        <p:nvSpPr>
          <p:cNvPr id="14338" name="Rectangle 2"/>
          <p:cNvSpPr>
            <a:spLocks noGrp="1" noRot="1" noChangeAspect="1" noChangeArrowheads="1" noTextEdit="1"/>
          </p:cNvSpPr>
          <p:nvPr>
            <p:ph type="sldImg"/>
          </p:nvPr>
        </p:nvSpPr>
        <p:spPr>
          <a:xfrm>
            <a:off x="93663" y="744538"/>
            <a:ext cx="6610350" cy="3722687"/>
          </a:xfrm>
          <a:ln/>
        </p:spPr>
      </p:sp>
      <p:sp>
        <p:nvSpPr>
          <p:cNvPr id="14339"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ea typeface="ＭＳ Ｐゴシック" charset="0"/>
              <a:cs typeface="ＭＳ Ｐゴシック" charset="0"/>
            </a:endParaRPr>
          </a:p>
        </p:txBody>
      </p:sp>
      <p:sp>
        <p:nvSpPr>
          <p:cNvPr id="14340" name="Date Placeholder 7"/>
          <p:cNvSpPr>
            <a:spLocks noGrp="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BF8561E2-5506-456B-B128-98752C477A1A}" type="datetime1">
              <a:rPr lang="en-US" altLang="zh-CN" sz="1300" smtClean="0"/>
              <a:t>12/5/2025</a:t>
            </a:fld>
            <a:endParaRPr lang="en-US" altLang="zh-CN" sz="1300" dirty="0"/>
          </a:p>
        </p:txBody>
      </p:sp>
    </p:spTree>
    <p:extLst>
      <p:ext uri="{BB962C8B-B14F-4D97-AF65-F5344CB8AC3E}">
        <p14:creationId xmlns:p14="http://schemas.microsoft.com/office/powerpoint/2010/main" val="39640035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31"/>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7399" indent="-299000" eaLnBrk="0" hangingPunct="0">
              <a:defRPr sz="2500">
                <a:solidFill>
                  <a:schemeClr val="tx1"/>
                </a:solidFill>
                <a:latin typeface="Arial" charset="0"/>
                <a:ea typeface="ＭＳ Ｐゴシック" charset="0"/>
              </a:defRPr>
            </a:lvl2pPr>
            <a:lvl3pPr marL="1195998" indent="-239199" eaLnBrk="0" hangingPunct="0">
              <a:defRPr sz="2500">
                <a:solidFill>
                  <a:schemeClr val="tx1"/>
                </a:solidFill>
                <a:latin typeface="Arial" charset="0"/>
                <a:ea typeface="ＭＳ Ｐゴシック" charset="0"/>
              </a:defRPr>
            </a:lvl3pPr>
            <a:lvl4pPr marL="1674398" indent="-239199" eaLnBrk="0" hangingPunct="0">
              <a:defRPr sz="2500">
                <a:solidFill>
                  <a:schemeClr val="tx1"/>
                </a:solidFill>
                <a:latin typeface="Arial" charset="0"/>
                <a:ea typeface="ＭＳ Ｐゴシック" charset="0"/>
              </a:defRPr>
            </a:lvl4pPr>
            <a:lvl5pPr marL="2152797" indent="-239199" eaLnBrk="0" hangingPunct="0">
              <a:defRPr sz="2500">
                <a:solidFill>
                  <a:schemeClr val="tx1"/>
                </a:solidFill>
                <a:latin typeface="Arial" charset="0"/>
                <a:ea typeface="ＭＳ Ｐゴシック" charset="0"/>
              </a:defRPr>
            </a:lvl5pPr>
            <a:lvl6pPr marL="2631197" indent="-239199" eaLnBrk="0" fontAlgn="base" hangingPunct="0">
              <a:spcBef>
                <a:spcPct val="0"/>
              </a:spcBef>
              <a:spcAft>
                <a:spcPct val="0"/>
              </a:spcAft>
              <a:defRPr sz="2500">
                <a:solidFill>
                  <a:schemeClr val="tx1"/>
                </a:solidFill>
                <a:latin typeface="Arial" charset="0"/>
                <a:ea typeface="ＭＳ Ｐゴシック" charset="0"/>
              </a:defRPr>
            </a:lvl6pPr>
            <a:lvl7pPr marL="3109596" indent="-239199" eaLnBrk="0" fontAlgn="base" hangingPunct="0">
              <a:spcBef>
                <a:spcPct val="0"/>
              </a:spcBef>
              <a:spcAft>
                <a:spcPct val="0"/>
              </a:spcAft>
              <a:defRPr sz="2500">
                <a:solidFill>
                  <a:schemeClr val="tx1"/>
                </a:solidFill>
                <a:latin typeface="Arial" charset="0"/>
                <a:ea typeface="ＭＳ Ｐゴシック" charset="0"/>
              </a:defRPr>
            </a:lvl7pPr>
            <a:lvl8pPr marL="3587995" indent="-239199" eaLnBrk="0" fontAlgn="base" hangingPunct="0">
              <a:spcBef>
                <a:spcPct val="0"/>
              </a:spcBef>
              <a:spcAft>
                <a:spcPct val="0"/>
              </a:spcAft>
              <a:defRPr sz="2500">
                <a:solidFill>
                  <a:schemeClr val="tx1"/>
                </a:solidFill>
                <a:latin typeface="Arial" charset="0"/>
                <a:ea typeface="ＭＳ Ｐゴシック" charset="0"/>
              </a:defRPr>
            </a:lvl8pPr>
            <a:lvl9pPr marL="4066395" indent="-239199" eaLnBrk="0" fontAlgn="base" hangingPunct="0">
              <a:spcBef>
                <a:spcPct val="0"/>
              </a:spcBef>
              <a:spcAft>
                <a:spcPct val="0"/>
              </a:spcAft>
              <a:defRPr sz="2500">
                <a:solidFill>
                  <a:schemeClr val="tx1"/>
                </a:solidFill>
                <a:latin typeface="Arial" charset="0"/>
                <a:ea typeface="ＭＳ Ｐゴシック" charset="0"/>
              </a:defRPr>
            </a:lvl9pPr>
          </a:lstStyle>
          <a:p>
            <a:fld id="{ED8D654A-3275-6F43-928B-6FF3641A62A2}" type="slidenum">
              <a:rPr lang="en-US" altLang="zh-CN" sz="1300"/>
              <a:pPr/>
              <a:t>4</a:t>
            </a:fld>
            <a:endParaRPr lang="en-US" altLang="zh-CN" sz="1300" dirty="0"/>
          </a:p>
        </p:txBody>
      </p:sp>
      <p:sp>
        <p:nvSpPr>
          <p:cNvPr id="14338" name="Rectangle 2"/>
          <p:cNvSpPr>
            <a:spLocks noGrp="1" noRot="1" noChangeAspect="1" noChangeArrowheads="1" noTextEdit="1"/>
          </p:cNvSpPr>
          <p:nvPr>
            <p:ph type="sldImg"/>
          </p:nvPr>
        </p:nvSpPr>
        <p:spPr>
          <a:xfrm>
            <a:off x="93663" y="746125"/>
            <a:ext cx="6619875" cy="3727450"/>
          </a:xfrm>
          <a:ln/>
        </p:spPr>
      </p:sp>
      <p:sp>
        <p:nvSpPr>
          <p:cNvPr id="14339"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ea typeface="ＭＳ Ｐゴシック" charset="0"/>
              <a:cs typeface="ＭＳ Ｐゴシック" charset="0"/>
            </a:endParaRPr>
          </a:p>
        </p:txBody>
      </p:sp>
      <p:sp>
        <p:nvSpPr>
          <p:cNvPr id="14340" name="Date Placeholder 7"/>
          <p:cNvSpPr>
            <a:spLocks noGrp="1"/>
          </p:cNvSpPr>
          <p:nvPr>
            <p:ph type="dt" sz="quarter"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7399" indent="-299000" eaLnBrk="0" hangingPunct="0">
              <a:defRPr sz="2500">
                <a:solidFill>
                  <a:schemeClr val="tx1"/>
                </a:solidFill>
                <a:latin typeface="Arial" charset="0"/>
                <a:ea typeface="ＭＳ Ｐゴシック" charset="0"/>
              </a:defRPr>
            </a:lvl2pPr>
            <a:lvl3pPr marL="1195998" indent="-239199" eaLnBrk="0" hangingPunct="0">
              <a:defRPr sz="2500">
                <a:solidFill>
                  <a:schemeClr val="tx1"/>
                </a:solidFill>
                <a:latin typeface="Arial" charset="0"/>
                <a:ea typeface="ＭＳ Ｐゴシック" charset="0"/>
              </a:defRPr>
            </a:lvl3pPr>
            <a:lvl4pPr marL="1674398" indent="-239199" eaLnBrk="0" hangingPunct="0">
              <a:defRPr sz="2500">
                <a:solidFill>
                  <a:schemeClr val="tx1"/>
                </a:solidFill>
                <a:latin typeface="Arial" charset="0"/>
                <a:ea typeface="ＭＳ Ｐゴシック" charset="0"/>
              </a:defRPr>
            </a:lvl4pPr>
            <a:lvl5pPr marL="2152797" indent="-239199" eaLnBrk="0" hangingPunct="0">
              <a:defRPr sz="2500">
                <a:solidFill>
                  <a:schemeClr val="tx1"/>
                </a:solidFill>
                <a:latin typeface="Arial" charset="0"/>
                <a:ea typeface="ＭＳ Ｐゴシック" charset="0"/>
              </a:defRPr>
            </a:lvl5pPr>
            <a:lvl6pPr marL="2631197" indent="-239199" eaLnBrk="0" fontAlgn="base" hangingPunct="0">
              <a:spcBef>
                <a:spcPct val="0"/>
              </a:spcBef>
              <a:spcAft>
                <a:spcPct val="0"/>
              </a:spcAft>
              <a:defRPr sz="2500">
                <a:solidFill>
                  <a:schemeClr val="tx1"/>
                </a:solidFill>
                <a:latin typeface="Arial" charset="0"/>
                <a:ea typeface="ＭＳ Ｐゴシック" charset="0"/>
              </a:defRPr>
            </a:lvl6pPr>
            <a:lvl7pPr marL="3109596" indent="-239199" eaLnBrk="0" fontAlgn="base" hangingPunct="0">
              <a:spcBef>
                <a:spcPct val="0"/>
              </a:spcBef>
              <a:spcAft>
                <a:spcPct val="0"/>
              </a:spcAft>
              <a:defRPr sz="2500">
                <a:solidFill>
                  <a:schemeClr val="tx1"/>
                </a:solidFill>
                <a:latin typeface="Arial" charset="0"/>
                <a:ea typeface="ＭＳ Ｐゴシック" charset="0"/>
              </a:defRPr>
            </a:lvl7pPr>
            <a:lvl8pPr marL="3587995" indent="-239199" eaLnBrk="0" fontAlgn="base" hangingPunct="0">
              <a:spcBef>
                <a:spcPct val="0"/>
              </a:spcBef>
              <a:spcAft>
                <a:spcPct val="0"/>
              </a:spcAft>
              <a:defRPr sz="2500">
                <a:solidFill>
                  <a:schemeClr val="tx1"/>
                </a:solidFill>
                <a:latin typeface="Arial" charset="0"/>
                <a:ea typeface="ＭＳ Ｐゴシック" charset="0"/>
              </a:defRPr>
            </a:lvl8pPr>
            <a:lvl9pPr marL="4066395" indent="-239199" eaLnBrk="0" fontAlgn="base" hangingPunct="0">
              <a:spcBef>
                <a:spcPct val="0"/>
              </a:spcBef>
              <a:spcAft>
                <a:spcPct val="0"/>
              </a:spcAft>
              <a:defRPr sz="2500">
                <a:solidFill>
                  <a:schemeClr val="tx1"/>
                </a:solidFill>
                <a:latin typeface="Arial" charset="0"/>
                <a:ea typeface="ＭＳ Ｐゴシック" charset="0"/>
              </a:defRPr>
            </a:lvl9pPr>
          </a:lstStyle>
          <a:p>
            <a:fld id="{E672896E-F455-406D-8A9F-6417BD2E5CE8}" type="datetime1">
              <a:rPr lang="en-US" altLang="zh-CN" sz="1300" smtClean="0"/>
              <a:t>12/5/2025</a:t>
            </a:fld>
            <a:endParaRPr lang="en-US" altLang="zh-CN" sz="1300" dirty="0"/>
          </a:p>
        </p:txBody>
      </p:sp>
    </p:spTree>
    <p:extLst>
      <p:ext uri="{BB962C8B-B14F-4D97-AF65-F5344CB8AC3E}">
        <p14:creationId xmlns:p14="http://schemas.microsoft.com/office/powerpoint/2010/main" val="2186217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D736289B-23D3-F94E-B346-4A6548D3168E}" type="slidenum">
              <a:rPr lang="en-US" altLang="zh-CN" sz="1300"/>
              <a:pPr/>
              <a:t>15</a:t>
            </a:fld>
            <a:endParaRPr lang="en-US" altLang="zh-CN" sz="1300" dirty="0"/>
          </a:p>
        </p:txBody>
      </p:sp>
      <p:sp>
        <p:nvSpPr>
          <p:cNvPr id="15362" name="Rectangle 2"/>
          <p:cNvSpPr>
            <a:spLocks noGrp="1" noRot="1" noChangeAspect="1" noChangeArrowheads="1" noTextEdit="1"/>
          </p:cNvSpPr>
          <p:nvPr>
            <p:ph type="sldImg"/>
          </p:nvPr>
        </p:nvSpPr>
        <p:spPr>
          <a:xfrm>
            <a:off x="93663" y="744538"/>
            <a:ext cx="6610350" cy="3722687"/>
          </a:xfrm>
          <a:ln/>
        </p:spPr>
      </p:sp>
      <p:sp>
        <p:nvSpPr>
          <p:cNvPr id="1536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ea typeface="ＭＳ Ｐゴシック" charset="0"/>
              <a:cs typeface="ＭＳ Ｐゴシック" charset="0"/>
            </a:endParaRPr>
          </a:p>
        </p:txBody>
      </p:sp>
      <p:sp>
        <p:nvSpPr>
          <p:cNvPr id="15364" name="Date Placeholder 7"/>
          <p:cNvSpPr>
            <a:spLocks noGrp="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200743AA-28B0-48D2-9395-EBEF5167BABE}" type="datetime1">
              <a:rPr lang="en-US" altLang="zh-CN" sz="1300" smtClean="0"/>
              <a:t>12/5/2025</a:t>
            </a:fld>
            <a:endParaRPr lang="en-US" altLang="zh-CN" sz="1300" dirty="0"/>
          </a:p>
        </p:txBody>
      </p:sp>
    </p:spTree>
    <p:extLst>
      <p:ext uri="{BB962C8B-B14F-4D97-AF65-F5344CB8AC3E}">
        <p14:creationId xmlns:p14="http://schemas.microsoft.com/office/powerpoint/2010/main" val="2958983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D736289B-23D3-F94E-B346-4A6548D3168E}" type="slidenum">
              <a:rPr lang="en-US" altLang="zh-CN" sz="1300"/>
              <a:pPr/>
              <a:t>16</a:t>
            </a:fld>
            <a:endParaRPr lang="en-US" altLang="zh-CN" sz="1300" dirty="0"/>
          </a:p>
        </p:txBody>
      </p:sp>
      <p:sp>
        <p:nvSpPr>
          <p:cNvPr id="15362" name="Rectangle 2"/>
          <p:cNvSpPr>
            <a:spLocks noGrp="1" noRot="1" noChangeAspect="1" noChangeArrowheads="1" noTextEdit="1"/>
          </p:cNvSpPr>
          <p:nvPr>
            <p:ph type="sldImg"/>
          </p:nvPr>
        </p:nvSpPr>
        <p:spPr>
          <a:xfrm>
            <a:off x="93663" y="744538"/>
            <a:ext cx="6610350" cy="3722687"/>
          </a:xfrm>
          <a:ln/>
        </p:spPr>
      </p:sp>
      <p:sp>
        <p:nvSpPr>
          <p:cNvPr id="15363"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ea typeface="ＭＳ Ｐゴシック" charset="0"/>
              <a:cs typeface="ＭＳ Ｐゴシック" charset="0"/>
            </a:endParaRPr>
          </a:p>
        </p:txBody>
      </p:sp>
      <p:sp>
        <p:nvSpPr>
          <p:cNvPr id="15364" name="Date Placeholder 7"/>
          <p:cNvSpPr>
            <a:spLocks noGrp="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A7D27FD5-3314-4A23-B8C3-22112A1490DD}" type="datetime1">
              <a:rPr lang="en-US" altLang="zh-CN" sz="1300" smtClean="0"/>
              <a:t>12/5/2025</a:t>
            </a:fld>
            <a:endParaRPr lang="en-US" altLang="zh-CN" sz="1300" dirty="0"/>
          </a:p>
        </p:txBody>
      </p:sp>
    </p:spTree>
    <p:extLst>
      <p:ext uri="{BB962C8B-B14F-4D97-AF65-F5344CB8AC3E}">
        <p14:creationId xmlns:p14="http://schemas.microsoft.com/office/powerpoint/2010/main" val="21747083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483AC851-1F23-E440-BF9E-1B87C4090F93}" type="slidenum">
              <a:rPr lang="en-US" altLang="zh-CN" sz="1300"/>
              <a:pPr/>
              <a:t>20</a:t>
            </a:fld>
            <a:endParaRPr lang="en-US" altLang="zh-CN" sz="1300" dirty="0"/>
          </a:p>
        </p:txBody>
      </p:sp>
      <p:sp>
        <p:nvSpPr>
          <p:cNvPr id="18434" name="Rectangle 2"/>
          <p:cNvSpPr>
            <a:spLocks noGrp="1" noRot="1" noChangeAspect="1" noChangeArrowheads="1" noTextEdit="1"/>
          </p:cNvSpPr>
          <p:nvPr>
            <p:ph type="sldImg"/>
          </p:nvPr>
        </p:nvSpPr>
        <p:spPr>
          <a:xfrm>
            <a:off x="93663" y="744538"/>
            <a:ext cx="6610350" cy="3722687"/>
          </a:xfrm>
          <a:ln/>
        </p:spPr>
      </p:sp>
      <p:sp>
        <p:nvSpPr>
          <p:cNvPr id="18435"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ea typeface="ＭＳ Ｐゴシック" charset="0"/>
              <a:cs typeface="ＭＳ Ｐゴシック" charset="0"/>
            </a:endParaRPr>
          </a:p>
        </p:txBody>
      </p:sp>
      <p:sp>
        <p:nvSpPr>
          <p:cNvPr id="18436" name="Date Placeholder 4"/>
          <p:cNvSpPr>
            <a:spLocks noGrp="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9CD1653D-34F0-4424-ADB6-DABAF9013821}" type="datetime1">
              <a:rPr lang="en-US" altLang="zh-CN" sz="1300" smtClean="0"/>
              <a:t>12/5/2025</a:t>
            </a:fld>
            <a:endParaRPr lang="en-US" altLang="zh-CN" sz="1300" dirty="0"/>
          </a:p>
        </p:txBody>
      </p:sp>
    </p:spTree>
    <p:extLst>
      <p:ext uri="{BB962C8B-B14F-4D97-AF65-F5344CB8AC3E}">
        <p14:creationId xmlns:p14="http://schemas.microsoft.com/office/powerpoint/2010/main" val="3692806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031"/>
          <p:cNvSpPr>
            <a:spLocks noGrp="1" noChangeArrowheads="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483AC851-1F23-E440-BF9E-1B87C4090F93}" type="slidenum">
              <a:rPr lang="en-US" altLang="zh-CN" sz="1300"/>
              <a:pPr/>
              <a:t>43</a:t>
            </a:fld>
            <a:endParaRPr lang="en-US" altLang="zh-CN" sz="1300" dirty="0"/>
          </a:p>
        </p:txBody>
      </p:sp>
      <p:sp>
        <p:nvSpPr>
          <p:cNvPr id="18434" name="Rectangle 2"/>
          <p:cNvSpPr>
            <a:spLocks noGrp="1" noRot="1" noChangeAspect="1" noChangeArrowheads="1" noTextEdit="1"/>
          </p:cNvSpPr>
          <p:nvPr>
            <p:ph type="sldImg"/>
          </p:nvPr>
        </p:nvSpPr>
        <p:spPr>
          <a:xfrm>
            <a:off x="93663" y="744538"/>
            <a:ext cx="6610350" cy="3722687"/>
          </a:xfrm>
          <a:ln/>
        </p:spPr>
      </p:sp>
      <p:sp>
        <p:nvSpPr>
          <p:cNvPr id="18435" name="Rectangle 3"/>
          <p:cNvSpPr>
            <a:spLocks noGrp="1" noChangeArrowheads="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zh-CN">
              <a:ea typeface="ＭＳ Ｐゴシック" charset="0"/>
              <a:cs typeface="ＭＳ Ｐゴシック" charset="0"/>
            </a:endParaRPr>
          </a:p>
        </p:txBody>
      </p:sp>
      <p:sp>
        <p:nvSpPr>
          <p:cNvPr id="18436" name="Date Placeholder 4"/>
          <p:cNvSpPr>
            <a:spLocks noGrp="1"/>
          </p:cNvSpPr>
          <p:nvPr>
            <p:ph type="dt" sz="quarter"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6458" indent="-298638" eaLnBrk="0" hangingPunct="0">
              <a:defRPr sz="2500">
                <a:solidFill>
                  <a:schemeClr val="tx1"/>
                </a:solidFill>
                <a:latin typeface="Arial" charset="0"/>
                <a:ea typeface="ＭＳ Ｐゴシック" charset="0"/>
              </a:defRPr>
            </a:lvl2pPr>
            <a:lvl3pPr marL="1194552" indent="-238910" eaLnBrk="0" hangingPunct="0">
              <a:defRPr sz="2500">
                <a:solidFill>
                  <a:schemeClr val="tx1"/>
                </a:solidFill>
                <a:latin typeface="Arial" charset="0"/>
                <a:ea typeface="ＭＳ Ｐゴシック" charset="0"/>
              </a:defRPr>
            </a:lvl3pPr>
            <a:lvl4pPr marL="1672373" indent="-238910" eaLnBrk="0" hangingPunct="0">
              <a:defRPr sz="2500">
                <a:solidFill>
                  <a:schemeClr val="tx1"/>
                </a:solidFill>
                <a:latin typeface="Arial" charset="0"/>
                <a:ea typeface="ＭＳ Ｐゴシック" charset="0"/>
              </a:defRPr>
            </a:lvl4pPr>
            <a:lvl5pPr marL="2150194" indent="-238910" eaLnBrk="0" hangingPunct="0">
              <a:defRPr sz="2500">
                <a:solidFill>
                  <a:schemeClr val="tx1"/>
                </a:solidFill>
                <a:latin typeface="Arial" charset="0"/>
                <a:ea typeface="ＭＳ Ｐゴシック" charset="0"/>
              </a:defRPr>
            </a:lvl5pPr>
            <a:lvl6pPr marL="2628014" indent="-238910" eaLnBrk="0" fontAlgn="base" hangingPunct="0">
              <a:spcBef>
                <a:spcPct val="0"/>
              </a:spcBef>
              <a:spcAft>
                <a:spcPct val="0"/>
              </a:spcAft>
              <a:defRPr sz="2500">
                <a:solidFill>
                  <a:schemeClr val="tx1"/>
                </a:solidFill>
                <a:latin typeface="Arial" charset="0"/>
                <a:ea typeface="ＭＳ Ｐゴシック" charset="0"/>
              </a:defRPr>
            </a:lvl6pPr>
            <a:lvl7pPr marL="3105834" indent="-238910" eaLnBrk="0" fontAlgn="base" hangingPunct="0">
              <a:spcBef>
                <a:spcPct val="0"/>
              </a:spcBef>
              <a:spcAft>
                <a:spcPct val="0"/>
              </a:spcAft>
              <a:defRPr sz="2500">
                <a:solidFill>
                  <a:schemeClr val="tx1"/>
                </a:solidFill>
                <a:latin typeface="Arial" charset="0"/>
                <a:ea typeface="ＭＳ Ｐゴシック" charset="0"/>
              </a:defRPr>
            </a:lvl7pPr>
            <a:lvl8pPr marL="3583655" indent="-238910" eaLnBrk="0" fontAlgn="base" hangingPunct="0">
              <a:spcBef>
                <a:spcPct val="0"/>
              </a:spcBef>
              <a:spcAft>
                <a:spcPct val="0"/>
              </a:spcAft>
              <a:defRPr sz="2500">
                <a:solidFill>
                  <a:schemeClr val="tx1"/>
                </a:solidFill>
                <a:latin typeface="Arial" charset="0"/>
                <a:ea typeface="ＭＳ Ｐゴシック" charset="0"/>
              </a:defRPr>
            </a:lvl8pPr>
            <a:lvl9pPr marL="4061476" indent="-238910" eaLnBrk="0" fontAlgn="base" hangingPunct="0">
              <a:spcBef>
                <a:spcPct val="0"/>
              </a:spcBef>
              <a:spcAft>
                <a:spcPct val="0"/>
              </a:spcAft>
              <a:defRPr sz="2500">
                <a:solidFill>
                  <a:schemeClr val="tx1"/>
                </a:solidFill>
                <a:latin typeface="Arial" charset="0"/>
                <a:ea typeface="ＭＳ Ｐゴシック" charset="0"/>
              </a:defRPr>
            </a:lvl9pPr>
          </a:lstStyle>
          <a:p>
            <a:fld id="{19992CCA-DCD1-4F3C-8041-511F91D5ADE0}" type="datetime1">
              <a:rPr lang="en-US" altLang="zh-CN" sz="1300" smtClean="0"/>
              <a:t>12/5/2025</a:t>
            </a:fld>
            <a:endParaRPr lang="en-US" altLang="zh-CN" sz="1300" dirty="0"/>
          </a:p>
        </p:txBody>
      </p:sp>
    </p:spTree>
    <p:extLst>
      <p:ext uri="{BB962C8B-B14F-4D97-AF65-F5344CB8AC3E}">
        <p14:creationId xmlns:p14="http://schemas.microsoft.com/office/powerpoint/2010/main" val="96921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031"/>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7399" indent="-299000" eaLnBrk="0" hangingPunct="0">
              <a:defRPr sz="2500">
                <a:solidFill>
                  <a:schemeClr val="tx1"/>
                </a:solidFill>
                <a:latin typeface="Arial" charset="0"/>
                <a:ea typeface="ＭＳ Ｐゴシック" charset="0"/>
              </a:defRPr>
            </a:lvl2pPr>
            <a:lvl3pPr marL="1195998" indent="-239199" eaLnBrk="0" hangingPunct="0">
              <a:defRPr sz="2500">
                <a:solidFill>
                  <a:schemeClr val="tx1"/>
                </a:solidFill>
                <a:latin typeface="Arial" charset="0"/>
                <a:ea typeface="ＭＳ Ｐゴシック" charset="0"/>
              </a:defRPr>
            </a:lvl3pPr>
            <a:lvl4pPr marL="1674398" indent="-239199" eaLnBrk="0" hangingPunct="0">
              <a:defRPr sz="2500">
                <a:solidFill>
                  <a:schemeClr val="tx1"/>
                </a:solidFill>
                <a:latin typeface="Arial" charset="0"/>
                <a:ea typeface="ＭＳ Ｐゴシック" charset="0"/>
              </a:defRPr>
            </a:lvl4pPr>
            <a:lvl5pPr marL="2152797" indent="-239199" eaLnBrk="0" hangingPunct="0">
              <a:defRPr sz="2500">
                <a:solidFill>
                  <a:schemeClr val="tx1"/>
                </a:solidFill>
                <a:latin typeface="Arial" charset="0"/>
                <a:ea typeface="ＭＳ Ｐゴシック" charset="0"/>
              </a:defRPr>
            </a:lvl5pPr>
            <a:lvl6pPr marL="2631197" indent="-239199" eaLnBrk="0" fontAlgn="base" hangingPunct="0">
              <a:spcBef>
                <a:spcPct val="0"/>
              </a:spcBef>
              <a:spcAft>
                <a:spcPct val="0"/>
              </a:spcAft>
              <a:defRPr sz="2500">
                <a:solidFill>
                  <a:schemeClr val="tx1"/>
                </a:solidFill>
                <a:latin typeface="Arial" charset="0"/>
                <a:ea typeface="ＭＳ Ｐゴシック" charset="0"/>
              </a:defRPr>
            </a:lvl6pPr>
            <a:lvl7pPr marL="3109596" indent="-239199" eaLnBrk="0" fontAlgn="base" hangingPunct="0">
              <a:spcBef>
                <a:spcPct val="0"/>
              </a:spcBef>
              <a:spcAft>
                <a:spcPct val="0"/>
              </a:spcAft>
              <a:defRPr sz="2500">
                <a:solidFill>
                  <a:schemeClr val="tx1"/>
                </a:solidFill>
                <a:latin typeface="Arial" charset="0"/>
                <a:ea typeface="ＭＳ Ｐゴシック" charset="0"/>
              </a:defRPr>
            </a:lvl7pPr>
            <a:lvl8pPr marL="3587995" indent="-239199" eaLnBrk="0" fontAlgn="base" hangingPunct="0">
              <a:spcBef>
                <a:spcPct val="0"/>
              </a:spcBef>
              <a:spcAft>
                <a:spcPct val="0"/>
              </a:spcAft>
              <a:defRPr sz="2500">
                <a:solidFill>
                  <a:schemeClr val="tx1"/>
                </a:solidFill>
                <a:latin typeface="Arial" charset="0"/>
                <a:ea typeface="ＭＳ Ｐゴシック" charset="0"/>
              </a:defRPr>
            </a:lvl8pPr>
            <a:lvl9pPr marL="4066395" indent="-239199" eaLnBrk="0" fontAlgn="base" hangingPunct="0">
              <a:spcBef>
                <a:spcPct val="0"/>
              </a:spcBef>
              <a:spcAft>
                <a:spcPct val="0"/>
              </a:spcAft>
              <a:defRPr sz="2500">
                <a:solidFill>
                  <a:schemeClr val="tx1"/>
                </a:solidFill>
                <a:latin typeface="Arial" charset="0"/>
                <a:ea typeface="ＭＳ Ｐゴシック" charset="0"/>
              </a:defRPr>
            </a:lvl9pPr>
          </a:lstStyle>
          <a:p>
            <a:fld id="{483AC851-1F23-E440-BF9E-1B87C4090F93}" type="slidenum">
              <a:rPr lang="en-US" altLang="zh-CN" sz="1300"/>
              <a:pPr/>
              <a:t>44</a:t>
            </a:fld>
            <a:endParaRPr lang="en-US" altLang="zh-CN" sz="1300" dirty="0"/>
          </a:p>
        </p:txBody>
      </p:sp>
      <p:sp>
        <p:nvSpPr>
          <p:cNvPr id="18434" name="Rectangle 2"/>
          <p:cNvSpPr>
            <a:spLocks noGrp="1" noRot="1" noChangeAspect="1" noChangeArrowheads="1" noTextEdit="1"/>
          </p:cNvSpPr>
          <p:nvPr>
            <p:ph type="sldImg"/>
          </p:nvPr>
        </p:nvSpPr>
        <p:spPr>
          <a:xfrm>
            <a:off x="93663" y="746125"/>
            <a:ext cx="6619875" cy="3727450"/>
          </a:xfrm>
          <a:ln/>
        </p:spPr>
      </p:sp>
      <p:sp>
        <p:nvSpPr>
          <p:cNvPr id="18435"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eaLnBrk="1" hangingPunct="1"/>
            <a:endParaRPr lang="zh-CN">
              <a:ea typeface="ＭＳ Ｐゴシック" charset="0"/>
              <a:cs typeface="ＭＳ Ｐゴシック" charset="0"/>
            </a:endParaRPr>
          </a:p>
        </p:txBody>
      </p:sp>
      <p:sp>
        <p:nvSpPr>
          <p:cNvPr id="18436" name="Date Placeholder 4"/>
          <p:cNvSpPr>
            <a:spLocks noGrp="1"/>
          </p:cNvSpPr>
          <p:nvPr>
            <p:ph type="dt" sz="quarter"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sz="2500">
                <a:solidFill>
                  <a:schemeClr val="tx1"/>
                </a:solidFill>
                <a:latin typeface="Arial" charset="0"/>
                <a:ea typeface="ＭＳ Ｐゴシック" charset="0"/>
                <a:cs typeface="ＭＳ Ｐゴシック" charset="0"/>
              </a:defRPr>
            </a:lvl1pPr>
            <a:lvl2pPr marL="777399" indent="-299000" eaLnBrk="0" hangingPunct="0">
              <a:defRPr sz="2500">
                <a:solidFill>
                  <a:schemeClr val="tx1"/>
                </a:solidFill>
                <a:latin typeface="Arial" charset="0"/>
                <a:ea typeface="ＭＳ Ｐゴシック" charset="0"/>
              </a:defRPr>
            </a:lvl2pPr>
            <a:lvl3pPr marL="1195998" indent="-239199" eaLnBrk="0" hangingPunct="0">
              <a:defRPr sz="2500">
                <a:solidFill>
                  <a:schemeClr val="tx1"/>
                </a:solidFill>
                <a:latin typeface="Arial" charset="0"/>
                <a:ea typeface="ＭＳ Ｐゴシック" charset="0"/>
              </a:defRPr>
            </a:lvl3pPr>
            <a:lvl4pPr marL="1674398" indent="-239199" eaLnBrk="0" hangingPunct="0">
              <a:defRPr sz="2500">
                <a:solidFill>
                  <a:schemeClr val="tx1"/>
                </a:solidFill>
                <a:latin typeface="Arial" charset="0"/>
                <a:ea typeface="ＭＳ Ｐゴシック" charset="0"/>
              </a:defRPr>
            </a:lvl4pPr>
            <a:lvl5pPr marL="2152797" indent="-239199" eaLnBrk="0" hangingPunct="0">
              <a:defRPr sz="2500">
                <a:solidFill>
                  <a:schemeClr val="tx1"/>
                </a:solidFill>
                <a:latin typeface="Arial" charset="0"/>
                <a:ea typeface="ＭＳ Ｐゴシック" charset="0"/>
              </a:defRPr>
            </a:lvl5pPr>
            <a:lvl6pPr marL="2631197" indent="-239199" eaLnBrk="0" fontAlgn="base" hangingPunct="0">
              <a:spcBef>
                <a:spcPct val="0"/>
              </a:spcBef>
              <a:spcAft>
                <a:spcPct val="0"/>
              </a:spcAft>
              <a:defRPr sz="2500">
                <a:solidFill>
                  <a:schemeClr val="tx1"/>
                </a:solidFill>
                <a:latin typeface="Arial" charset="0"/>
                <a:ea typeface="ＭＳ Ｐゴシック" charset="0"/>
              </a:defRPr>
            </a:lvl6pPr>
            <a:lvl7pPr marL="3109596" indent="-239199" eaLnBrk="0" fontAlgn="base" hangingPunct="0">
              <a:spcBef>
                <a:spcPct val="0"/>
              </a:spcBef>
              <a:spcAft>
                <a:spcPct val="0"/>
              </a:spcAft>
              <a:defRPr sz="2500">
                <a:solidFill>
                  <a:schemeClr val="tx1"/>
                </a:solidFill>
                <a:latin typeface="Arial" charset="0"/>
                <a:ea typeface="ＭＳ Ｐゴシック" charset="0"/>
              </a:defRPr>
            </a:lvl7pPr>
            <a:lvl8pPr marL="3587995" indent="-239199" eaLnBrk="0" fontAlgn="base" hangingPunct="0">
              <a:spcBef>
                <a:spcPct val="0"/>
              </a:spcBef>
              <a:spcAft>
                <a:spcPct val="0"/>
              </a:spcAft>
              <a:defRPr sz="2500">
                <a:solidFill>
                  <a:schemeClr val="tx1"/>
                </a:solidFill>
                <a:latin typeface="Arial" charset="0"/>
                <a:ea typeface="ＭＳ Ｐゴシック" charset="0"/>
              </a:defRPr>
            </a:lvl8pPr>
            <a:lvl9pPr marL="4066395" indent="-239199" eaLnBrk="0" fontAlgn="base" hangingPunct="0">
              <a:spcBef>
                <a:spcPct val="0"/>
              </a:spcBef>
              <a:spcAft>
                <a:spcPct val="0"/>
              </a:spcAft>
              <a:defRPr sz="2500">
                <a:solidFill>
                  <a:schemeClr val="tx1"/>
                </a:solidFill>
                <a:latin typeface="Arial" charset="0"/>
                <a:ea typeface="ＭＳ Ｐゴシック" charset="0"/>
              </a:defRPr>
            </a:lvl9pPr>
          </a:lstStyle>
          <a:p>
            <a:fld id="{5151C7EB-DBB6-43DF-A720-F51AFD5D07A7}" type="datetime1">
              <a:rPr lang="en-US" altLang="zh-CN" sz="1300" smtClean="0"/>
              <a:t>12/5/2025</a:t>
            </a:fld>
            <a:endParaRPr lang="en-US" altLang="zh-CN" sz="1300" dirty="0"/>
          </a:p>
        </p:txBody>
      </p:sp>
    </p:spTree>
    <p:extLst>
      <p:ext uri="{BB962C8B-B14F-4D97-AF65-F5344CB8AC3E}">
        <p14:creationId xmlns:p14="http://schemas.microsoft.com/office/powerpoint/2010/main" val="18624161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中文封面页">
    <p:spTree>
      <p:nvGrpSpPr>
        <p:cNvPr id="1" name=""/>
        <p:cNvGrpSpPr/>
        <p:nvPr/>
      </p:nvGrpSpPr>
      <p:grpSpPr>
        <a:xfrm>
          <a:off x="0" y="0"/>
          <a:ext cx="0" cy="0"/>
          <a:chOff x="0" y="0"/>
          <a:chExt cx="0" cy="0"/>
        </a:xfrm>
      </p:grpSpPr>
      <p:pic>
        <p:nvPicPr>
          <p:cNvPr id="3" name="Picture 2"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pic>
        <p:nvPicPr>
          <p:cNvPr id="6" name="Picture 5" descr="VCG21d6ab26ba9.jpg"/>
          <p:cNvPicPr>
            <a:picLocks noChangeAspect="1"/>
          </p:cNvPicPr>
          <p:nvPr userDrawn="1"/>
        </p:nvPicPr>
        <p:blipFill rotWithShape="1">
          <a:blip r:embed="rId3">
            <a:extLst>
              <a:ext uri="{28A0092B-C50C-407E-A947-70E740481C1C}">
                <a14:useLocalDpi xmlns:a14="http://schemas.microsoft.com/office/drawing/2010/main" val="0"/>
              </a:ext>
            </a:extLst>
          </a:blip>
          <a:srcRect l="30921" t="155" r="35021" b="-155"/>
          <a:stretch/>
        </p:blipFill>
        <p:spPr>
          <a:xfrm>
            <a:off x="6912769" y="0"/>
            <a:ext cx="2231231" cy="4367213"/>
          </a:xfrm>
          <a:prstGeom prst="rect">
            <a:avLst/>
          </a:prstGeom>
        </p:spPr>
      </p:pic>
      <p:sp>
        <p:nvSpPr>
          <p:cNvPr id="14" name="Rectangle 22"/>
          <p:cNvSpPr>
            <a:spLocks noGrp="1" noChangeAspect="1" noChangeArrowheads="1"/>
          </p:cNvSpPr>
          <p:nvPr>
            <p:ph idx="1" hasCustomPrompt="1"/>
          </p:nvPr>
        </p:nvSpPr>
        <p:spPr bwMode="auto">
          <a:xfrm>
            <a:off x="362992" y="1269425"/>
            <a:ext cx="4632341" cy="175319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a:lnSpc>
                <a:spcPts val="3300"/>
              </a:lnSpc>
              <a:buFontTx/>
              <a:buNone/>
              <a:defRPr sz="2800" b="1" i="0">
                <a:solidFill>
                  <a:schemeClr val="accent1"/>
                </a:solidFill>
                <a:latin typeface="华文黑体_易方达" panose="02010600040101010101" pitchFamily="2" charset="-122"/>
                <a:ea typeface="华文黑体_易方达" panose="02010600040101010101" pitchFamily="2" charset="-122"/>
                <a:cs typeface="华文黑体"/>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lvl="0"/>
            <a:r>
              <a:rPr lang="zh-CN" altLang="en-US" dirty="0" smtClean="0"/>
              <a:t>单击此处编辑母版标题样式</a:t>
            </a:r>
            <a:endParaRPr lang="en-US" dirty="0" smtClean="0"/>
          </a:p>
        </p:txBody>
      </p:sp>
      <p:pic>
        <p:nvPicPr>
          <p:cNvPr id="4" name="Picture 3" descr="Master Logo.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390723" y="4598436"/>
            <a:ext cx="1389888" cy="301752"/>
          </a:xfrm>
          <a:prstGeom prst="rect">
            <a:avLst/>
          </a:prstGeom>
        </p:spPr>
      </p:pic>
      <p:sp>
        <p:nvSpPr>
          <p:cNvPr id="9" name="内容占位符 8"/>
          <p:cNvSpPr>
            <a:spLocks noGrp="1"/>
          </p:cNvSpPr>
          <p:nvPr>
            <p:ph sz="quarter" idx="10"/>
          </p:nvPr>
        </p:nvSpPr>
        <p:spPr>
          <a:xfrm>
            <a:off x="362992" y="3194835"/>
            <a:ext cx="1891110" cy="345807"/>
          </a:xfrm>
        </p:spPr>
        <p:txBody>
          <a:bodyPr/>
          <a:lstStyle>
            <a:lvl1pPr>
              <a:defRPr sz="1400">
                <a:latin typeface="Arial" panose="020B0604020202020204" pitchFamily="34" charset="0"/>
                <a:ea typeface="华文黑体_易方达" panose="02010600040101010101" pitchFamily="2" charset="-122"/>
                <a:cs typeface="Arial" panose="020B0604020202020204" pitchFamily="34" charset="0"/>
              </a:defRPr>
            </a:lvl1pPr>
          </a:lstStyle>
          <a:p>
            <a:pPr lvl="0"/>
            <a:r>
              <a:rPr lang="zh-CN" altLang="en-US" smtClean="0"/>
              <a:t>单击此处编辑母版文本样式</a:t>
            </a:r>
          </a:p>
        </p:txBody>
      </p:sp>
      <p:sp>
        <p:nvSpPr>
          <p:cNvPr id="8" name="矩形 7"/>
          <p:cNvSpPr/>
          <p:nvPr userDrawn="1"/>
        </p:nvSpPr>
        <p:spPr>
          <a:xfrm>
            <a:off x="267299" y="4442230"/>
            <a:ext cx="6261092" cy="584775"/>
          </a:xfrm>
          <a:prstGeom prst="rect">
            <a:avLst/>
          </a:prstGeom>
        </p:spPr>
        <p:txBody>
          <a:bodyPr wrap="square">
            <a:spAutoFit/>
          </a:bodyPr>
          <a:lstStyle/>
          <a:p>
            <a:r>
              <a:rPr lang="zh-CN" altLang="zh-CN" sz="800" kern="1200" dirty="0" smtClean="0">
                <a:solidFill>
                  <a:schemeClr val="bg1"/>
                </a:solidFill>
                <a:effectLst/>
                <a:latin typeface="华文黑体_易方达" panose="02010600040101010101" pitchFamily="2" charset="-122"/>
                <a:ea typeface="华文黑体_易方达" panose="02010600040101010101" pitchFamily="2" charset="-122"/>
                <a:cs typeface="华文黑体" panose="02010600040101010101" pitchFamily="2" charset="-122"/>
              </a:rPr>
              <a:t>本报告仅供本公司（指易方达基金管理有限公司，下同）内部使用或供机构投资者、销售渠道及其他合作方的具备投资专业知识的工作人员等参考，本报告中的信息或所表述的意见并不构成任何要约或要约邀请，也不构成对任何人的投资建议或收益担保。未经本公司授权，本报告的任何部分均不得以任何方式制作任何形式的拷贝、复印件或复制品；或再次分发、披露给任何第三方；或以任何侵犯本公司版权的其他方式使用。任何本公司以外的机构或个人发送、披露本报告的，则由其自行承担由此产生的全部责任。</a:t>
            </a:r>
            <a:endParaRPr lang="zh-CN" altLang="zh-CN" sz="800" kern="1200" dirty="0">
              <a:solidFill>
                <a:schemeClr val="bg1"/>
              </a:solidFill>
              <a:effectLst/>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5" name="文本框 4"/>
          <p:cNvSpPr txBox="1"/>
          <p:nvPr userDrawn="1"/>
        </p:nvSpPr>
        <p:spPr>
          <a:xfrm>
            <a:off x="267299" y="3897061"/>
            <a:ext cx="2721434" cy="276999"/>
          </a:xfrm>
          <a:prstGeom prst="rect">
            <a:avLst/>
          </a:prstGeom>
          <a:noFill/>
        </p:spPr>
        <p:txBody>
          <a:bodyPr wrap="square" rtlCol="0">
            <a:spAutoFit/>
          </a:bodyPr>
          <a:lstStyle/>
          <a:p>
            <a:r>
              <a:rPr lang="zh-CN" altLang="en-US" sz="1200" dirty="0" smtClean="0">
                <a:solidFill>
                  <a:schemeClr val="accent1"/>
                </a:solidFill>
                <a:latin typeface="+mn-ea"/>
                <a:ea typeface="+mn-ea"/>
              </a:rPr>
              <a:t>仅供内部交流讨论，禁止外传</a:t>
            </a:r>
            <a:endParaRPr lang="en-US" sz="1200" dirty="0">
              <a:solidFill>
                <a:schemeClr val="accent1"/>
              </a:solidFill>
              <a:latin typeface="+mn-ea"/>
              <a:ea typeface="+mn-ea"/>
            </a:endParaRPr>
          </a:p>
        </p:txBody>
      </p:sp>
    </p:spTree>
    <p:extLst>
      <p:ext uri="{BB962C8B-B14F-4D97-AF65-F5344CB8AC3E}">
        <p14:creationId xmlns:p14="http://schemas.microsoft.com/office/powerpoint/2010/main" val="432775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中文目录页，仅供目录页使用">
    <p:spTree>
      <p:nvGrpSpPr>
        <p:cNvPr id="1" name=""/>
        <p:cNvGrpSpPr/>
        <p:nvPr/>
      </p:nvGrpSpPr>
      <p:grpSpPr>
        <a:xfrm>
          <a:off x="0" y="0"/>
          <a:ext cx="0" cy="0"/>
          <a:chOff x="0" y="0"/>
          <a:chExt cx="0" cy="0"/>
        </a:xfrm>
      </p:grpSpPr>
      <p:pic>
        <p:nvPicPr>
          <p:cNvPr id="7" name="Picture 6"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5" name="Rectangle 21"/>
          <p:cNvSpPr>
            <a:spLocks noGrp="1" noChangeArrowheads="1"/>
          </p:cNvSpPr>
          <p:nvPr>
            <p:ph type="title" hasCustomPrompt="1"/>
          </p:nvPr>
        </p:nvSpPr>
        <p:spPr bwMode="auto">
          <a:xfrm>
            <a:off x="380093" y="1439173"/>
            <a:ext cx="2735640"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a:solidFill>
                  <a:srgbClr val="005096"/>
                </a:solidFill>
                <a:latin typeface="华文黑体_易方达" panose="02010600040101010101" pitchFamily="2" charset="-122"/>
                <a:ea typeface="华文黑体_易方达" panose="02010600040101010101" pitchFamily="2" charset="-122"/>
              </a:defRPr>
            </a:lvl1pPr>
          </a:lstStyle>
          <a:p>
            <a:pPr lvl="0"/>
            <a:r>
              <a:rPr lang="zh-CN" altLang="en-US" dirty="0" smtClean="0"/>
              <a:t>单击此处编辑母版标题样式</a:t>
            </a:r>
            <a:endParaRPr lang="en-US" dirty="0" smtClean="0"/>
          </a:p>
        </p:txBody>
      </p:sp>
      <p:pic>
        <p:nvPicPr>
          <p:cNvPr id="15" name="Picture 14"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b="0" i="0" baseline="0" smtClean="0">
                <a:solidFill>
                  <a:srgbClr val="505050"/>
                </a:solidFill>
                <a:latin typeface="Arial"/>
                <a:ea typeface="黑体" pitchFamily="49" charset="-122"/>
                <a:cs typeface="Arial"/>
              </a:rPr>
              <a:pPr algn="r"/>
              <a:t>‹#›</a:t>
            </a:fld>
            <a:endParaRPr lang="en-US" altLang="zh-CN" sz="800" b="0" i="0" baseline="0" dirty="0">
              <a:solidFill>
                <a:srgbClr val="505050"/>
              </a:solidFill>
              <a:latin typeface="Arial"/>
              <a:ea typeface="黑体" pitchFamily="49" charset="-122"/>
              <a:cs typeface="Arial"/>
            </a:endParaRPr>
          </a:p>
          <a:p>
            <a:pPr algn="r"/>
            <a:endParaRPr lang="en-US" altLang="zh-CN" sz="800" b="0" i="0" baseline="0" dirty="0">
              <a:solidFill>
                <a:srgbClr val="505050"/>
              </a:solidFill>
              <a:latin typeface="Arial"/>
              <a:ea typeface="黑体" pitchFamily="49" charset="-122"/>
              <a:cs typeface="Arial"/>
            </a:endParaRPr>
          </a:p>
        </p:txBody>
      </p:sp>
      <p:sp>
        <p:nvSpPr>
          <p:cNvPr id="8" name="文本框 7"/>
          <p:cNvSpPr txBox="1"/>
          <p:nvPr userDrawn="1"/>
        </p:nvSpPr>
        <p:spPr>
          <a:xfrm>
            <a:off x="4118640" y="4755072"/>
            <a:ext cx="2576919" cy="215444"/>
          </a:xfrm>
          <a:prstGeom prst="rect">
            <a:avLst/>
          </a:prstGeom>
          <a:noFill/>
        </p:spPr>
        <p:txBody>
          <a:bodyPr wrap="square" rtlCol="0">
            <a:spAutoFit/>
          </a:bodyPr>
          <a:lstStyle/>
          <a:p>
            <a:r>
              <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仅供内部交流讨论，禁止外传</a:t>
            </a:r>
          </a:p>
        </p:txBody>
      </p:sp>
    </p:spTree>
    <p:extLst>
      <p:ext uri="{BB962C8B-B14F-4D97-AF65-F5344CB8AC3E}">
        <p14:creationId xmlns:p14="http://schemas.microsoft.com/office/powerpoint/2010/main" val="3680061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pic>
        <p:nvPicPr>
          <p:cNvPr id="11" name="Picture 10"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33" name="Rectangle 22"/>
          <p:cNvSpPr>
            <a:spLocks noGrp="1" noChangeAspect="1" noChangeArrowheads="1"/>
          </p:cNvSpPr>
          <p:nvPr>
            <p:ph idx="10" hasCustomPrompt="1"/>
          </p:nvPr>
        </p:nvSpPr>
        <p:spPr bwMode="auto">
          <a:xfrm>
            <a:off x="360363" y="1296527"/>
            <a:ext cx="8030104"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Arial" panose="020B0604020202020204" pitchFamily="34" charset="0"/>
                <a:ea typeface="华文黑体_易方达" panose="02010600040101010101" pitchFamily="2" charset="-122"/>
                <a:cs typeface="Arial" panose="020B0604020202020204" pitchFamily="34" charset="0"/>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zh-CN" altLang="en-US" dirty="0" smtClean="0"/>
              <a:t>单击此处编辑母版标题样式</a:t>
            </a:r>
            <a:r>
              <a:rPr lang="en-US" altLang="zh-CN" dirty="0" smtClean="0"/>
              <a:t/>
            </a:r>
            <a:br>
              <a:rPr lang="en-US" altLang="zh-CN" dirty="0" smtClean="0"/>
            </a:br>
            <a:endParaRPr lang="en-US" dirty="0" smtClean="0"/>
          </a:p>
        </p:txBody>
      </p:sp>
      <p:sp>
        <p:nvSpPr>
          <p:cNvPr id="1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b="0" i="0" baseline="0" smtClean="0">
                <a:solidFill>
                  <a:srgbClr val="505050"/>
                </a:solidFill>
                <a:latin typeface="Arial"/>
                <a:ea typeface="黑体" pitchFamily="49" charset="-122"/>
                <a:cs typeface="Arial"/>
              </a:rPr>
              <a:pPr algn="r"/>
              <a:t>‹#›</a:t>
            </a:fld>
            <a:endParaRPr lang="en-US" altLang="zh-CN" sz="800" b="0" i="0" baseline="0" dirty="0">
              <a:solidFill>
                <a:srgbClr val="505050"/>
              </a:solidFill>
              <a:latin typeface="Arial"/>
              <a:ea typeface="黑体" pitchFamily="49" charset="-122"/>
              <a:cs typeface="Arial"/>
            </a:endParaRPr>
          </a:p>
          <a:p>
            <a:pPr algn="r"/>
            <a:endParaRPr lang="en-US" altLang="zh-CN" sz="800" b="0" i="0" baseline="0" dirty="0">
              <a:solidFill>
                <a:srgbClr val="505050"/>
              </a:solidFill>
              <a:latin typeface="Arial"/>
              <a:ea typeface="黑体" pitchFamily="49" charset="-122"/>
              <a:cs typeface="Arial"/>
            </a:endParaRPr>
          </a:p>
        </p:txBody>
      </p:sp>
      <p:pic>
        <p:nvPicPr>
          <p:cNvPr id="6"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文本框 1"/>
          <p:cNvSpPr txBox="1"/>
          <p:nvPr userDrawn="1"/>
        </p:nvSpPr>
        <p:spPr>
          <a:xfrm>
            <a:off x="368300" y="4253023"/>
            <a:ext cx="2576919" cy="338554"/>
          </a:xfrm>
          <a:prstGeom prst="rect">
            <a:avLst/>
          </a:prstGeom>
          <a:noFill/>
        </p:spPr>
        <p:txBody>
          <a:bodyPr wrap="square" rtlCol="0">
            <a:spAutoFit/>
          </a:bodyPr>
          <a:lstStyle/>
          <a:p>
            <a:endParaRPr lang="zh-CN" altLang="en-US" sz="1600" dirty="0" smtClean="0">
              <a:latin typeface="Arial" panose="020B0604020202020204" pitchFamily="34" charset="0"/>
              <a:ea typeface="华文黑体_易方达" panose="02010600040101010101" pitchFamily="2" charset="-122"/>
              <a:cs typeface="Arial" panose="020B0604020202020204" pitchFamily="34" charset="0"/>
            </a:endParaRPr>
          </a:p>
        </p:txBody>
      </p:sp>
      <p:sp>
        <p:nvSpPr>
          <p:cNvPr id="3" name="文本框 2"/>
          <p:cNvSpPr txBox="1"/>
          <p:nvPr userDrawn="1"/>
        </p:nvSpPr>
        <p:spPr>
          <a:xfrm>
            <a:off x="283240" y="4755705"/>
            <a:ext cx="2576919" cy="215444"/>
          </a:xfrm>
          <a:prstGeom prst="rect">
            <a:avLst/>
          </a:prstGeom>
          <a:noFill/>
        </p:spPr>
        <p:txBody>
          <a:bodyPr wrap="square" rtlCol="0">
            <a:spAutoFit/>
          </a:bodyPr>
          <a:lstStyle/>
          <a:p>
            <a:r>
              <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易方达基金管理有限公司</a:t>
            </a:r>
          </a:p>
        </p:txBody>
      </p:sp>
      <p:sp>
        <p:nvSpPr>
          <p:cNvPr id="12" name="文本框 11"/>
          <p:cNvSpPr txBox="1"/>
          <p:nvPr userDrawn="1"/>
        </p:nvSpPr>
        <p:spPr>
          <a:xfrm>
            <a:off x="4118640" y="4755072"/>
            <a:ext cx="2576919" cy="215444"/>
          </a:xfrm>
          <a:prstGeom prst="rect">
            <a:avLst/>
          </a:prstGeom>
          <a:noFill/>
        </p:spPr>
        <p:txBody>
          <a:bodyPr wrap="square" rtlCol="0">
            <a:spAutoFit/>
          </a:bodyPr>
          <a:lstStyle/>
          <a:p>
            <a:r>
              <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仅供内部交流讨论，禁止外传</a:t>
            </a:r>
          </a:p>
        </p:txBody>
      </p:sp>
    </p:spTree>
    <p:extLst>
      <p:ext uri="{BB962C8B-B14F-4D97-AF65-F5344CB8AC3E}">
        <p14:creationId xmlns:p14="http://schemas.microsoft.com/office/powerpoint/2010/main" val="85256844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图形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pic>
        <p:nvPicPr>
          <p:cNvPr id="10" name="Picture 9"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14"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华文黑体_易方达" panose="02010600040101010101" pitchFamily="2" charset="-122"/>
                <a:ea typeface="华文黑体_易方达" panose="02010600040101010101" pitchFamily="2" charset="-122"/>
              </a:defRPr>
            </a:lvl1pPr>
          </a:lstStyle>
          <a:p>
            <a:pPr lvl="0"/>
            <a:r>
              <a:rPr lang="zh-CN" altLang="en-US" dirty="0" smtClean="0"/>
              <a:t>单击此处编辑母版标题样式</a:t>
            </a:r>
            <a:endParaRPr lang="en-US" dirty="0" smtClean="0"/>
          </a:p>
        </p:txBody>
      </p:sp>
      <p:sp>
        <p:nvSpPr>
          <p:cNvPr id="15"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华文黑体_易方达" panose="02010600040101010101" pitchFamily="2" charset="-122"/>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zh-CN" altLang="en-US" dirty="0" smtClean="0"/>
              <a:t>单击此处编辑母版标题样式</a:t>
            </a:r>
            <a:r>
              <a:rPr lang="en-US" altLang="zh-CN" dirty="0" smtClean="0"/>
              <a:t/>
            </a:r>
            <a:br>
              <a:rPr lang="en-US" altLang="zh-CN" dirty="0" smtClean="0"/>
            </a:br>
            <a:endParaRPr lang="en-US" dirty="0" smtClean="0"/>
          </a:p>
        </p:txBody>
      </p:sp>
      <p:sp>
        <p:nvSpPr>
          <p:cNvPr id="17"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b="0" i="0" baseline="0" smtClean="0">
                <a:solidFill>
                  <a:srgbClr val="505050"/>
                </a:solidFill>
                <a:latin typeface="Arial"/>
                <a:ea typeface="黑体" pitchFamily="49" charset="-122"/>
                <a:cs typeface="Arial"/>
              </a:rPr>
              <a:pPr algn="r"/>
              <a:t>‹#›</a:t>
            </a:fld>
            <a:endParaRPr lang="en-US" altLang="zh-CN" sz="800" b="0" i="0" baseline="0" dirty="0">
              <a:solidFill>
                <a:srgbClr val="505050"/>
              </a:solidFill>
              <a:latin typeface="Arial"/>
              <a:ea typeface="黑体" pitchFamily="49" charset="-122"/>
              <a:cs typeface="Arial"/>
            </a:endParaRPr>
          </a:p>
          <a:p>
            <a:pPr algn="r"/>
            <a:endParaRPr lang="en-US" altLang="zh-CN" sz="800" b="0" i="0" baseline="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12" name="文本框 11"/>
          <p:cNvSpPr txBox="1"/>
          <p:nvPr userDrawn="1"/>
        </p:nvSpPr>
        <p:spPr>
          <a:xfrm>
            <a:off x="283240" y="4755705"/>
            <a:ext cx="2576919" cy="215444"/>
          </a:xfrm>
          <a:prstGeom prst="rect">
            <a:avLst/>
          </a:prstGeom>
          <a:noFill/>
        </p:spPr>
        <p:txBody>
          <a:bodyPr wrap="square" rtlCol="0">
            <a:spAutoFit/>
          </a:bodyPr>
          <a:lstStyle/>
          <a:p>
            <a:r>
              <a:rPr lang="zh-CN" altLang="en-US" sz="8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易方达基金管理有限公司</a:t>
            </a:r>
          </a:p>
        </p:txBody>
      </p:sp>
      <p:sp>
        <p:nvSpPr>
          <p:cNvPr id="13" name="文本框 12"/>
          <p:cNvSpPr txBox="1"/>
          <p:nvPr userDrawn="1"/>
        </p:nvSpPr>
        <p:spPr>
          <a:xfrm>
            <a:off x="4118640" y="4755072"/>
            <a:ext cx="2576919" cy="215444"/>
          </a:xfrm>
          <a:prstGeom prst="rect">
            <a:avLst/>
          </a:prstGeom>
          <a:noFill/>
        </p:spPr>
        <p:txBody>
          <a:bodyPr wrap="square" rtlCol="0">
            <a:spAutoFit/>
          </a:bodyPr>
          <a:lstStyle/>
          <a:p>
            <a:r>
              <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仅供内部交流讨论，禁止外传</a:t>
            </a:r>
          </a:p>
        </p:txBody>
      </p:sp>
    </p:spTree>
    <p:extLst>
      <p:ext uri="{BB962C8B-B14F-4D97-AF65-F5344CB8AC3E}">
        <p14:creationId xmlns:p14="http://schemas.microsoft.com/office/powerpoint/2010/main" val="3568840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图形内容2">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pic>
        <p:nvPicPr>
          <p:cNvPr id="10" name="Picture 9"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16"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华文黑体_易方达" panose="02010600040101010101" pitchFamily="2" charset="-122"/>
                <a:ea typeface="华文黑体_易方达" panose="02010600040101010101" pitchFamily="2" charset="-122"/>
              </a:defRPr>
            </a:lvl1pPr>
          </a:lstStyle>
          <a:p>
            <a:pPr lvl="0"/>
            <a:r>
              <a:rPr lang="zh-CN" altLang="en-US" dirty="0" smtClean="0"/>
              <a:t>单击此处编辑母版标题样式</a:t>
            </a:r>
            <a:endParaRPr lang="en-US" dirty="0" smtClean="0"/>
          </a:p>
        </p:txBody>
      </p:sp>
      <p:sp>
        <p:nvSpPr>
          <p:cNvPr id="17"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华文黑体_易方达" panose="02010600040101010101" pitchFamily="2" charset="-122"/>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zh-CN" altLang="en-US" dirty="0" smtClean="0"/>
              <a:t>单击此处编辑母版标题样式</a:t>
            </a:r>
            <a:r>
              <a:rPr lang="en-US" altLang="zh-CN" dirty="0" smtClean="0"/>
              <a:t/>
            </a:r>
            <a:br>
              <a:rPr lang="en-US" altLang="zh-CN" dirty="0" smtClean="0"/>
            </a:br>
            <a:endParaRPr lang="en-US" dirty="0" smtClean="0"/>
          </a:p>
        </p:txBody>
      </p:sp>
      <p:sp>
        <p:nvSpPr>
          <p:cNvPr id="21"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b="0" i="0" baseline="0" smtClean="0">
                <a:solidFill>
                  <a:srgbClr val="505050"/>
                </a:solidFill>
                <a:latin typeface="Arial"/>
                <a:ea typeface="黑体" pitchFamily="49" charset="-122"/>
                <a:cs typeface="Arial"/>
              </a:rPr>
              <a:pPr algn="r"/>
              <a:t>‹#›</a:t>
            </a:fld>
            <a:endParaRPr lang="en-US" altLang="zh-CN" sz="800" b="0" i="0" baseline="0" dirty="0">
              <a:solidFill>
                <a:srgbClr val="505050"/>
              </a:solidFill>
              <a:latin typeface="Arial"/>
              <a:ea typeface="黑体" pitchFamily="49" charset="-122"/>
              <a:cs typeface="Arial"/>
            </a:endParaRPr>
          </a:p>
          <a:p>
            <a:pPr algn="r"/>
            <a:endParaRPr lang="en-US" altLang="zh-CN" sz="800" b="0" i="0" baseline="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12" name="文本框 11"/>
          <p:cNvSpPr txBox="1"/>
          <p:nvPr userDrawn="1"/>
        </p:nvSpPr>
        <p:spPr>
          <a:xfrm>
            <a:off x="283240" y="4755705"/>
            <a:ext cx="2576919" cy="215444"/>
          </a:xfrm>
          <a:prstGeom prst="rect">
            <a:avLst/>
          </a:prstGeom>
          <a:noFill/>
        </p:spPr>
        <p:txBody>
          <a:bodyPr wrap="square" rtlCol="0">
            <a:spAutoFit/>
          </a:bodyPr>
          <a:lstStyle/>
          <a:p>
            <a:r>
              <a:rPr lang="zh-CN" altLang="en-US" sz="8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易方达基金管理有限公司</a:t>
            </a:r>
          </a:p>
        </p:txBody>
      </p:sp>
      <p:sp>
        <p:nvSpPr>
          <p:cNvPr id="13" name="文本框 12"/>
          <p:cNvSpPr txBox="1"/>
          <p:nvPr userDrawn="1"/>
        </p:nvSpPr>
        <p:spPr>
          <a:xfrm>
            <a:off x="4118640" y="4755072"/>
            <a:ext cx="2576919" cy="215444"/>
          </a:xfrm>
          <a:prstGeom prst="rect">
            <a:avLst/>
          </a:prstGeom>
          <a:noFill/>
        </p:spPr>
        <p:txBody>
          <a:bodyPr wrap="square" rtlCol="0">
            <a:spAutoFit/>
          </a:bodyPr>
          <a:lstStyle/>
          <a:p>
            <a:r>
              <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仅供内部交流讨论，禁止外传</a:t>
            </a:r>
          </a:p>
        </p:txBody>
      </p:sp>
    </p:spTree>
    <p:extLst>
      <p:ext uri="{BB962C8B-B14F-4D97-AF65-F5344CB8AC3E}">
        <p14:creationId xmlns:p14="http://schemas.microsoft.com/office/powerpoint/2010/main" val="30354001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结尾页">
    <p:spTree>
      <p:nvGrpSpPr>
        <p:cNvPr id="1" name=""/>
        <p:cNvGrpSpPr/>
        <p:nvPr/>
      </p:nvGrpSpPr>
      <p:grpSpPr>
        <a:xfrm>
          <a:off x="0" y="0"/>
          <a:ext cx="0" cy="0"/>
          <a:chOff x="0" y="0"/>
          <a:chExt cx="0" cy="0"/>
        </a:xfrm>
      </p:grpSpPr>
      <p:pic>
        <p:nvPicPr>
          <p:cNvPr id="5" name="Picture 4"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0" hasCustomPrompt="1"/>
          </p:nvPr>
        </p:nvSpPr>
        <p:spPr bwMode="auto">
          <a:xfrm>
            <a:off x="349052" y="1188517"/>
            <a:ext cx="4857750" cy="20877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0" algn="l">
              <a:lnSpc>
                <a:spcPct val="100000"/>
              </a:lnSpc>
              <a:buFontTx/>
              <a:buNone/>
              <a:defRPr sz="4500" b="1" i="0">
                <a:solidFill>
                  <a:srgbClr val="005096"/>
                </a:solidFill>
                <a:latin typeface="华文黑体_易方达" panose="02010600040101010101" pitchFamily="2" charset="-122"/>
                <a:ea typeface="华文黑体_易方达" panose="02010600040101010101" pitchFamily="2" charset="-122"/>
                <a:cs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zh-CN" altLang="en-US" dirty="0" smtClean="0"/>
              <a:t>谢谢</a:t>
            </a:r>
            <a:r>
              <a:rPr lang="en-US" altLang="zh-CN" dirty="0" smtClean="0"/>
              <a:t/>
            </a:r>
            <a:br>
              <a:rPr lang="en-US" altLang="zh-CN" dirty="0" smtClean="0"/>
            </a:br>
            <a:endParaRPr lang="en-US" dirty="0" smtClean="0"/>
          </a:p>
        </p:txBody>
      </p:sp>
      <p:pic>
        <p:nvPicPr>
          <p:cNvPr id="6" name="Picture 5"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4598436"/>
            <a:ext cx="1389888" cy="301752"/>
          </a:xfrm>
          <a:prstGeom prst="rect">
            <a:avLst/>
          </a:prstGeom>
        </p:spPr>
      </p:pic>
      <p:sp>
        <p:nvSpPr>
          <p:cNvPr id="3" name="文本占位符 2"/>
          <p:cNvSpPr>
            <a:spLocks noGrp="1"/>
          </p:cNvSpPr>
          <p:nvPr>
            <p:ph type="body" sz="quarter" idx="11"/>
          </p:nvPr>
        </p:nvSpPr>
        <p:spPr>
          <a:xfrm>
            <a:off x="349052" y="2504748"/>
            <a:ext cx="2741613" cy="1311275"/>
          </a:xfrm>
        </p:spPr>
        <p:txBody>
          <a:bodyPr/>
          <a:lstStyle>
            <a:lvl1pPr>
              <a:defRPr sz="1200">
                <a:solidFill>
                  <a:schemeClr val="accent1"/>
                </a:solidFill>
                <a:latin typeface="+mn-ea"/>
                <a:ea typeface="+mn-ea"/>
              </a:defRPr>
            </a:lvl1pPr>
            <a:lvl2pPr>
              <a:defRPr sz="1200">
                <a:solidFill>
                  <a:schemeClr val="accent1"/>
                </a:solidFill>
                <a:latin typeface="+mn-ea"/>
                <a:ea typeface="+mn-ea"/>
              </a:defRPr>
            </a:lvl2pPr>
            <a:lvl3pPr>
              <a:defRPr sz="1200">
                <a:solidFill>
                  <a:schemeClr val="accent1"/>
                </a:solidFill>
                <a:latin typeface="+mn-ea"/>
                <a:ea typeface="+mn-ea"/>
              </a:defRPr>
            </a:lvl3pPr>
            <a:lvl4pPr>
              <a:defRPr sz="1200">
                <a:solidFill>
                  <a:schemeClr val="accent1"/>
                </a:solidFill>
                <a:latin typeface="+mn-ea"/>
                <a:ea typeface="+mn-ea"/>
              </a:defRPr>
            </a:lvl4pPr>
            <a:lvl5pPr>
              <a:defRPr sz="1200">
                <a:solidFill>
                  <a:schemeClr val="accent1"/>
                </a:solidFill>
                <a:latin typeface="+mn-ea"/>
                <a:ea typeface="+mn-ea"/>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1_结尾页">
    <p:spTree>
      <p:nvGrpSpPr>
        <p:cNvPr id="1" name=""/>
        <p:cNvGrpSpPr/>
        <p:nvPr/>
      </p:nvGrpSpPr>
      <p:grpSpPr>
        <a:xfrm>
          <a:off x="0" y="0"/>
          <a:ext cx="0" cy="0"/>
          <a:chOff x="0" y="0"/>
          <a:chExt cx="0" cy="0"/>
        </a:xfrm>
      </p:grpSpPr>
      <p:pic>
        <p:nvPicPr>
          <p:cNvPr id="5" name="Picture 4"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0" hasCustomPrompt="1"/>
          </p:nvPr>
        </p:nvSpPr>
        <p:spPr bwMode="auto">
          <a:xfrm>
            <a:off x="349052" y="1188517"/>
            <a:ext cx="4857750" cy="20877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ct val="100000"/>
              </a:lnSpc>
              <a:buFontTx/>
              <a:buNone/>
              <a:defRPr lang="zh-CN" altLang="en-US" sz="4500" b="1" i="0" kern="1200" dirty="0" smtClean="0">
                <a:solidFill>
                  <a:srgbClr val="005096"/>
                </a:solidFill>
                <a:latin typeface="+mn-lt"/>
                <a:ea typeface="华文黑体_易方达" panose="02010600040101010101" pitchFamily="2" charset="-122"/>
                <a:cs typeface="华文黑体"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Thank You</a:t>
            </a:r>
            <a:br>
              <a:rPr lang="en-US" altLang="zh-CN" dirty="0" smtClean="0"/>
            </a:br>
            <a:endParaRPr lang="en-US" dirty="0" smtClean="0"/>
          </a:p>
        </p:txBody>
      </p:sp>
      <p:sp>
        <p:nvSpPr>
          <p:cNvPr id="8" name="Rectangle 22"/>
          <p:cNvSpPr>
            <a:spLocks noGrp="1" noChangeAspect="1" noChangeArrowheads="1"/>
          </p:cNvSpPr>
          <p:nvPr>
            <p:ph idx="4294967295"/>
          </p:nvPr>
        </p:nvSpPr>
        <p:spPr bwMode="auto">
          <a:xfrm>
            <a:off x="3540648" y="3518916"/>
            <a:ext cx="5239963" cy="4433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950"/>
              </a:lnSpc>
              <a:spcBef>
                <a:spcPts val="0"/>
              </a:spcBef>
              <a:spcAft>
                <a:spcPct val="0"/>
              </a:spcAft>
              <a:buClrTx/>
              <a:buSzTx/>
              <a:buFontTx/>
              <a:buNone/>
              <a:tabLst/>
              <a:defRPr sz="800" b="0" baseline="0">
                <a:solidFill>
                  <a:schemeClr val="bg1"/>
                </a:solidFill>
                <a:latin typeface="华文黑体"/>
                <a:ea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lnSpc>
                <a:spcPct val="150000"/>
              </a:lnSpc>
            </a:pPr>
            <a:r>
              <a:rPr lang="zh-CN" altLang="en-US" sz="1000" b="1" smtClean="0">
                <a:latin typeface="黑体" panose="02010609060101010101" pitchFamily="49" charset="-122"/>
                <a:ea typeface="黑体" panose="02010609060101010101" pitchFamily="49" charset="-122"/>
              </a:rPr>
              <a:t>单击此处编辑母版文本样式</a:t>
            </a:r>
          </a:p>
        </p:txBody>
      </p:sp>
      <p:pic>
        <p:nvPicPr>
          <p:cNvPr id="7" name="图片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3163" y="4443086"/>
            <a:ext cx="1480616" cy="629304"/>
          </a:xfrm>
          <a:prstGeom prst="rect">
            <a:avLst/>
          </a:prstGeom>
        </p:spPr>
      </p:pic>
    </p:spTree>
    <p:extLst>
      <p:ext uri="{BB962C8B-B14F-4D97-AF65-F5344CB8AC3E}">
        <p14:creationId xmlns:p14="http://schemas.microsoft.com/office/powerpoint/2010/main" val="1548726036"/>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首页">
    <p:spTree>
      <p:nvGrpSpPr>
        <p:cNvPr id="1" name=""/>
        <p:cNvGrpSpPr/>
        <p:nvPr/>
      </p:nvGrpSpPr>
      <p:grpSpPr>
        <a:xfrm>
          <a:off x="0" y="0"/>
          <a:ext cx="0" cy="0"/>
          <a:chOff x="0" y="0"/>
          <a:chExt cx="0" cy="0"/>
        </a:xfrm>
      </p:grpSpPr>
      <p:pic>
        <p:nvPicPr>
          <p:cNvPr id="6" name="Picture 5" descr="VCG21d6ab26ba9.jpg"/>
          <p:cNvPicPr>
            <a:picLocks noChangeAspect="1"/>
          </p:cNvPicPr>
          <p:nvPr userDrawn="1"/>
        </p:nvPicPr>
        <p:blipFill rotWithShape="1">
          <a:blip r:embed="rId2">
            <a:extLst>
              <a:ext uri="{28A0092B-C50C-407E-A947-70E740481C1C}">
                <a14:useLocalDpi xmlns:a14="http://schemas.microsoft.com/office/drawing/2010/main" val="0"/>
              </a:ext>
            </a:extLst>
          </a:blip>
          <a:srcRect l="30921" t="155" r="35021" b="-155"/>
          <a:stretch/>
        </p:blipFill>
        <p:spPr>
          <a:xfrm>
            <a:off x="6912769" y="0"/>
            <a:ext cx="2231231" cy="4367213"/>
          </a:xfrm>
          <a:prstGeom prst="rect">
            <a:avLst/>
          </a:prstGeom>
        </p:spPr>
      </p:pic>
      <p:pic>
        <p:nvPicPr>
          <p:cNvPr id="3" name="Picture 2" descr="Bar_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 hasCustomPrompt="1"/>
          </p:nvPr>
        </p:nvSpPr>
        <p:spPr bwMode="auto">
          <a:xfrm>
            <a:off x="362992" y="1269425"/>
            <a:ext cx="4632341" cy="17531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ts val="3300"/>
              </a:lnSpc>
              <a:buFontTx/>
              <a:buNone/>
              <a:defRPr sz="2100" b="1" i="0">
                <a:solidFill>
                  <a:srgbClr val="005096"/>
                </a:solidFill>
                <a:latin typeface="+mj-lt"/>
                <a:ea typeface="华文黑体_易方达" panose="02010600040101010101" pitchFamily="2" charset="-122"/>
                <a:cs typeface="华文黑体"/>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lvl="0"/>
            <a:r>
              <a:rPr lang="en-US" altLang="zh-CN" dirty="0" smtClean="0"/>
              <a:t>Click  to add title</a:t>
            </a:r>
            <a:endParaRPr lang="zh-CN" altLang="en-US" dirty="0" smtClean="0"/>
          </a:p>
        </p:txBody>
      </p:sp>
      <p:sp>
        <p:nvSpPr>
          <p:cNvPr id="5" name="矩形 4"/>
          <p:cNvSpPr/>
          <p:nvPr userDrawn="1"/>
        </p:nvSpPr>
        <p:spPr>
          <a:xfrm>
            <a:off x="203199" y="4385003"/>
            <a:ext cx="6530577" cy="738664"/>
          </a:xfrm>
          <a:prstGeom prst="rect">
            <a:avLst/>
          </a:prstGeom>
        </p:spPr>
        <p:txBody>
          <a:bodyPr wrap="square">
            <a:spAutoFit/>
          </a:bodyPr>
          <a:lstStyle/>
          <a:p>
            <a:pPr algn="just"/>
            <a:r>
              <a:rPr lang="en-US" altLang="zh-CN" sz="700" kern="1200" dirty="0" smtClean="0">
                <a:solidFill>
                  <a:schemeClr val="bg1"/>
                </a:solidFill>
                <a:effectLst/>
                <a:latin typeface="+mn-lt"/>
                <a:ea typeface="华文黑体_易方达" panose="02010600040101010101" pitchFamily="2" charset="-122"/>
                <a:cs typeface="华文黑体" panose="02010600040101010101" pitchFamily="2" charset="-122"/>
              </a:rPr>
              <a:t>This report is solely for internal use by E Fund Management Company Limited (hereinafter “the Company”) and for reference by institutional investors, sales channels and personnel of other collaborative parties who possess professional knowledge in investments. The information or opinion stated in this report shall neither constitute any offer or invitation to treat nor constitute any investment advice or guarantee of return to any person. Unless 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endParaRPr lang="zh-CN" altLang="zh-CN" sz="700" kern="1200" dirty="0">
              <a:solidFill>
                <a:schemeClr val="bg1"/>
              </a:solidFill>
              <a:effectLst/>
              <a:latin typeface="+mn-lt"/>
              <a:ea typeface="华文黑体_易方达" panose="02010600040101010101" pitchFamily="2" charset="-122"/>
              <a:cs typeface="华文黑体" panose="02010600040101010101" pitchFamily="2" charset="-122"/>
            </a:endParaRPr>
          </a:p>
        </p:txBody>
      </p:sp>
      <p:sp>
        <p:nvSpPr>
          <p:cNvPr id="9" name="内容占位符 8"/>
          <p:cNvSpPr>
            <a:spLocks noGrp="1"/>
          </p:cNvSpPr>
          <p:nvPr>
            <p:ph sz="quarter" idx="10"/>
          </p:nvPr>
        </p:nvSpPr>
        <p:spPr>
          <a:xfrm>
            <a:off x="362992" y="3194835"/>
            <a:ext cx="1891110" cy="345807"/>
          </a:xfrm>
          <a:prstGeom prst="rect">
            <a:avLst/>
          </a:prstGeom>
        </p:spPr>
        <p:txBody>
          <a:bodyPr/>
          <a:lstStyle>
            <a:lvl1pPr>
              <a:defRPr sz="1400">
                <a:latin typeface="Arial" panose="020B0604020202020204" pitchFamily="34" charset="0"/>
                <a:ea typeface="华文黑体_易方达" panose="02010600040101010101" pitchFamily="2" charset="-122"/>
                <a:cs typeface="Arial" panose="020B0604020202020204" pitchFamily="34" charset="0"/>
              </a:defRPr>
            </a:lvl1pPr>
          </a:lstStyle>
          <a:p>
            <a:pPr lvl="0"/>
            <a:r>
              <a:rPr lang="zh-CN" altLang="en-US" smtClean="0"/>
              <a:t>单击此处编辑母版文本样式</a:t>
            </a:r>
          </a:p>
        </p:txBody>
      </p:sp>
      <p:pic>
        <p:nvPicPr>
          <p:cNvPr id="10" name="图片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354763" y="4443086"/>
            <a:ext cx="1480616" cy="629304"/>
          </a:xfrm>
          <a:prstGeom prst="rect">
            <a:avLst/>
          </a:prstGeom>
        </p:spPr>
      </p:pic>
      <p:sp>
        <p:nvSpPr>
          <p:cNvPr id="11" name="矩形 10"/>
          <p:cNvSpPr/>
          <p:nvPr userDrawn="1"/>
        </p:nvSpPr>
        <p:spPr>
          <a:xfrm>
            <a:off x="281663" y="3925675"/>
            <a:ext cx="1645002" cy="276999"/>
          </a:xfrm>
          <a:prstGeom prst="rect">
            <a:avLst/>
          </a:prstGeom>
        </p:spPr>
        <p:txBody>
          <a:bodyPr wrap="none">
            <a:spAutoFit/>
          </a:bodyPr>
          <a:lstStyle/>
          <a:p>
            <a:r>
              <a:rPr lang="en-US" altLang="zh-CN" sz="1200" dirty="0" smtClean="0">
                <a:solidFill>
                  <a:schemeClr val="accent1"/>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1200" dirty="0" smtClean="0">
              <a:solidFill>
                <a:schemeClr val="accent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483146539"/>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首页">
    <p:spTree>
      <p:nvGrpSpPr>
        <p:cNvPr id="1" name=""/>
        <p:cNvGrpSpPr/>
        <p:nvPr/>
      </p:nvGrpSpPr>
      <p:grpSpPr>
        <a:xfrm>
          <a:off x="0" y="0"/>
          <a:ext cx="0" cy="0"/>
          <a:chOff x="0" y="0"/>
          <a:chExt cx="0" cy="0"/>
        </a:xfrm>
      </p:grpSpPr>
      <p:pic>
        <p:nvPicPr>
          <p:cNvPr id="6" name="Picture 5" descr="VCG21d6ab26ba9.jpg"/>
          <p:cNvPicPr>
            <a:picLocks noChangeAspect="1"/>
          </p:cNvPicPr>
          <p:nvPr userDrawn="1"/>
        </p:nvPicPr>
        <p:blipFill rotWithShape="1">
          <a:blip r:embed="rId2">
            <a:extLst>
              <a:ext uri="{28A0092B-C50C-407E-A947-70E740481C1C}">
                <a14:useLocalDpi xmlns:a14="http://schemas.microsoft.com/office/drawing/2010/main" val="0"/>
              </a:ext>
            </a:extLst>
          </a:blip>
          <a:srcRect l="30921" t="155" r="35021" b="-155"/>
          <a:stretch/>
        </p:blipFill>
        <p:spPr>
          <a:xfrm>
            <a:off x="6912769" y="0"/>
            <a:ext cx="2231231" cy="4367213"/>
          </a:xfrm>
          <a:prstGeom prst="rect">
            <a:avLst/>
          </a:prstGeom>
        </p:spPr>
      </p:pic>
      <p:pic>
        <p:nvPicPr>
          <p:cNvPr id="3" name="Picture 2" descr="Bar_1.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 hasCustomPrompt="1"/>
          </p:nvPr>
        </p:nvSpPr>
        <p:spPr bwMode="auto">
          <a:xfrm>
            <a:off x="362992" y="1269425"/>
            <a:ext cx="4632341" cy="17531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ts val="3300"/>
              </a:lnSpc>
              <a:buFontTx/>
              <a:buNone/>
              <a:defRPr sz="2100" b="1" i="0">
                <a:solidFill>
                  <a:srgbClr val="005096"/>
                </a:solidFill>
                <a:latin typeface="+mj-lt"/>
                <a:ea typeface="华文黑体_易方达" panose="02010600040101010101" pitchFamily="2" charset="-122"/>
                <a:cs typeface="华文黑体"/>
              </a:defRPr>
            </a:lvl1pPr>
            <a:lvl2pPr algn="l">
              <a:lnSpc>
                <a:spcPts val="3000"/>
              </a:lnSpc>
              <a:buFontTx/>
              <a:buNone/>
              <a:defRPr sz="1300" b="0" i="0">
                <a:solidFill>
                  <a:schemeClr val="tx1"/>
                </a:solidFill>
              </a:defRPr>
            </a:lvl2pPr>
            <a:lvl3pPr>
              <a:buFontTx/>
              <a:buNone/>
              <a:defRPr/>
            </a:lvl3pPr>
            <a:lvl4pPr>
              <a:buFontTx/>
              <a:buNone/>
              <a:defRPr/>
            </a:lvl4pPr>
            <a:lvl5pPr>
              <a:buFontTx/>
              <a:buNone/>
              <a:defRPr/>
            </a:lvl5pPr>
          </a:lstStyle>
          <a:p>
            <a:pPr lvl="0"/>
            <a:r>
              <a:rPr lang="en-US" altLang="zh-CN" dirty="0" smtClean="0"/>
              <a:t>Click  to add title</a:t>
            </a:r>
            <a:endParaRPr lang="zh-CN" altLang="en-US" dirty="0" smtClean="0"/>
          </a:p>
        </p:txBody>
      </p:sp>
      <p:sp>
        <p:nvSpPr>
          <p:cNvPr id="5" name="矩形 4"/>
          <p:cNvSpPr/>
          <p:nvPr userDrawn="1"/>
        </p:nvSpPr>
        <p:spPr>
          <a:xfrm>
            <a:off x="203199" y="4385003"/>
            <a:ext cx="6530577" cy="738664"/>
          </a:xfrm>
          <a:prstGeom prst="rect">
            <a:avLst/>
          </a:prstGeom>
        </p:spPr>
        <p:txBody>
          <a:bodyPr wrap="square">
            <a:spAutoFit/>
          </a:bodyPr>
          <a:lstStyle/>
          <a:p>
            <a:pPr algn="just"/>
            <a:r>
              <a:rPr lang="en-US" altLang="zh-CN" sz="700" dirty="0" smtClean="0">
                <a:solidFill>
                  <a:srgbClr val="FFFFFF"/>
                </a:solidFill>
                <a:latin typeface="Arial"/>
                <a:ea typeface="华文黑体_易方达" panose="02010600040101010101" pitchFamily="2" charset="-122"/>
                <a:cs typeface="华文黑体" panose="02010600040101010101" pitchFamily="2" charset="-122"/>
              </a:rPr>
              <a:t>This report is solely for internal use by E Fund Management Company Limited (hereinafter “the Company”) and for reference by institutional investors, sales channels and personnel of other collaborative parties who possess professional knowledge in investments. The information or opinion stated in this report shall neither constitute any offer or invitation to treat nor constitute any investment advice or guarantee of return to any person. Unless 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endParaRPr lang="zh-CN" altLang="zh-CN" sz="700" dirty="0">
              <a:solidFill>
                <a:srgbClr val="FFFFFF"/>
              </a:solidFill>
              <a:latin typeface="Arial"/>
              <a:ea typeface="华文黑体_易方达" panose="02010600040101010101" pitchFamily="2" charset="-122"/>
              <a:cs typeface="华文黑体" panose="02010600040101010101" pitchFamily="2" charset="-122"/>
            </a:endParaRPr>
          </a:p>
        </p:txBody>
      </p:sp>
      <p:sp>
        <p:nvSpPr>
          <p:cNvPr id="9" name="内容占位符 8"/>
          <p:cNvSpPr>
            <a:spLocks noGrp="1"/>
          </p:cNvSpPr>
          <p:nvPr>
            <p:ph sz="quarter" idx="10"/>
          </p:nvPr>
        </p:nvSpPr>
        <p:spPr>
          <a:xfrm>
            <a:off x="362992" y="3194835"/>
            <a:ext cx="1891110" cy="345807"/>
          </a:xfrm>
          <a:prstGeom prst="rect">
            <a:avLst/>
          </a:prstGeom>
        </p:spPr>
        <p:txBody>
          <a:bodyPr/>
          <a:lstStyle>
            <a:lvl1pPr>
              <a:defRPr sz="1400">
                <a:latin typeface="Arial" panose="020B0604020202020204" pitchFamily="34" charset="0"/>
                <a:ea typeface="华文黑体_易方达" panose="02010600040101010101" pitchFamily="2" charset="-122"/>
                <a:cs typeface="Arial" panose="020B0604020202020204" pitchFamily="34" charset="0"/>
              </a:defRPr>
            </a:lvl1pPr>
          </a:lstStyle>
          <a:p>
            <a:pPr lvl="0"/>
            <a:r>
              <a:rPr lang="zh-CN" altLang="en-US" smtClean="0"/>
              <a:t>单击此处编辑母版文本样式</a:t>
            </a:r>
          </a:p>
        </p:txBody>
      </p:sp>
      <p:pic>
        <p:nvPicPr>
          <p:cNvPr id="10" name="图片 9"/>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53163" y="4443086"/>
            <a:ext cx="1480616" cy="629304"/>
          </a:xfrm>
          <a:prstGeom prst="rect">
            <a:avLst/>
          </a:prstGeom>
        </p:spPr>
      </p:pic>
      <p:pic>
        <p:nvPicPr>
          <p:cNvPr id="8" name="图片 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993305" y="823323"/>
            <a:ext cx="892204" cy="892204"/>
          </a:xfrm>
          <a:prstGeom prst="rect">
            <a:avLst/>
          </a:prstGeom>
        </p:spPr>
      </p:pic>
      <p:sp>
        <p:nvSpPr>
          <p:cNvPr id="11" name="矩形 10"/>
          <p:cNvSpPr/>
          <p:nvPr userDrawn="1"/>
        </p:nvSpPr>
        <p:spPr>
          <a:xfrm>
            <a:off x="281663" y="3925675"/>
            <a:ext cx="1645002" cy="276999"/>
          </a:xfrm>
          <a:prstGeom prst="rect">
            <a:avLst/>
          </a:prstGeom>
        </p:spPr>
        <p:txBody>
          <a:bodyPr wrap="none">
            <a:spAutoFit/>
          </a:bodyPr>
          <a:lstStyle/>
          <a:p>
            <a:r>
              <a:rPr lang="en-US" altLang="zh-CN" sz="1200" dirty="0" smtClean="0">
                <a:solidFill>
                  <a:schemeClr val="accent1"/>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1200" dirty="0" smtClean="0">
              <a:solidFill>
                <a:schemeClr val="accent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9517870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章节页">
    <p:spTree>
      <p:nvGrpSpPr>
        <p:cNvPr id="1" name=""/>
        <p:cNvGrpSpPr/>
        <p:nvPr/>
      </p:nvGrpSpPr>
      <p:grpSpPr>
        <a:xfrm>
          <a:off x="0" y="0"/>
          <a:ext cx="0" cy="0"/>
          <a:chOff x="0" y="0"/>
          <a:chExt cx="0" cy="0"/>
        </a:xfrm>
      </p:grpSpPr>
      <p:pic>
        <p:nvPicPr>
          <p:cNvPr id="7" name="Picture 6"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5" name="Rectangle 21"/>
          <p:cNvSpPr>
            <a:spLocks noGrp="1" noChangeArrowheads="1"/>
          </p:cNvSpPr>
          <p:nvPr>
            <p:ph type="title" hasCustomPrompt="1"/>
          </p:nvPr>
        </p:nvSpPr>
        <p:spPr bwMode="auto">
          <a:xfrm>
            <a:off x="380093" y="1439173"/>
            <a:ext cx="2735640"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a:solidFill>
                  <a:srgbClr val="005096"/>
                </a:solidFill>
                <a:latin typeface="+mj-lt"/>
                <a:ea typeface="华文黑体_易方达" panose="02010600040101010101" pitchFamily="2" charset="-122"/>
              </a:defRPr>
            </a:lvl1pPr>
          </a:lstStyle>
          <a:p>
            <a:pPr lvl="0"/>
            <a:r>
              <a:rPr lang="en-US" altLang="zh-CN" dirty="0" smtClean="0"/>
              <a:t>Click  to add title</a:t>
            </a:r>
            <a:endParaRPr lang="zh-CN" altLang="en-US" dirty="0" smtClean="0"/>
          </a:p>
        </p:txBody>
      </p:sp>
      <p:sp>
        <p:nvSpPr>
          <p:cNvPr id="17" name="Rectangle 22"/>
          <p:cNvSpPr>
            <a:spLocks noGrp="1" noChangeAspect="1" noChangeArrowheads="1"/>
          </p:cNvSpPr>
          <p:nvPr>
            <p:ph idx="1" hasCustomPrompt="1"/>
          </p:nvPr>
        </p:nvSpPr>
        <p:spPr bwMode="auto">
          <a:xfrm>
            <a:off x="336351" y="2244696"/>
            <a:ext cx="5801981" cy="118116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ts val="3300"/>
              </a:lnSpc>
              <a:buFontTx/>
              <a:buNone/>
              <a:defRPr sz="2800" b="1" i="0" baseline="0">
                <a:solidFill>
                  <a:srgbClr val="005096"/>
                </a:solidFill>
                <a:latin typeface="+mj-lt"/>
                <a:ea typeface="华文黑体_易方达" panose="02010600040101010101" pitchFamily="2" charset="-122"/>
                <a:cs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pic>
        <p:nvPicPr>
          <p:cNvPr id="9" name="图片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6" name="文本框 5"/>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872669403"/>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文字内容页">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7" name="Rectangle 21"/>
          <p:cNvSpPr>
            <a:spLocks noGrp="1" noChangeArrowheads="1"/>
          </p:cNvSpPr>
          <p:nvPr>
            <p:ph type="title" hasCustomPrompt="1"/>
          </p:nvPr>
        </p:nvSpPr>
        <p:spPr bwMode="auto">
          <a:xfrm>
            <a:off x="363151" y="211632"/>
            <a:ext cx="6191653"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33" name="Rectangle 22"/>
          <p:cNvSpPr>
            <a:spLocks noGrp="1" noChangeAspect="1" noChangeArrowheads="1"/>
          </p:cNvSpPr>
          <p:nvPr>
            <p:ph idx="10" hasCustomPrompt="1"/>
          </p:nvPr>
        </p:nvSpPr>
        <p:spPr bwMode="auto">
          <a:xfrm>
            <a:off x="360363" y="1296527"/>
            <a:ext cx="8030104" cy="2479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6"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文本框 1"/>
          <p:cNvSpPr txBox="1"/>
          <p:nvPr userDrawn="1"/>
        </p:nvSpPr>
        <p:spPr>
          <a:xfrm>
            <a:off x="368300" y="4253023"/>
            <a:ext cx="2576919" cy="338554"/>
          </a:xfrm>
          <a:prstGeom prst="rect">
            <a:avLst/>
          </a:prstGeom>
          <a:noFill/>
        </p:spPr>
        <p:txBody>
          <a:bodyPr wrap="square" rtlCol="0">
            <a:spAutoFit/>
          </a:bodyPr>
          <a:lstStyle/>
          <a:p>
            <a:endParaRPr lang="zh-CN" altLang="en-US" sz="1600" dirty="0" smtClean="0">
              <a:solidFill>
                <a:srgbClr val="000000"/>
              </a:solidFill>
              <a:latin typeface="Verdana" pitchFamily="34" charset="0"/>
              <a:ea typeface="黑体" pitchFamily="49" charset="-122"/>
            </a:endParaRPr>
          </a:p>
        </p:txBody>
      </p:sp>
      <p:sp>
        <p:nvSpPr>
          <p:cNvPr id="3" name="文本框 2"/>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1" name="文本框 10"/>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078984669"/>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图形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4" name="Rectangle 21"/>
          <p:cNvSpPr>
            <a:spLocks noGrp="1" noChangeArrowheads="1"/>
          </p:cNvSpPr>
          <p:nvPr>
            <p:ph type="title" hasCustomPrompt="1"/>
          </p:nvPr>
        </p:nvSpPr>
        <p:spPr bwMode="auto">
          <a:xfrm>
            <a:off x="363151" y="211632"/>
            <a:ext cx="6230154"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15"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7"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6" name="文本框 15"/>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0" name="文本框 9"/>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205038297"/>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表格内容1">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6" name="Rectangle 21"/>
          <p:cNvSpPr>
            <a:spLocks noGrp="1" noChangeArrowheads="1"/>
          </p:cNvSpPr>
          <p:nvPr>
            <p:ph type="title" hasCustomPrompt="1"/>
          </p:nvPr>
        </p:nvSpPr>
        <p:spPr bwMode="auto">
          <a:xfrm>
            <a:off x="363151" y="211632"/>
            <a:ext cx="6268655" cy="268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17" name="Rectangle 22"/>
          <p:cNvSpPr>
            <a:spLocks noGrp="1" noChangeAspect="1" noChangeArrowheads="1"/>
          </p:cNvSpPr>
          <p:nvPr>
            <p:ph idx="10" hasCustomPrompt="1"/>
          </p:nvPr>
        </p:nvSpPr>
        <p:spPr bwMode="auto">
          <a:xfrm>
            <a:off x="360363" y="1296527"/>
            <a:ext cx="8432609" cy="93133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br>
              <a:rPr lang="en-US" altLang="zh-CN" dirty="0" smtClean="0"/>
            </a:br>
            <a:endParaRPr lang="en-US" dirty="0" smtClean="0"/>
          </a:p>
        </p:txBody>
      </p:sp>
      <p:sp>
        <p:nvSpPr>
          <p:cNvPr id="21"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4" name="表格占位符 3"/>
          <p:cNvSpPr>
            <a:spLocks noGrp="1"/>
          </p:cNvSpPr>
          <p:nvPr>
            <p:ph type="tbl" sz="quarter" idx="11"/>
          </p:nvPr>
        </p:nvSpPr>
        <p:spPr>
          <a:xfrm>
            <a:off x="368300" y="2743200"/>
            <a:ext cx="8412163" cy="1636713"/>
          </a:xfrm>
          <a:prstGeom prst="rect">
            <a:avLst/>
          </a:prstGeom>
        </p:spPr>
        <p:txBody>
          <a:bodyPr/>
          <a:lstStyle/>
          <a:p>
            <a:r>
              <a:rPr lang="zh-CN" altLang="en-US" smtClean="0"/>
              <a:t>单击图标添加表格</a:t>
            </a:r>
            <a:endParaRPr lang="zh-CN" altLang="en-US"/>
          </a:p>
        </p:txBody>
      </p:sp>
      <p:pic>
        <p:nvPicPr>
          <p:cNvPr id="13" name="图片 1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4" name="文本框 13"/>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0" name="文本框 9"/>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4044347526"/>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10" name="Picture 9"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sp>
        <p:nvSpPr>
          <p:cNvPr id="17"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a:solidFill>
                  <a:schemeClr val="bg1"/>
                </a:solidFill>
                <a:latin typeface="+mj-lt"/>
                <a:ea typeface="华文黑体_易方达" panose="02010600040101010101" pitchFamily="2" charset="-122"/>
              </a:defRPr>
            </a:lvl1pPr>
          </a:lstStyle>
          <a:p>
            <a:pPr lvl="0"/>
            <a:r>
              <a:rPr lang="en-US" altLang="zh-CN" dirty="0" smtClean="0"/>
              <a:t>Click to add title</a:t>
            </a:r>
            <a:endParaRPr lang="en-US" dirty="0" smtClean="0"/>
          </a:p>
        </p:txBody>
      </p:sp>
      <p:sp>
        <p:nvSpPr>
          <p:cNvPr id="33" name="Rectangle 22"/>
          <p:cNvSpPr>
            <a:spLocks noGrp="1" noChangeAspect="1" noChangeArrowheads="1"/>
          </p:cNvSpPr>
          <p:nvPr>
            <p:ph idx="10" hasCustomPrompt="1"/>
          </p:nvPr>
        </p:nvSpPr>
        <p:spPr bwMode="auto">
          <a:xfrm>
            <a:off x="360363" y="1296527"/>
            <a:ext cx="8030104"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16"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6" name="Picture 5" descr="Line.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2" name="文本框 1"/>
          <p:cNvSpPr txBox="1"/>
          <p:nvPr userDrawn="1"/>
        </p:nvSpPr>
        <p:spPr>
          <a:xfrm>
            <a:off x="368300" y="4253023"/>
            <a:ext cx="2576919" cy="338554"/>
          </a:xfrm>
          <a:prstGeom prst="rect">
            <a:avLst/>
          </a:prstGeom>
          <a:noFill/>
        </p:spPr>
        <p:txBody>
          <a:bodyPr wrap="square" rtlCol="0">
            <a:spAutoFit/>
          </a:bodyPr>
          <a:lstStyle/>
          <a:p>
            <a:endParaRPr lang="zh-CN" altLang="en-US" sz="1600" dirty="0" smtClean="0">
              <a:solidFill>
                <a:srgbClr val="000000"/>
              </a:solidFill>
              <a:latin typeface="Verdana" pitchFamily="34" charset="0"/>
              <a:ea typeface="黑体" pitchFamily="49" charset="-122"/>
            </a:endParaRPr>
          </a:p>
        </p:txBody>
      </p:sp>
      <p:pic>
        <p:nvPicPr>
          <p:cNvPr id="12" name="图片 1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299995" y="81588"/>
            <a:ext cx="1480616" cy="629304"/>
          </a:xfrm>
          <a:prstGeom prst="rect">
            <a:avLst/>
          </a:prstGeom>
        </p:spPr>
      </p:pic>
      <p:sp>
        <p:nvSpPr>
          <p:cNvPr id="13" name="文本框 12"/>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1" name="文本框 10"/>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065064339"/>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图形内容2">
    <p:spTree>
      <p:nvGrpSpPr>
        <p:cNvPr id="1" name=""/>
        <p:cNvGrpSpPr/>
        <p:nvPr/>
      </p:nvGrpSpPr>
      <p:grpSpPr>
        <a:xfrm>
          <a:off x="0" y="0"/>
          <a:ext cx="0" cy="0"/>
          <a:chOff x="0" y="0"/>
          <a:chExt cx="0" cy="0"/>
        </a:xfrm>
      </p:grpSpPr>
      <p:pic>
        <p:nvPicPr>
          <p:cNvPr id="9" name="Picture 8"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792480"/>
          </a:xfrm>
          <a:prstGeom prst="rect">
            <a:avLst/>
          </a:prstGeom>
        </p:spPr>
      </p:pic>
      <p:pic>
        <p:nvPicPr>
          <p:cNvPr id="10" name="Picture 9" descr="Master Logo.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390723" y="249133"/>
            <a:ext cx="1389888" cy="301752"/>
          </a:xfrm>
          <a:prstGeom prst="rect">
            <a:avLst/>
          </a:prstGeom>
        </p:spPr>
      </p:pic>
      <p:sp>
        <p:nvSpPr>
          <p:cNvPr id="16" name="Rectangle 21"/>
          <p:cNvSpPr>
            <a:spLocks noGrp="1" noChangeArrowheads="1"/>
          </p:cNvSpPr>
          <p:nvPr>
            <p:ph type="title" hasCustomPrompt="1"/>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2300" b="1">
                <a:solidFill>
                  <a:schemeClr val="bg1"/>
                </a:solidFill>
                <a:latin typeface="+mn-lt"/>
                <a:ea typeface="华文黑体_易方达" panose="02010600040101010101" pitchFamily="2" charset="-122"/>
              </a:defRPr>
            </a:lvl1pPr>
          </a:lstStyle>
          <a:p>
            <a:pPr lvl="0"/>
            <a:r>
              <a:rPr lang="en-US" altLang="zh-CN" dirty="0" smtClean="0"/>
              <a:t>Click to add title</a:t>
            </a:r>
            <a:endParaRPr lang="en-US" dirty="0" smtClean="0"/>
          </a:p>
        </p:txBody>
      </p:sp>
      <p:sp>
        <p:nvSpPr>
          <p:cNvPr id="17" name="Rectangle 22"/>
          <p:cNvSpPr>
            <a:spLocks noGrp="1" noChangeAspect="1" noChangeArrowheads="1"/>
          </p:cNvSpPr>
          <p:nvPr>
            <p:ph idx="10" hasCustomPrompt="1"/>
          </p:nvPr>
        </p:nvSpPr>
        <p:spPr bwMode="auto">
          <a:xfrm>
            <a:off x="360363" y="1296527"/>
            <a:ext cx="4465637" cy="24792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mn-lt"/>
                <a:ea typeface="华文黑体_易方达"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Click to add title</a:t>
            </a:r>
            <a:endParaRPr lang="en-US" dirty="0" smtClean="0"/>
          </a:p>
        </p:txBody>
      </p:sp>
      <p:sp>
        <p:nvSpPr>
          <p:cNvPr id="21" name="Slide Number Placeholder 5"/>
          <p:cNvSpPr txBox="1">
            <a:spLocks/>
          </p:cNvSpPr>
          <p:nvPr userDrawn="1"/>
        </p:nvSpPr>
        <p:spPr bwMode="auto">
          <a:xfrm>
            <a:off x="8359020" y="4791886"/>
            <a:ext cx="448205" cy="14181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gn="r"/>
            <a:fld id="{BDAEED39-8CE5-E849-8BB2-D2203B6D9153}" type="slidenum">
              <a:rPr lang="en-US" altLang="zh-CN" sz="800" smtClean="0">
                <a:solidFill>
                  <a:srgbClr val="505050"/>
                </a:solidFill>
                <a:latin typeface="Arial"/>
                <a:ea typeface="黑体" pitchFamily="49" charset="-122"/>
                <a:cs typeface="Arial"/>
              </a:rPr>
              <a:pPr algn="r"/>
              <a:t>‹#›</a:t>
            </a:fld>
            <a:endParaRPr lang="en-US" altLang="zh-CN" sz="800" dirty="0">
              <a:solidFill>
                <a:srgbClr val="505050"/>
              </a:solidFill>
              <a:latin typeface="Arial"/>
              <a:ea typeface="黑体" pitchFamily="49" charset="-122"/>
              <a:cs typeface="Arial"/>
            </a:endParaRPr>
          </a:p>
          <a:p>
            <a:pPr algn="r"/>
            <a:endParaRPr lang="en-US" altLang="zh-CN" sz="800" dirty="0">
              <a:solidFill>
                <a:srgbClr val="505050"/>
              </a:solidFill>
              <a:latin typeface="Arial"/>
              <a:ea typeface="黑体" pitchFamily="49" charset="-122"/>
              <a:cs typeface="Arial"/>
            </a:endParaRPr>
          </a:p>
        </p:txBody>
      </p:sp>
      <p:pic>
        <p:nvPicPr>
          <p:cNvPr id="11" name="Picture 5" descr="Line.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368300" y="4729417"/>
            <a:ext cx="8424672" cy="6096"/>
          </a:xfrm>
          <a:prstGeom prst="rect">
            <a:avLst/>
          </a:prstGeom>
          <a:ln>
            <a:solidFill>
              <a:schemeClr val="bg1">
                <a:lumMod val="65000"/>
              </a:schemeClr>
            </a:solidFill>
          </a:ln>
        </p:spPr>
      </p:pic>
      <p:sp>
        <p:nvSpPr>
          <p:cNvPr id="13" name="文本框 12"/>
          <p:cNvSpPr txBox="1"/>
          <p:nvPr userDrawn="1"/>
        </p:nvSpPr>
        <p:spPr>
          <a:xfrm>
            <a:off x="283240" y="4755705"/>
            <a:ext cx="2576919" cy="215444"/>
          </a:xfrm>
          <a:prstGeom prst="rect">
            <a:avLst/>
          </a:prstGeom>
          <a:noFill/>
        </p:spPr>
        <p:txBody>
          <a:bodyPr wrap="square" rtlCol="0">
            <a:spAutoFit/>
          </a:bodyPr>
          <a:lstStyle/>
          <a:p>
            <a:r>
              <a:rPr lang="en-US" altLang="zh-CN" sz="800" dirty="0" smtClean="0">
                <a:solidFill>
                  <a:srgbClr val="3C3C3C"/>
                </a:solidFill>
                <a:latin typeface="Arial"/>
                <a:ea typeface="华文黑体_易方达" panose="02010600040101010101" pitchFamily="2" charset="-122"/>
                <a:cs typeface="华文黑体" panose="02010600040101010101" pitchFamily="2" charset="-122"/>
              </a:rPr>
              <a:t>E Fund Management Co., Ltd.</a:t>
            </a:r>
            <a:endParaRPr lang="zh-CN" altLang="en-US" sz="800" dirty="0" smtClean="0">
              <a:solidFill>
                <a:srgbClr val="3C3C3C"/>
              </a:solidFill>
              <a:latin typeface="Arial"/>
              <a:ea typeface="华文黑体_易方达" panose="02010600040101010101" pitchFamily="2" charset="-122"/>
              <a:cs typeface="华文黑体" panose="02010600040101010101" pitchFamily="2" charset="-122"/>
            </a:endParaRPr>
          </a:p>
        </p:txBody>
      </p:sp>
      <p:sp>
        <p:nvSpPr>
          <p:cNvPr id="12" name="文本框 11"/>
          <p:cNvSpPr txBox="1"/>
          <p:nvPr userDrawn="1"/>
        </p:nvSpPr>
        <p:spPr>
          <a:xfrm>
            <a:off x="4118640" y="4755072"/>
            <a:ext cx="2576919" cy="215444"/>
          </a:xfrm>
          <a:prstGeom prst="rect">
            <a:avLst/>
          </a:prstGeom>
          <a:noFill/>
        </p:spPr>
        <p:txBody>
          <a:bodyPr wrap="square" rtlCol="0">
            <a:spAutoFit/>
          </a:bodyPr>
          <a:lstStyle/>
          <a:p>
            <a:r>
              <a:rPr lang="en-US" altLang="zh-CN"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For Internal Use Only</a:t>
            </a:r>
            <a:endParaRPr lang="zh-CN" altLang="en-US" sz="8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755909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结尾页">
    <p:spTree>
      <p:nvGrpSpPr>
        <p:cNvPr id="1" name=""/>
        <p:cNvGrpSpPr/>
        <p:nvPr/>
      </p:nvGrpSpPr>
      <p:grpSpPr>
        <a:xfrm>
          <a:off x="0" y="0"/>
          <a:ext cx="0" cy="0"/>
          <a:chOff x="0" y="0"/>
          <a:chExt cx="0" cy="0"/>
        </a:xfrm>
      </p:grpSpPr>
      <p:pic>
        <p:nvPicPr>
          <p:cNvPr id="5" name="Picture 4" descr="Bar_1.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4355783"/>
            <a:ext cx="9144000" cy="792480"/>
          </a:xfrm>
          <a:prstGeom prst="rect">
            <a:avLst/>
          </a:prstGeom>
        </p:spPr>
      </p:pic>
      <p:sp>
        <p:nvSpPr>
          <p:cNvPr id="14" name="Rectangle 22"/>
          <p:cNvSpPr>
            <a:spLocks noGrp="1" noChangeAspect="1" noChangeArrowheads="1"/>
          </p:cNvSpPr>
          <p:nvPr>
            <p:ph idx="10" hasCustomPrompt="1"/>
          </p:nvPr>
        </p:nvSpPr>
        <p:spPr bwMode="auto">
          <a:xfrm>
            <a:off x="349052" y="1188517"/>
            <a:ext cx="4857750" cy="208774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indent="0" algn="l">
              <a:lnSpc>
                <a:spcPct val="100000"/>
              </a:lnSpc>
              <a:buFontTx/>
              <a:buNone/>
              <a:defRPr lang="zh-CN" altLang="en-US" sz="4500" b="1" i="0" kern="1200" dirty="0" smtClean="0">
                <a:solidFill>
                  <a:srgbClr val="005096"/>
                </a:solidFill>
                <a:latin typeface="+mn-lt"/>
                <a:ea typeface="华文黑体_易方达" panose="02010600040101010101" pitchFamily="2" charset="-122"/>
                <a:cs typeface="华文黑体" panose="02010600040101010101" pitchFamily="2" charset="-122"/>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r>
              <a:rPr lang="en-US" altLang="zh-CN" dirty="0" smtClean="0"/>
              <a:t>Thank You</a:t>
            </a:r>
            <a:br>
              <a:rPr lang="en-US" altLang="zh-CN" dirty="0" smtClean="0"/>
            </a:br>
            <a:endParaRPr lang="en-US" dirty="0" smtClean="0"/>
          </a:p>
        </p:txBody>
      </p:sp>
      <p:sp>
        <p:nvSpPr>
          <p:cNvPr id="8" name="Rectangle 22"/>
          <p:cNvSpPr>
            <a:spLocks noGrp="1" noChangeAspect="1" noChangeArrowheads="1"/>
          </p:cNvSpPr>
          <p:nvPr>
            <p:ph idx="4294967295"/>
          </p:nvPr>
        </p:nvSpPr>
        <p:spPr bwMode="auto">
          <a:xfrm>
            <a:off x="3540648" y="3518916"/>
            <a:ext cx="5239963" cy="4433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950"/>
              </a:lnSpc>
              <a:spcBef>
                <a:spcPts val="0"/>
              </a:spcBef>
              <a:spcAft>
                <a:spcPct val="0"/>
              </a:spcAft>
              <a:buClrTx/>
              <a:buSzTx/>
              <a:buFontTx/>
              <a:buNone/>
              <a:tabLst/>
              <a:defRPr sz="800" b="0" baseline="0">
                <a:solidFill>
                  <a:schemeClr val="bg1"/>
                </a:solidFill>
                <a:latin typeface="华文黑体"/>
                <a:ea typeface="华文黑体"/>
              </a:defRPr>
            </a:lvl1pPr>
            <a:lvl2pPr algn="l">
              <a:lnSpc>
                <a:spcPts val="2400"/>
              </a:lnSpc>
              <a:buFontTx/>
              <a:buNone/>
              <a:defRPr sz="1500" baseline="0">
                <a:solidFill>
                  <a:schemeClr val="bg1"/>
                </a:solidFill>
                <a:latin typeface="Arial"/>
              </a:defRPr>
            </a:lvl2pPr>
            <a:lvl3pPr>
              <a:buFontTx/>
              <a:buNone/>
              <a:defRPr/>
            </a:lvl3pPr>
            <a:lvl4pPr>
              <a:buFontTx/>
              <a:buNone/>
              <a:defRPr/>
            </a:lvl4pPr>
            <a:lvl5pPr>
              <a:buFontTx/>
              <a:buNone/>
              <a:defRPr/>
            </a:lvl5pPr>
          </a:lstStyle>
          <a:p>
            <a:pPr lvl="0">
              <a:lnSpc>
                <a:spcPct val="150000"/>
              </a:lnSpc>
            </a:pPr>
            <a:r>
              <a:rPr lang="zh-CN" altLang="en-US" sz="1000" b="1" smtClean="0">
                <a:latin typeface="黑体" panose="02010609060101010101" pitchFamily="49" charset="-122"/>
                <a:ea typeface="黑体" panose="02010609060101010101" pitchFamily="49" charset="-122"/>
              </a:rPr>
              <a:t>单击此处编辑母版文本样式</a:t>
            </a:r>
          </a:p>
        </p:txBody>
      </p:sp>
      <p:pic>
        <p:nvPicPr>
          <p:cNvPr id="7" name="图片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253163" y="4443086"/>
            <a:ext cx="1480616" cy="629304"/>
          </a:xfrm>
          <a:prstGeom prst="rect">
            <a:avLst/>
          </a:prstGeom>
        </p:spPr>
      </p:pic>
    </p:spTree>
    <p:extLst>
      <p:ext uri="{BB962C8B-B14F-4D97-AF65-F5344CB8AC3E}">
        <p14:creationId xmlns:p14="http://schemas.microsoft.com/office/powerpoint/2010/main" val="268215405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9"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1" name="Rectangle 21"/>
          <p:cNvSpPr>
            <a:spLocks noGrp="1" noChangeArrowheads="1"/>
          </p:cNvSpPr>
          <p:nvPr>
            <p:ph type="title"/>
          </p:nvPr>
        </p:nvSpPr>
        <p:spPr bwMode="auto">
          <a:xfrm>
            <a:off x="557893" y="245837"/>
            <a:ext cx="190046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p>
            <a:r>
              <a:rPr lang="zh-CN" altLang="en-US" smtClean="0"/>
              <a:t>单击此处编辑母版标题样式</a:t>
            </a:r>
            <a:endParaRPr lang="en-US" dirty="0"/>
          </a:p>
        </p:txBody>
      </p:sp>
      <p:sp>
        <p:nvSpPr>
          <p:cNvPr id="2052" name="Rectangle 22"/>
          <p:cNvSpPr>
            <a:spLocks noGrp="1" noChangeAspect="1" noChangeArrowheads="1"/>
          </p:cNvSpPr>
          <p:nvPr>
            <p:ph type="body" idx="1"/>
          </p:nvPr>
        </p:nvSpPr>
        <p:spPr bwMode="auto">
          <a:xfrm>
            <a:off x="549276" y="2101190"/>
            <a:ext cx="7097939" cy="125676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p>
            <a:pPr lvl="0"/>
            <a:r>
              <a:rPr lang="en-US" dirty="0" smtClean="0"/>
              <a:t>Click to edit Master text styles</a:t>
            </a:r>
          </a:p>
          <a:p>
            <a:pPr lvl="1"/>
            <a:r>
              <a:rPr lang="en-US" dirty="0" smtClean="0"/>
              <a:t>Second level</a:t>
            </a:r>
          </a:p>
        </p:txBody>
      </p:sp>
    </p:spTree>
  </p:cSld>
  <p:clrMap bg1="lt1" tx1="dk1" bg2="lt2" tx2="dk2" accent1="accent1" accent2="accent2" accent3="accent3" accent4="accent4" accent5="accent5" accent6="accent6" hlink="hlink" folHlink="folHlink"/>
  <p:sldLayoutIdLst>
    <p:sldLayoutId id="2147483777" r:id="rId1"/>
    <p:sldLayoutId id="2147483775" r:id="rId2"/>
    <p:sldLayoutId id="2147483767" r:id="rId3"/>
    <p:sldLayoutId id="2147483774" r:id="rId4"/>
    <p:sldLayoutId id="2147483761" r:id="rId5"/>
    <p:sldLayoutId id="2147483768" r:id="rId6"/>
    <p:sldLayoutId id="2147483778" r:id="rId7"/>
    <p:sldLayoutId id="2147483779" r:id="rId8"/>
  </p:sldLayoutIdLst>
  <p:hf sldNum="0" hdr="0"/>
  <p:txStyles>
    <p:titleStyle>
      <a:lvl1pPr algn="l" rtl="0" eaLnBrk="1" fontAlgn="base" hangingPunct="1">
        <a:spcBef>
          <a:spcPct val="0"/>
        </a:spcBef>
        <a:spcAft>
          <a:spcPct val="0"/>
        </a:spcAft>
        <a:defRPr sz="900" b="0" i="0" baseline="0">
          <a:solidFill>
            <a:schemeClr val="bg1"/>
          </a:solidFill>
          <a:latin typeface="Arial"/>
          <a:ea typeface="华文黑体"/>
          <a:cs typeface="华文细黑"/>
        </a:defRPr>
      </a:lvl1pPr>
      <a:lvl2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2pPr>
      <a:lvl3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3pPr>
      <a:lvl4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4pPr>
      <a:lvl5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p:titleStyle>
    <p:bodyStyle>
      <a:lvl1pPr marL="0" indent="-342900" algn="l" rtl="0" eaLnBrk="1" fontAlgn="base" hangingPunct="1">
        <a:spcBef>
          <a:spcPts val="0"/>
        </a:spcBef>
        <a:spcAft>
          <a:spcPct val="0"/>
        </a:spcAft>
        <a:defRPr sz="3600" b="1" baseline="0">
          <a:solidFill>
            <a:schemeClr val="bg1"/>
          </a:solidFill>
          <a:latin typeface="Arial"/>
          <a:ea typeface="华文细黑"/>
          <a:cs typeface="华文细黑"/>
        </a:defRPr>
      </a:lvl1pPr>
      <a:lvl2pPr marL="0" indent="0" algn="l" rtl="0" eaLnBrk="1" fontAlgn="base" hangingPunct="1">
        <a:lnSpc>
          <a:spcPts val="2400"/>
        </a:lnSpc>
        <a:spcBef>
          <a:spcPts val="0"/>
        </a:spcBef>
        <a:spcAft>
          <a:spcPct val="0"/>
        </a:spcAft>
        <a:buClr>
          <a:srgbClr val="5F294F"/>
        </a:buClr>
        <a:buFontTx/>
        <a:buNone/>
        <a:defRPr sz="1500" b="1" baseline="0">
          <a:solidFill>
            <a:schemeClr val="bg1"/>
          </a:solidFill>
          <a:latin typeface="Arial"/>
          <a:ea typeface="华文细黑"/>
          <a:cs typeface="华文细黑"/>
        </a:defRPr>
      </a:lvl2pPr>
      <a:lvl3pPr marL="39687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3pPr>
      <a:lvl4pPr marL="63182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4pPr>
      <a:lvl5pPr marL="91757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5pPr>
      <a:lvl6pPr marL="15414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6pPr>
      <a:lvl7pPr marL="19986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7pPr>
      <a:lvl8pPr marL="24558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8pPr>
      <a:lvl9pPr marL="29130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860951"/>
      </p:ext>
    </p:extLst>
  </p:cSld>
  <p:clrMap bg1="lt1" tx1="dk1" bg2="lt2" tx2="dk2" accent1="accent1" accent2="accent2" accent3="accent3" accent4="accent4" accent5="accent5" accent6="accent6" hlink="hlink" folHlink="folHlink"/>
  <p:sldLayoutIdLst>
    <p:sldLayoutId id="2147483781" r:id="rId1"/>
    <p:sldLayoutId id="2147483782" r:id="rId2"/>
    <p:sldLayoutId id="2147483783" r:id="rId3"/>
    <p:sldLayoutId id="2147483784" r:id="rId4"/>
    <p:sldLayoutId id="2147483785" r:id="rId5"/>
    <p:sldLayoutId id="2147483787" r:id="rId6"/>
    <p:sldLayoutId id="2147483788" r:id="rId7"/>
    <p:sldLayoutId id="2147483786" r:id="rId8"/>
  </p:sldLayoutIdLst>
  <p:timing>
    <p:tnLst>
      <p:par>
        <p:cTn id="1" dur="indefinite" restart="never" nodeType="tmRoot"/>
      </p:par>
    </p:tnLst>
  </p:timing>
  <p:hf sldNum="0" hdr="0"/>
  <p:txStyles>
    <p:titleStyle>
      <a:lvl1pPr algn="l" rtl="0" eaLnBrk="1" fontAlgn="base" hangingPunct="1">
        <a:spcBef>
          <a:spcPct val="0"/>
        </a:spcBef>
        <a:spcAft>
          <a:spcPct val="0"/>
        </a:spcAft>
        <a:defRPr sz="900" b="0" i="0" baseline="0">
          <a:solidFill>
            <a:schemeClr val="bg1"/>
          </a:solidFill>
          <a:latin typeface="Arial"/>
          <a:ea typeface="华文黑体"/>
          <a:cs typeface="华文细黑"/>
        </a:defRPr>
      </a:lvl1pPr>
      <a:lvl2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2pPr>
      <a:lvl3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3pPr>
      <a:lvl4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4pPr>
      <a:lvl5pPr algn="l" rtl="0" eaLnBrk="1" fontAlgn="base" hangingPunct="1">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p:titleStyle>
    <p:bodyStyle>
      <a:lvl1pPr marL="0" indent="-342900" algn="l" rtl="0" eaLnBrk="1" fontAlgn="base" hangingPunct="1">
        <a:spcBef>
          <a:spcPts val="0"/>
        </a:spcBef>
        <a:spcAft>
          <a:spcPct val="0"/>
        </a:spcAft>
        <a:defRPr sz="3600" b="1" baseline="0">
          <a:solidFill>
            <a:schemeClr val="bg1"/>
          </a:solidFill>
          <a:latin typeface="Arial"/>
          <a:ea typeface="华文细黑"/>
          <a:cs typeface="华文细黑"/>
        </a:defRPr>
      </a:lvl1pPr>
      <a:lvl2pPr marL="0" indent="0" algn="l" rtl="0" eaLnBrk="1" fontAlgn="base" hangingPunct="1">
        <a:lnSpc>
          <a:spcPts val="2400"/>
        </a:lnSpc>
        <a:spcBef>
          <a:spcPts val="0"/>
        </a:spcBef>
        <a:spcAft>
          <a:spcPct val="0"/>
        </a:spcAft>
        <a:buClr>
          <a:srgbClr val="5F294F"/>
        </a:buClr>
        <a:buFontTx/>
        <a:buNone/>
        <a:defRPr sz="1500" b="1" baseline="0">
          <a:solidFill>
            <a:schemeClr val="bg1"/>
          </a:solidFill>
          <a:latin typeface="Arial"/>
          <a:ea typeface="华文细黑"/>
          <a:cs typeface="华文细黑"/>
        </a:defRPr>
      </a:lvl2pPr>
      <a:lvl3pPr marL="39687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3pPr>
      <a:lvl4pPr marL="63182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4pPr>
      <a:lvl5pPr marL="917575" indent="0" algn="just" rtl="0" eaLnBrk="1" fontAlgn="base" hangingPunct="1">
        <a:spcBef>
          <a:spcPct val="0"/>
        </a:spcBef>
        <a:spcAft>
          <a:spcPct val="0"/>
        </a:spcAft>
        <a:buClr>
          <a:srgbClr val="5F294F"/>
        </a:buClr>
        <a:buFontTx/>
        <a:buNone/>
        <a:defRPr sz="1500" b="1" baseline="0">
          <a:solidFill>
            <a:schemeClr val="tx1"/>
          </a:solidFill>
          <a:latin typeface="Arial"/>
          <a:ea typeface="华文细黑"/>
          <a:cs typeface="华文细黑"/>
        </a:defRPr>
      </a:lvl5pPr>
      <a:lvl6pPr marL="15414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6pPr>
      <a:lvl7pPr marL="19986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7pPr>
      <a:lvl8pPr marL="24558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8pPr>
      <a:lvl9pPr marL="29130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chart" Target="../charts/chart3.xml"/></Relationships>
</file>

<file path=ppt/slides/_rels/slide1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chart" Target="../charts/chart6.xml"/></Relationships>
</file>

<file path=ppt/slides/_rels/slide22.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0"/>
          </p:nvPr>
        </p:nvSpPr>
        <p:spPr>
          <a:xfrm>
            <a:off x="323850" y="1217930"/>
            <a:ext cx="4136390" cy="2479218"/>
          </a:xfrm>
        </p:spPr>
        <p:txBody>
          <a:bodyPr/>
          <a:lstStyle/>
          <a:p>
            <a:pPr marL="171450" indent="-171450">
              <a:buFont typeface="Arial" panose="020B0604020202020204" pitchFamily="34" charset="0"/>
              <a:buChar char="•"/>
            </a:pPr>
            <a:r>
              <a:rPr lang="en-US" altLang="zh-CN" sz="1100" dirty="0" smtClean="0">
                <a:solidFill>
                  <a:schemeClr val="accent4"/>
                </a:solidFill>
              </a:rPr>
              <a:t>PPT</a:t>
            </a:r>
            <a:r>
              <a:rPr lang="zh-CN" altLang="en-US" sz="1100" dirty="0" smtClean="0">
                <a:solidFill>
                  <a:schemeClr val="accent4"/>
                </a:solidFill>
              </a:rPr>
              <a:t>制作人请务必检查</a:t>
            </a:r>
            <a:r>
              <a:rPr lang="en-US" altLang="zh-CN" sz="1100" dirty="0" smtClean="0">
                <a:solidFill>
                  <a:schemeClr val="accent4"/>
                </a:solidFill>
              </a:rPr>
              <a:t>PPT</a:t>
            </a:r>
            <a:r>
              <a:rPr lang="zh-CN" altLang="en-US" sz="1100" dirty="0" smtClean="0">
                <a:solidFill>
                  <a:schemeClr val="accent4"/>
                </a:solidFill>
              </a:rPr>
              <a:t>尺寸，确保其尺寸正确（可使用“打印预览”功能，</a:t>
            </a:r>
            <a:r>
              <a:rPr lang="en-US" altLang="zh-CN" sz="1100" dirty="0" smtClean="0">
                <a:solidFill>
                  <a:schemeClr val="accent4"/>
                </a:solidFill>
              </a:rPr>
              <a:t>A4</a:t>
            </a:r>
            <a:r>
              <a:rPr lang="zh-CN" altLang="en-US" sz="1100" dirty="0" smtClean="0">
                <a:solidFill>
                  <a:schemeClr val="accent4"/>
                </a:solidFill>
              </a:rPr>
              <a:t>打印时正确的</a:t>
            </a:r>
            <a:r>
              <a:rPr lang="en-US" altLang="zh-CN" sz="1100" dirty="0" smtClean="0">
                <a:solidFill>
                  <a:schemeClr val="accent4"/>
                </a:solidFill>
              </a:rPr>
              <a:t>PPT</a:t>
            </a:r>
            <a:r>
              <a:rPr lang="zh-CN" altLang="en-US" sz="1100" dirty="0" smtClean="0">
                <a:solidFill>
                  <a:schemeClr val="accent4"/>
                </a:solidFill>
              </a:rPr>
              <a:t>模板四周会有较大留白）：</a:t>
            </a:r>
            <a:endParaRPr lang="en-US" altLang="zh-CN" sz="1100" dirty="0" smtClean="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endParaRPr lang="en-US" altLang="zh-CN" sz="1200" dirty="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r>
              <a:rPr lang="zh-CN" altLang="en-US" sz="1100" dirty="0" smtClean="0">
                <a:solidFill>
                  <a:schemeClr val="accent4"/>
                </a:solidFill>
              </a:rPr>
              <a:t>请勿使用非模板的</a:t>
            </a:r>
            <a:r>
              <a:rPr lang="en-US" altLang="zh-CN" sz="1100" dirty="0" smtClean="0">
                <a:solidFill>
                  <a:schemeClr val="accent4"/>
                </a:solidFill>
              </a:rPr>
              <a:t>PPT</a:t>
            </a:r>
            <a:r>
              <a:rPr lang="zh-CN" altLang="en-US" sz="1100" dirty="0" smtClean="0">
                <a:solidFill>
                  <a:schemeClr val="accent4"/>
                </a:solidFill>
              </a:rPr>
              <a:t>封面页、目录页，制作表格或使用</a:t>
            </a:r>
            <a:r>
              <a:rPr lang="en-US" altLang="zh-CN" sz="1100" dirty="0" err="1" smtClean="0">
                <a:solidFill>
                  <a:schemeClr val="accent4"/>
                </a:solidFill>
              </a:rPr>
              <a:t>smartart</a:t>
            </a:r>
            <a:r>
              <a:rPr lang="zh-CN" altLang="en-US" sz="1100" dirty="0" smtClean="0">
                <a:solidFill>
                  <a:schemeClr val="accent4"/>
                </a:solidFill>
              </a:rPr>
              <a:t>图形时请勿更改</a:t>
            </a:r>
            <a:r>
              <a:rPr lang="en-US" altLang="zh-CN" sz="1100" dirty="0" smtClean="0">
                <a:solidFill>
                  <a:schemeClr val="accent4"/>
                </a:solidFill>
              </a:rPr>
              <a:t>PPT</a:t>
            </a:r>
            <a:r>
              <a:rPr lang="zh-CN" altLang="en-US" sz="1100" dirty="0" smtClean="0">
                <a:solidFill>
                  <a:schemeClr val="accent4"/>
                </a:solidFill>
              </a:rPr>
              <a:t>版式，正文页下方应有横线、公司名称和页码</a:t>
            </a:r>
            <a:endParaRPr lang="en-US" altLang="zh-CN" sz="1100" dirty="0" smtClean="0">
              <a:solidFill>
                <a:schemeClr val="accent4"/>
              </a:solidFill>
            </a:endParaRPr>
          </a:p>
          <a:p>
            <a:pPr marL="171450" indent="-171450">
              <a:buFont typeface="Arial" panose="020B0604020202020204" pitchFamily="34" charset="0"/>
              <a:buChar char="•"/>
            </a:pPr>
            <a:endParaRPr lang="en-US" altLang="zh-CN" sz="1200" dirty="0">
              <a:solidFill>
                <a:schemeClr val="accent4"/>
              </a:solidFill>
            </a:endParaRPr>
          </a:p>
          <a:p>
            <a:pPr marL="171450" indent="-171450">
              <a:buFont typeface="Arial" panose="020B0604020202020204" pitchFamily="34" charset="0"/>
              <a:buChar char="•"/>
            </a:pPr>
            <a:r>
              <a:rPr lang="zh-CN" altLang="en-US" sz="1100" dirty="0">
                <a:solidFill>
                  <a:schemeClr val="accent4"/>
                </a:solidFill>
              </a:rPr>
              <a:t>整体排版遵循“上文下图”“左文右图”</a:t>
            </a:r>
            <a:r>
              <a:rPr lang="zh-CN" altLang="en-US" sz="1100" dirty="0" smtClean="0">
                <a:solidFill>
                  <a:schemeClr val="accent4"/>
                </a:solidFill>
              </a:rPr>
              <a:t>原则；图表和</a:t>
            </a:r>
            <a:r>
              <a:rPr lang="en-US" altLang="zh-CN" sz="1100" dirty="0" err="1" smtClean="0">
                <a:solidFill>
                  <a:schemeClr val="accent4"/>
                </a:solidFill>
              </a:rPr>
              <a:t>smartart</a:t>
            </a:r>
            <a:r>
              <a:rPr lang="zh-CN" altLang="en-US" sz="1100" dirty="0" smtClean="0">
                <a:solidFill>
                  <a:schemeClr val="accent4"/>
                </a:solidFill>
              </a:rPr>
              <a:t>图形应遵循扁平化原则，不要使用立体设计或带阴影</a:t>
            </a:r>
            <a:endParaRPr lang="en-US" altLang="zh-CN" sz="1200" dirty="0" smtClean="0">
              <a:solidFill>
                <a:schemeClr val="accent4"/>
              </a:solidFill>
            </a:endParaRPr>
          </a:p>
        </p:txBody>
      </p:sp>
      <p:sp>
        <p:nvSpPr>
          <p:cNvPr id="4" name="标题 3"/>
          <p:cNvSpPr>
            <a:spLocks noGrp="1"/>
          </p:cNvSpPr>
          <p:nvPr>
            <p:ph type="title" idx="4294967295"/>
          </p:nvPr>
        </p:nvSpPr>
        <p:spPr>
          <a:xfrm>
            <a:off x="323850" y="211138"/>
            <a:ext cx="6191250" cy="268287"/>
          </a:xfrm>
          <a:noFill/>
          <a:ln>
            <a:noFill/>
          </a:ln>
        </p:spPr>
        <p:txBody>
          <a:bodyPr vert="horz" wrap="square" lIns="0" tIns="0" rIns="0" bIns="45720" numCol="1" anchor="t" anchorCtr="0" compatLnSpc="1">
            <a:prstTxWarp prst="textNoShape">
              <a:avLst/>
            </a:prstTxWarp>
          </a:bodyPr>
          <a:lstStyle/>
          <a:p>
            <a:r>
              <a:rPr lang="zh-CN" altLang="en-US" sz="2300" b="1" dirty="0" smtClean="0">
                <a:latin typeface="+mn-lt"/>
                <a:ea typeface="+mn-ea"/>
              </a:rPr>
              <a:t>！重要提醒</a:t>
            </a:r>
            <a:endParaRPr lang="en-US" sz="2300" b="1" dirty="0">
              <a:latin typeface="+mn-lt"/>
              <a:ea typeface="+mn-ea"/>
            </a:endParaRPr>
          </a:p>
        </p:txBody>
      </p:sp>
      <p:sp>
        <p:nvSpPr>
          <p:cNvPr id="6" name="矩形 5"/>
          <p:cNvSpPr/>
          <p:nvPr/>
        </p:nvSpPr>
        <p:spPr>
          <a:xfrm>
            <a:off x="458771" y="1670160"/>
            <a:ext cx="3368040" cy="1331134"/>
          </a:xfrm>
          <a:prstGeom prst="rect">
            <a:avLst/>
          </a:prstGeom>
        </p:spPr>
        <p:txBody>
          <a:bodyPr wrap="square">
            <a:spAutoFit/>
          </a:bodyPr>
          <a:lstStyle/>
          <a:p>
            <a:r>
              <a:rPr lang="en-US" altLang="zh-CN" sz="1050" dirty="0">
                <a:latin typeface="+mn-ea"/>
                <a:ea typeface="+mn-ea"/>
              </a:rPr>
              <a:t>1.</a:t>
            </a:r>
            <a:r>
              <a:rPr lang="zh-CN" altLang="en-US" sz="1050" dirty="0">
                <a:latin typeface="+mn-ea"/>
                <a:ea typeface="+mn-ea"/>
              </a:rPr>
              <a:t>标准模板打印：打印时请勿勾选</a:t>
            </a:r>
            <a:r>
              <a:rPr lang="en-US" altLang="zh-CN" sz="1050" dirty="0">
                <a:latin typeface="+mn-ea"/>
                <a:ea typeface="+mn-ea"/>
              </a:rPr>
              <a:t>"</a:t>
            </a:r>
            <a:r>
              <a:rPr lang="zh-CN" altLang="en-US" sz="1050" dirty="0">
                <a:latin typeface="+mn-ea"/>
                <a:ea typeface="+mn-ea"/>
              </a:rPr>
              <a:t>根据纸张调整大小</a:t>
            </a:r>
            <a:r>
              <a:rPr lang="en-US" altLang="zh-CN" sz="1050" dirty="0" smtClean="0">
                <a:latin typeface="+mn-ea"/>
                <a:ea typeface="+mn-ea"/>
              </a:rPr>
              <a:t>"</a:t>
            </a:r>
          </a:p>
          <a:p>
            <a:r>
              <a:rPr lang="en-US" altLang="zh-CN" sz="1000" dirty="0" smtClean="0">
                <a:latin typeface="+mn-ea"/>
                <a:ea typeface="+mn-ea"/>
              </a:rPr>
              <a:t>2.</a:t>
            </a:r>
            <a:r>
              <a:rPr lang="zh-CN" altLang="en-US" sz="1000" dirty="0">
                <a:latin typeface="+mn-ea"/>
                <a:ea typeface="+mn-ea"/>
              </a:rPr>
              <a:t> </a:t>
            </a:r>
            <a:r>
              <a:rPr lang="zh-CN" altLang="en-US" sz="1000" dirty="0" smtClean="0">
                <a:latin typeface="+mn-ea"/>
                <a:ea typeface="+mn-ea"/>
              </a:rPr>
              <a:t>异常</a:t>
            </a:r>
            <a:r>
              <a:rPr lang="zh-CN" altLang="en-US" sz="1000" dirty="0">
                <a:latin typeface="+mn-ea"/>
                <a:ea typeface="+mn-ea"/>
              </a:rPr>
              <a:t>尺寸调整：</a:t>
            </a:r>
          </a:p>
          <a:p>
            <a:r>
              <a:rPr lang="zh-CN" altLang="en-US" sz="1000" dirty="0">
                <a:latin typeface="+mn-ea"/>
                <a:ea typeface="+mn-ea"/>
              </a:rPr>
              <a:t>如发现模板尺寸异常，请通过</a:t>
            </a:r>
            <a:r>
              <a:rPr lang="en-US" altLang="zh-CN" sz="1000" dirty="0">
                <a:latin typeface="+mn-ea"/>
                <a:ea typeface="+mn-ea"/>
              </a:rPr>
              <a:t>【</a:t>
            </a:r>
            <a:r>
              <a:rPr lang="zh-CN" altLang="en-US" sz="1000" dirty="0">
                <a:latin typeface="+mn-ea"/>
                <a:ea typeface="+mn-ea"/>
              </a:rPr>
              <a:t>设计</a:t>
            </a:r>
            <a:r>
              <a:rPr lang="en-US" altLang="zh-CN" sz="1000" dirty="0">
                <a:latin typeface="+mn-ea"/>
                <a:ea typeface="+mn-ea"/>
              </a:rPr>
              <a:t>】→【</a:t>
            </a:r>
            <a:r>
              <a:rPr lang="zh-CN" altLang="en-US" sz="1000" dirty="0">
                <a:latin typeface="+mn-ea"/>
                <a:ea typeface="+mn-ea"/>
              </a:rPr>
              <a:t>幻灯片大小</a:t>
            </a:r>
            <a:r>
              <a:rPr lang="en-US" altLang="zh-CN" sz="1000" dirty="0" smtClean="0">
                <a:latin typeface="+mn-ea"/>
                <a:ea typeface="+mn-ea"/>
              </a:rPr>
              <a:t>】</a:t>
            </a:r>
            <a:r>
              <a:rPr lang="en-US" altLang="zh-CN" sz="1000" dirty="0">
                <a:latin typeface="+mn-ea"/>
                <a:ea typeface="+mn-ea"/>
              </a:rPr>
              <a:t> →</a:t>
            </a:r>
            <a:r>
              <a:rPr lang="en-US" altLang="zh-CN" sz="1000" dirty="0" smtClean="0">
                <a:latin typeface="+mn-ea"/>
                <a:ea typeface="+mn-ea"/>
              </a:rPr>
              <a:t>【</a:t>
            </a:r>
            <a:r>
              <a:rPr lang="zh-CN" altLang="en-US" sz="1000" dirty="0" smtClean="0">
                <a:latin typeface="+mn-ea"/>
                <a:ea typeface="+mn-ea"/>
              </a:rPr>
              <a:t>自定义</a:t>
            </a:r>
            <a:r>
              <a:rPr lang="en-US" altLang="zh-CN" sz="1000" dirty="0" smtClean="0">
                <a:latin typeface="+mn-ea"/>
                <a:ea typeface="+mn-ea"/>
              </a:rPr>
              <a:t>】</a:t>
            </a:r>
            <a:r>
              <a:rPr lang="zh-CN" altLang="en-US" sz="1000" dirty="0" smtClean="0">
                <a:latin typeface="+mn-ea"/>
                <a:ea typeface="+mn-ea"/>
              </a:rPr>
              <a:t>输入正确数值进行</a:t>
            </a:r>
            <a:r>
              <a:rPr lang="zh-CN" altLang="en-US" sz="1000" dirty="0">
                <a:latin typeface="+mn-ea"/>
                <a:ea typeface="+mn-ea"/>
              </a:rPr>
              <a:t>校正</a:t>
            </a:r>
          </a:p>
          <a:p>
            <a:r>
              <a:rPr lang="zh-CN" altLang="en-US" sz="1000" dirty="0">
                <a:latin typeface="+mn-ea"/>
                <a:ea typeface="+mn-ea"/>
              </a:rPr>
              <a:t>正确尺寸：宽度</a:t>
            </a:r>
            <a:r>
              <a:rPr lang="en-US" altLang="zh-CN" sz="1000" dirty="0">
                <a:latin typeface="+mn-ea"/>
                <a:ea typeface="+mn-ea"/>
              </a:rPr>
              <a:t>25.4</a:t>
            </a:r>
            <a:r>
              <a:rPr lang="zh-CN" altLang="en-US" sz="1000" dirty="0">
                <a:latin typeface="+mn-ea"/>
                <a:ea typeface="+mn-ea"/>
              </a:rPr>
              <a:t>厘米，高度</a:t>
            </a:r>
            <a:r>
              <a:rPr lang="en-US" altLang="zh-CN" sz="1000" dirty="0">
                <a:latin typeface="+mn-ea"/>
                <a:ea typeface="+mn-ea"/>
              </a:rPr>
              <a:t>14.301</a:t>
            </a:r>
            <a:r>
              <a:rPr lang="zh-CN" altLang="en-US" sz="1000" dirty="0">
                <a:latin typeface="+mn-ea"/>
                <a:ea typeface="+mn-ea"/>
              </a:rPr>
              <a:t>厘米（</a:t>
            </a:r>
            <a:r>
              <a:rPr lang="en-US" altLang="zh-CN" sz="1000" dirty="0">
                <a:latin typeface="+mn-ea"/>
                <a:ea typeface="+mn-ea"/>
              </a:rPr>
              <a:t>16:9</a:t>
            </a:r>
            <a:r>
              <a:rPr lang="zh-CN" altLang="en-US" sz="1000" dirty="0">
                <a:latin typeface="+mn-ea"/>
                <a:ea typeface="+mn-ea"/>
              </a:rPr>
              <a:t>标准比例）</a:t>
            </a:r>
          </a:p>
          <a:p>
            <a:r>
              <a:rPr lang="zh-CN" altLang="en-US" sz="1000" dirty="0">
                <a:latin typeface="+mn-ea"/>
                <a:ea typeface="+mn-ea"/>
              </a:rPr>
              <a:t>选择</a:t>
            </a:r>
            <a:r>
              <a:rPr lang="en-US" altLang="zh-CN" sz="1000" dirty="0">
                <a:latin typeface="+mn-ea"/>
                <a:ea typeface="+mn-ea"/>
              </a:rPr>
              <a:t>【</a:t>
            </a:r>
            <a:r>
              <a:rPr lang="zh-CN" altLang="en-US" sz="1000" dirty="0">
                <a:latin typeface="+mn-ea"/>
                <a:ea typeface="+mn-ea"/>
              </a:rPr>
              <a:t>确保合适</a:t>
            </a:r>
            <a:r>
              <a:rPr lang="en-US" altLang="zh-CN" sz="1000" dirty="0">
                <a:latin typeface="+mn-ea"/>
                <a:ea typeface="+mn-ea"/>
              </a:rPr>
              <a:t>】</a:t>
            </a:r>
            <a:r>
              <a:rPr lang="zh-CN" altLang="en-US" sz="1000" dirty="0">
                <a:latin typeface="+mn-ea"/>
                <a:ea typeface="+mn-ea"/>
              </a:rPr>
              <a:t>选项后应用</a:t>
            </a:r>
          </a:p>
          <a:p>
            <a:endParaRPr lang="zh-CN" altLang="en-US" sz="1000" dirty="0">
              <a:latin typeface="+mn-ea"/>
              <a:ea typeface="+mn-ea"/>
            </a:endParaRPr>
          </a:p>
        </p:txBody>
      </p:sp>
      <p:pic>
        <p:nvPicPr>
          <p:cNvPr id="11" name="图片 10"/>
          <p:cNvPicPr>
            <a:picLocks noChangeAspect="1"/>
          </p:cNvPicPr>
          <p:nvPr/>
        </p:nvPicPr>
        <p:blipFill>
          <a:blip r:embed="rId2"/>
          <a:stretch>
            <a:fillRect/>
          </a:stretch>
        </p:blipFill>
        <p:spPr>
          <a:xfrm>
            <a:off x="5171511" y="2915920"/>
            <a:ext cx="1853866" cy="1764530"/>
          </a:xfrm>
          <a:prstGeom prst="rect">
            <a:avLst/>
          </a:prstGeom>
        </p:spPr>
      </p:pic>
      <p:pic>
        <p:nvPicPr>
          <p:cNvPr id="12" name="图片 11"/>
          <p:cNvPicPr>
            <a:picLocks noChangeAspect="1"/>
          </p:cNvPicPr>
          <p:nvPr/>
        </p:nvPicPr>
        <p:blipFill rotWithShape="1">
          <a:blip r:embed="rId3">
            <a:extLst>
              <a:ext uri="{28A0092B-C50C-407E-A947-70E740481C1C}">
                <a14:useLocalDpi xmlns:a14="http://schemas.microsoft.com/office/drawing/2010/main" val="0"/>
              </a:ext>
            </a:extLst>
          </a:blip>
          <a:srcRect l="6888" t="7296" r="5595" b="2439"/>
          <a:stretch/>
        </p:blipFill>
        <p:spPr>
          <a:xfrm>
            <a:off x="7302502" y="1038449"/>
            <a:ext cx="1644482" cy="3487831"/>
          </a:xfrm>
          <a:prstGeom prst="rect">
            <a:avLst/>
          </a:prstGeom>
        </p:spPr>
      </p:pic>
      <p:pic>
        <p:nvPicPr>
          <p:cNvPr id="14" name="图片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7942" y="1038449"/>
            <a:ext cx="1953073" cy="1819713"/>
          </a:xfrm>
          <a:prstGeom prst="rect">
            <a:avLst/>
          </a:prstGeom>
        </p:spPr>
      </p:pic>
    </p:spTree>
    <p:extLst>
      <p:ext uri="{BB962C8B-B14F-4D97-AF65-F5344CB8AC3E}">
        <p14:creationId xmlns:p14="http://schemas.microsoft.com/office/powerpoint/2010/main" val="3065211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0192" y="1123498"/>
            <a:ext cx="5850468" cy="515526"/>
          </a:xfrm>
          <a:prstGeom prst="rect">
            <a:avLst/>
          </a:prstGeom>
          <a:noFill/>
        </p:spPr>
        <p:txBody>
          <a:bodyPr wrap="square" rtlCol="0">
            <a:spAutoFit/>
          </a:bodyPr>
          <a:lstStyle/>
          <a:p>
            <a:pPr>
              <a:lnSpc>
                <a:spcPts val="3300"/>
              </a:lnSpc>
            </a:pPr>
            <a:r>
              <a:rPr lang="zh-CN" altLang="en-US" sz="28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易方达</a:t>
            </a:r>
            <a:r>
              <a:rPr lang="en-US" altLang="zh-CN" sz="28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PPT</a:t>
            </a:r>
            <a:r>
              <a:rPr lang="zh-CN" altLang="en-US" sz="28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模板</a:t>
            </a:r>
            <a:endParaRPr lang="zh-CN" altLang="en-US" sz="28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12" name="矩形 11"/>
          <p:cNvSpPr/>
          <p:nvPr/>
        </p:nvSpPr>
        <p:spPr>
          <a:xfrm>
            <a:off x="240278" y="3315494"/>
            <a:ext cx="1095172" cy="415498"/>
          </a:xfrm>
          <a:prstGeom prst="rect">
            <a:avLst/>
          </a:prstGeom>
        </p:spPr>
        <p:txBody>
          <a:bodyPr wrap="none">
            <a:spAutoFit/>
          </a:bodyPr>
          <a:lstStyle/>
          <a:p>
            <a:pPr lvl="0">
              <a:lnSpc>
                <a:spcPct val="150000"/>
              </a:lnSpc>
            </a:pPr>
            <a:r>
              <a:rPr lang="fr-FR" altLang="zh-CN" sz="1400" dirty="0" smtClean="0">
                <a:solidFill>
                  <a:srgbClr val="005096"/>
                </a:solidFill>
                <a:latin typeface="+mn-lt"/>
                <a:ea typeface="+mn-ea"/>
              </a:rPr>
              <a:t>20</a:t>
            </a:r>
            <a:r>
              <a:rPr lang="en-US" altLang="zh-CN" sz="1400" dirty="0" smtClean="0">
                <a:solidFill>
                  <a:srgbClr val="005096"/>
                </a:solidFill>
                <a:latin typeface="+mn-lt"/>
                <a:ea typeface="+mn-ea"/>
              </a:rPr>
              <a:t>xx</a:t>
            </a:r>
            <a:r>
              <a:rPr lang="zh-CN" altLang="en-US" sz="1400" dirty="0" smtClean="0">
                <a:solidFill>
                  <a:srgbClr val="005096"/>
                </a:solidFill>
                <a:latin typeface="+mn-ea"/>
                <a:ea typeface="+mn-ea"/>
              </a:rPr>
              <a:t>年</a:t>
            </a:r>
            <a:r>
              <a:rPr lang="en-US" altLang="zh-CN" sz="1400" dirty="0" smtClean="0">
                <a:solidFill>
                  <a:srgbClr val="005096"/>
                </a:solidFill>
                <a:latin typeface="+mn-lt"/>
                <a:ea typeface="+mn-ea"/>
                <a:cs typeface="Arial" panose="020B0604020202020204" pitchFamily="34" charset="0"/>
              </a:rPr>
              <a:t>xx</a:t>
            </a:r>
            <a:r>
              <a:rPr lang="zh-CN" altLang="en-US" sz="1400" dirty="0" smtClean="0">
                <a:solidFill>
                  <a:srgbClr val="005096"/>
                </a:solidFill>
                <a:latin typeface="+mn-ea"/>
                <a:ea typeface="+mn-ea"/>
              </a:rPr>
              <a:t>月</a:t>
            </a:r>
            <a:endParaRPr lang="en-US" altLang="zh-CN" sz="1400" dirty="0">
              <a:solidFill>
                <a:srgbClr val="005096"/>
              </a:solidFill>
              <a:latin typeface="+mn-ea"/>
              <a:ea typeface="+mn-ea"/>
            </a:endParaRPr>
          </a:p>
        </p:txBody>
      </p:sp>
      <p:sp>
        <p:nvSpPr>
          <p:cNvPr id="4" name="矩形 3"/>
          <p:cNvSpPr/>
          <p:nvPr/>
        </p:nvSpPr>
        <p:spPr>
          <a:xfrm>
            <a:off x="-2170632" y="0"/>
            <a:ext cx="2097993" cy="553998"/>
          </a:xfrm>
          <a:prstGeom prst="rect">
            <a:avLst/>
          </a:prstGeom>
          <a:solidFill>
            <a:schemeClr val="accent5"/>
          </a:solidFill>
        </p:spPr>
        <p:txBody>
          <a:bodyPr wrap="square">
            <a:spAutoFit/>
          </a:bodyPr>
          <a:lstStyle/>
          <a:p>
            <a:pPr lvl="0" eaLnBrk="0" hangingPunct="0"/>
            <a:r>
              <a:rPr lang="zh-CN" altLang="en-US" sz="1000" dirty="0">
                <a:solidFill>
                  <a:srgbClr val="FFFFFF"/>
                </a:solidFill>
                <a:latin typeface="Arial" panose="020B0604020202020204" pitchFamily="34" charset="0"/>
                <a:ea typeface="华文黑体_易方达" panose="02010600040101010101" pitchFamily="2" charset="-122"/>
                <a:cs typeface="Arial" panose="020B0604020202020204" pitchFamily="34" charset="0"/>
              </a:rPr>
              <a:t>易方达基金及旗下分公司、子公司均适用本模板及规则；所有文字内容均为示例，不代表实际情况</a:t>
            </a:r>
          </a:p>
        </p:txBody>
      </p:sp>
    </p:spTree>
    <p:extLst>
      <p:ext uri="{BB962C8B-B14F-4D97-AF65-F5344CB8AC3E}">
        <p14:creationId xmlns:p14="http://schemas.microsoft.com/office/powerpoint/2010/main" val="9128059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0192" y="1123498"/>
            <a:ext cx="5850468" cy="938719"/>
          </a:xfrm>
          <a:prstGeom prst="rect">
            <a:avLst/>
          </a:prstGeom>
          <a:noFill/>
        </p:spPr>
        <p:txBody>
          <a:bodyPr wrap="square" rtlCol="0">
            <a:spAutoFit/>
          </a:bodyPr>
          <a:lstStyle/>
          <a:p>
            <a:pPr>
              <a:lnSpc>
                <a:spcPts val="3300"/>
              </a:lnSpc>
            </a:pPr>
            <a:r>
              <a:rPr lang="zh-CN" altLang="en-US" sz="28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易方达的历史和文化</a:t>
            </a:r>
          </a:p>
          <a:p>
            <a:pPr>
              <a:lnSpc>
                <a:spcPts val="3300"/>
              </a:lnSpc>
            </a:pPr>
            <a:r>
              <a:rPr lang="en-US" altLang="zh-CN" sz="2200" b="1"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2017</a:t>
            </a:r>
            <a:r>
              <a:rPr lang="zh-CN" altLang="en-US" sz="2200" b="1"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年新员工培训</a:t>
            </a:r>
            <a:endParaRPr lang="en-US" sz="2200" b="1" dirty="0" smtClean="0">
              <a:solidFill>
                <a:srgbClr val="005096"/>
              </a:solidFill>
              <a:latin typeface="Arial"/>
              <a:ea typeface="华文黑体"/>
            </a:endParaRPr>
          </a:p>
        </p:txBody>
      </p:sp>
      <p:sp>
        <p:nvSpPr>
          <p:cNvPr id="10" name="矩形 9"/>
          <p:cNvSpPr/>
          <p:nvPr/>
        </p:nvSpPr>
        <p:spPr bwMode="auto">
          <a:xfrm>
            <a:off x="-2749774" y="1"/>
            <a:ext cx="2672862" cy="2837204"/>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中文版</a:t>
            </a:r>
            <a:r>
              <a:rPr kumimoji="0" lang="zh-CN" altLang="en-US" sz="1000" b="1"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封面页规范</a:t>
            </a:r>
            <a:endParaRPr kumimoji="0" lang="en-US" altLang="zh-CN" sz="1000" b="1"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marR="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大标题中文字体：华文黑体，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28</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副标题（非必须）字体加粗，：华文黑体，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汇报部门、汇报人、投标人、时间、地点等内容均在姓名处添加（非必须，信息可根据具体情况调整，若需增加地</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点</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，请放置在日期后面），中文：华文黑体，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14</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号；数字：</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Arial</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14</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4.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免责提示不能删去，底色不能修改</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5.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封面统一使用本图片，</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不得替换、修改</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6.   Logo</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处底色不得修改</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3</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文字颜色统一为</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VI</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标准深蓝（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文字内容只能在设定的文本框内编辑</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所有内容需靠左对齐</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2" name="矩形 11"/>
          <p:cNvSpPr/>
          <p:nvPr/>
        </p:nvSpPr>
        <p:spPr>
          <a:xfrm>
            <a:off x="230192" y="3208945"/>
            <a:ext cx="1319592" cy="738664"/>
          </a:xfrm>
          <a:prstGeom prst="rect">
            <a:avLst/>
          </a:prstGeom>
        </p:spPr>
        <p:txBody>
          <a:bodyPr wrap="none">
            <a:spAutoFit/>
          </a:bodyPr>
          <a:lstStyle/>
          <a:p>
            <a:pPr lvl="0">
              <a:lnSpc>
                <a:spcPct val="150000"/>
              </a:lnSpc>
            </a:pPr>
            <a:r>
              <a:rPr lang="zh-CN" altLang="en-US" sz="1400" dirty="0" smtClean="0">
                <a:solidFill>
                  <a:srgbClr val="005096"/>
                </a:solidFill>
                <a:latin typeface="华文黑体_易方达" panose="02010600040101010101" pitchFamily="2" charset="-122"/>
                <a:ea typeface="华文黑体_易方达" panose="02010600040101010101" pitchFamily="2" charset="-122"/>
              </a:rPr>
              <a:t> </a:t>
            </a:r>
            <a:r>
              <a:rPr lang="en-US" altLang="zh-CN" sz="1400" dirty="0" smtClean="0">
                <a:solidFill>
                  <a:srgbClr val="005096"/>
                </a:solidFill>
                <a:latin typeface="华文黑体_易方达" panose="02010600040101010101" pitchFamily="2" charset="-122"/>
                <a:ea typeface="华文黑体_易方达" panose="02010600040101010101" pitchFamily="2" charset="-122"/>
              </a:rPr>
              <a:t>XXX</a:t>
            </a:r>
            <a:r>
              <a:rPr lang="zh-CN" altLang="en-US" sz="1400" dirty="0" smtClean="0">
                <a:solidFill>
                  <a:srgbClr val="005096"/>
                </a:solidFill>
                <a:latin typeface="华文黑体_易方达" panose="02010600040101010101" pitchFamily="2" charset="-122"/>
                <a:ea typeface="华文黑体_易方达" panose="02010600040101010101" pitchFamily="2" charset="-122"/>
              </a:rPr>
              <a:t>（姓名）</a:t>
            </a:r>
            <a:endParaRPr lang="en-US" altLang="zh-CN" sz="1400" dirty="0" smtClean="0">
              <a:solidFill>
                <a:srgbClr val="005096"/>
              </a:solidFill>
              <a:latin typeface="华文黑体_易方达" panose="02010600040101010101" pitchFamily="2" charset="-122"/>
              <a:ea typeface="华文黑体_易方达" panose="02010600040101010101" pitchFamily="2" charset="-122"/>
            </a:endParaRPr>
          </a:p>
          <a:p>
            <a:pPr lvl="0">
              <a:lnSpc>
                <a:spcPct val="150000"/>
              </a:lnSpc>
            </a:pPr>
            <a:r>
              <a:rPr lang="fr-FR" altLang="zh-CN" sz="1400" dirty="0">
                <a:solidFill>
                  <a:srgbClr val="005096"/>
                </a:solidFill>
              </a:rPr>
              <a:t>20</a:t>
            </a:r>
            <a:r>
              <a:rPr lang="en-US" altLang="zh-CN" sz="1400" dirty="0">
                <a:solidFill>
                  <a:srgbClr val="005096"/>
                </a:solidFill>
              </a:rPr>
              <a:t>xx</a:t>
            </a:r>
            <a:r>
              <a:rPr lang="zh-CN" altLang="en-US" sz="1400" dirty="0">
                <a:solidFill>
                  <a:srgbClr val="005096"/>
                </a:solidFill>
                <a:latin typeface="+mn-ea"/>
              </a:rPr>
              <a:t>年</a:t>
            </a:r>
            <a:r>
              <a:rPr lang="en-US" altLang="zh-CN" sz="1400" dirty="0">
                <a:solidFill>
                  <a:srgbClr val="005096"/>
                </a:solidFill>
                <a:cs typeface="Arial" panose="020B0604020202020204" pitchFamily="34" charset="0"/>
              </a:rPr>
              <a:t>xx</a:t>
            </a:r>
            <a:r>
              <a:rPr lang="zh-CN" altLang="en-US" sz="1400" dirty="0">
                <a:solidFill>
                  <a:srgbClr val="005096"/>
                </a:solidFill>
                <a:latin typeface="+mn-ea"/>
              </a:rPr>
              <a:t>月</a:t>
            </a:r>
            <a:endParaRPr lang="en-US" altLang="zh-CN" sz="1400" dirty="0">
              <a:solidFill>
                <a:srgbClr val="005096"/>
              </a:solidFill>
              <a:latin typeface="+mn-ea"/>
            </a:endParaRPr>
          </a:p>
        </p:txBody>
      </p:sp>
    </p:spTree>
    <p:extLst>
      <p:ext uri="{BB962C8B-B14F-4D97-AF65-F5344CB8AC3E}">
        <p14:creationId xmlns:p14="http://schemas.microsoft.com/office/powerpoint/2010/main" val="13617668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0192" y="1123498"/>
            <a:ext cx="5850468" cy="838691"/>
          </a:xfrm>
          <a:prstGeom prst="rect">
            <a:avLst/>
          </a:prstGeom>
          <a:noFill/>
        </p:spPr>
        <p:txBody>
          <a:bodyPr wrap="square" rtlCol="0">
            <a:spAutoFit/>
          </a:bodyPr>
          <a:lstStyle/>
          <a:p>
            <a:pPr lvl="0">
              <a:lnSpc>
                <a:spcPts val="3300"/>
              </a:lnSpc>
            </a:pPr>
            <a:r>
              <a:rPr lang="zh-TW" altLang="en-US" sz="28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易方达</a:t>
            </a:r>
            <a:r>
              <a:rPr lang="zh-CN" altLang="en-US" sz="28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的历史和文化</a:t>
            </a:r>
            <a:endParaRPr lang="en-US" altLang="zh-TW" sz="28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lvl="0"/>
            <a:r>
              <a:rPr lang="en-US" altLang="zh-CN" sz="2100" b="1" dirty="0">
                <a:solidFill>
                  <a:srgbClr val="005096"/>
                </a:solidFill>
                <a:latin typeface="Arial"/>
                <a:ea typeface="华文黑体"/>
              </a:rPr>
              <a:t>Corporate History and Culture of E Fund</a:t>
            </a:r>
            <a:endParaRPr lang="zh-CN" altLang="zh-CN" sz="2100" b="1" dirty="0">
              <a:solidFill>
                <a:srgbClr val="005096"/>
              </a:solidFill>
              <a:latin typeface="Arial"/>
              <a:ea typeface="华文黑体"/>
            </a:endParaRPr>
          </a:p>
        </p:txBody>
      </p:sp>
      <p:sp>
        <p:nvSpPr>
          <p:cNvPr id="10" name="矩形 9"/>
          <p:cNvSpPr/>
          <p:nvPr/>
        </p:nvSpPr>
        <p:spPr bwMode="auto">
          <a:xfrm>
            <a:off x="-2743200" y="4515"/>
            <a:ext cx="2680506" cy="4276927"/>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中英</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文版封面</a:t>
            </a:r>
            <a:r>
              <a:rPr kumimoji="0" lang="zh-CN" altLang="en-US" sz="1000" b="1"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规范</a:t>
            </a:r>
            <a:endParaRPr kumimoji="0" lang="en-US" altLang="zh-CN" sz="1000" b="1"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可根据实际</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需要</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调整首行主标题为英文，第二行标题为中文</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当首行标题中文时，中</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文字体：华文黑体，</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28</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号；英文字体：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，加粗，</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21</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号；当首行标题英文时，英文字体：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28</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号；中文字体：华文黑体，加粗，</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题较长时可根据实际内容适当调整字体大小）</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9388" indent="-179388" eaLnBrk="0" hangingPunct="0"/>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3. </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汇报部门、汇报人、投标人等内容均在姓名处添</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加（非必须，信息可根</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据具</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体情况调整</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）。中</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英文信息放置可上下交</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换，中文摆上方时，</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中文：加粗，华文黑体，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14</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号；英文或数字：</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Arial</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12</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号；英文摆上方</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时，英文或数字：</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，加粗，</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号；中</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：华</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文黑体，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179388" indent="-179388" eaLnBrk="0" hangingPunct="0"/>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4. </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若需增加</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地点，</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请放置在日期后</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面，</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该版本中仅使用英文日期与</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地点：英</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文或</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数字：</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，加粗，</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12</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5.</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免责提示不能删去，底色不能修改</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6.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封面统一使用本图片，</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不得替换、修改</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7. Logo</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底色不得修改</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3</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文字颜色统一为</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VI</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标准深蓝（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文字内容只能在设定的文本框内编辑</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有内容需靠左对齐</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2" name="矩形 11"/>
          <p:cNvSpPr/>
          <p:nvPr/>
        </p:nvSpPr>
        <p:spPr>
          <a:xfrm>
            <a:off x="289468" y="3053310"/>
            <a:ext cx="593432" cy="815608"/>
          </a:xfrm>
          <a:prstGeom prst="rect">
            <a:avLst/>
          </a:prstGeom>
        </p:spPr>
        <p:txBody>
          <a:bodyPr wrap="none">
            <a:spAutoFit/>
          </a:bodyPr>
          <a:lstStyle/>
          <a:p>
            <a:pPr lvl="0"/>
            <a:r>
              <a:rPr lang="en-US" altLang="zh-CN" sz="1400" b="1" dirty="0" smtClean="0">
                <a:solidFill>
                  <a:srgbClr val="005096"/>
                </a:solidFill>
                <a:latin typeface="华文黑体_易方达" panose="02010600040101010101" pitchFamily="2" charset="-122"/>
                <a:ea typeface="华文黑体_易方达" panose="02010600040101010101" pitchFamily="2" charset="-122"/>
              </a:rPr>
              <a:t>XXX</a:t>
            </a:r>
          </a:p>
          <a:p>
            <a:r>
              <a:rPr lang="en-US" altLang="zh-CN" sz="1200" dirty="0" smtClean="0">
                <a:solidFill>
                  <a:srgbClr val="005096"/>
                </a:solidFill>
                <a:latin typeface="Arial"/>
                <a:ea typeface="华文黑体"/>
              </a:rPr>
              <a:t>Name</a:t>
            </a:r>
            <a:endParaRPr lang="en-US" altLang="zh-CN" sz="1200" dirty="0">
              <a:solidFill>
                <a:srgbClr val="005096"/>
              </a:solidFill>
              <a:latin typeface="Arial"/>
              <a:ea typeface="华文黑体"/>
            </a:endParaRPr>
          </a:p>
          <a:p>
            <a:pPr lvl="0">
              <a:lnSpc>
                <a:spcPct val="150000"/>
              </a:lnSpc>
            </a:pPr>
            <a:endParaRPr lang="en-US" altLang="zh-CN" sz="1400" dirty="0" smtClean="0">
              <a:solidFill>
                <a:srgbClr val="005096"/>
              </a:solidFill>
              <a:latin typeface="华文黑体_易方达" panose="02010600040101010101" pitchFamily="2" charset="-122"/>
              <a:ea typeface="华文黑体_易方达" panose="02010600040101010101" pitchFamily="2" charset="-122"/>
            </a:endParaRPr>
          </a:p>
        </p:txBody>
      </p:sp>
      <p:sp>
        <p:nvSpPr>
          <p:cNvPr id="11" name="矩形 10"/>
          <p:cNvSpPr/>
          <p:nvPr/>
        </p:nvSpPr>
        <p:spPr>
          <a:xfrm>
            <a:off x="289468" y="3591919"/>
            <a:ext cx="1063112" cy="276999"/>
          </a:xfrm>
          <a:prstGeom prst="rect">
            <a:avLst/>
          </a:prstGeom>
        </p:spPr>
        <p:txBody>
          <a:bodyPr wrap="none">
            <a:spAutoFit/>
          </a:bodyPr>
          <a:lstStyle/>
          <a:p>
            <a:pPr lvl="0"/>
            <a:r>
              <a:rPr lang="en-US" altLang="zh-CN" sz="1200" b="1" dirty="0" smtClean="0">
                <a:solidFill>
                  <a:srgbClr val="005096"/>
                </a:solidFill>
                <a:latin typeface="Arial"/>
                <a:ea typeface="华文黑体"/>
              </a:rPr>
              <a:t>March</a:t>
            </a:r>
            <a:r>
              <a:rPr lang="fr-FR" altLang="zh-CN" sz="1200" b="1" dirty="0" smtClean="0">
                <a:solidFill>
                  <a:srgbClr val="005096"/>
                </a:solidFill>
                <a:latin typeface="Arial"/>
                <a:ea typeface="华文黑体"/>
              </a:rPr>
              <a:t>, </a:t>
            </a:r>
            <a:r>
              <a:rPr lang="fr-FR" altLang="zh-CN" sz="1200" b="1" dirty="0" smtClean="0">
                <a:solidFill>
                  <a:srgbClr val="005096"/>
                </a:solidFill>
                <a:latin typeface="Arial"/>
                <a:ea typeface="华文黑体"/>
              </a:rPr>
              <a:t>20</a:t>
            </a:r>
            <a:r>
              <a:rPr lang="en-US" altLang="zh-CN" sz="1200" b="1" dirty="0" smtClean="0">
                <a:solidFill>
                  <a:srgbClr val="005096"/>
                </a:solidFill>
                <a:latin typeface="Arial"/>
                <a:ea typeface="华文黑体"/>
              </a:rPr>
              <a:t>xx</a:t>
            </a:r>
            <a:endParaRPr lang="en-US" altLang="zh-CN" sz="1400" b="1" dirty="0">
              <a:solidFill>
                <a:srgbClr val="005096"/>
              </a:solidFill>
              <a:latin typeface="Arial"/>
              <a:ea typeface="华文黑体"/>
            </a:endParaRPr>
          </a:p>
        </p:txBody>
      </p:sp>
    </p:spTree>
    <p:extLst>
      <p:ext uri="{BB962C8B-B14F-4D97-AF65-F5344CB8AC3E}">
        <p14:creationId xmlns:p14="http://schemas.microsoft.com/office/powerpoint/2010/main" val="21814997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2"/>
          <p:cNvSpPr txBox="1"/>
          <p:nvPr/>
        </p:nvSpPr>
        <p:spPr>
          <a:xfrm>
            <a:off x="219434" y="1177288"/>
            <a:ext cx="7933254" cy="938719"/>
          </a:xfrm>
          <a:prstGeom prst="rect">
            <a:avLst/>
          </a:prstGeom>
          <a:noFill/>
        </p:spPr>
        <p:txBody>
          <a:bodyPr wrap="square" rtlCol="0">
            <a:spAutoFit/>
          </a:bodyPr>
          <a:lstStyle/>
          <a:p>
            <a:pPr>
              <a:lnSpc>
                <a:spcPts val="3300"/>
              </a:lnSpc>
            </a:pPr>
            <a:r>
              <a:rPr lang="en-US" sz="2800" dirty="0" smtClean="0">
                <a:solidFill>
                  <a:srgbClr val="005096"/>
                </a:solidFill>
                <a:latin typeface="Arial"/>
                <a:ea typeface="华文黑体"/>
              </a:rPr>
              <a:t>Fixed </a:t>
            </a:r>
            <a:r>
              <a:rPr lang="en-US" sz="2800" dirty="0">
                <a:solidFill>
                  <a:srgbClr val="005096"/>
                </a:solidFill>
                <a:latin typeface="Arial"/>
                <a:ea typeface="华文黑体"/>
              </a:rPr>
              <a:t>Income </a:t>
            </a:r>
            <a:r>
              <a:rPr lang="en-US" sz="2800" dirty="0" smtClean="0">
                <a:solidFill>
                  <a:srgbClr val="005096"/>
                </a:solidFill>
                <a:latin typeface="Arial"/>
                <a:ea typeface="华文黑体"/>
              </a:rPr>
              <a:t>Investment Overview</a:t>
            </a:r>
          </a:p>
          <a:p>
            <a:pPr>
              <a:lnSpc>
                <a:spcPts val="3300"/>
              </a:lnSpc>
            </a:pPr>
            <a:r>
              <a:rPr lang="en-US" sz="1800" b="1" dirty="0" smtClean="0">
                <a:solidFill>
                  <a:srgbClr val="005096"/>
                </a:solidFill>
                <a:latin typeface="Arial"/>
                <a:ea typeface="华文黑体"/>
              </a:rPr>
              <a:t>For Institutional Investors </a:t>
            </a:r>
          </a:p>
        </p:txBody>
      </p:sp>
      <p:sp>
        <p:nvSpPr>
          <p:cNvPr id="4" name="矩形 3"/>
          <p:cNvSpPr/>
          <p:nvPr/>
        </p:nvSpPr>
        <p:spPr>
          <a:xfrm>
            <a:off x="251708" y="3244998"/>
            <a:ext cx="1208985" cy="738664"/>
          </a:xfrm>
          <a:prstGeom prst="rect">
            <a:avLst/>
          </a:prstGeom>
        </p:spPr>
        <p:txBody>
          <a:bodyPr wrap="none">
            <a:spAutoFit/>
          </a:bodyPr>
          <a:lstStyle/>
          <a:p>
            <a:pPr lvl="0">
              <a:lnSpc>
                <a:spcPct val="150000"/>
              </a:lnSpc>
            </a:pPr>
            <a:r>
              <a:rPr lang="en-US" altLang="zh-CN" sz="1400" dirty="0" smtClean="0">
                <a:solidFill>
                  <a:srgbClr val="005096"/>
                </a:solidFill>
                <a:latin typeface="+mn-lt"/>
                <a:ea typeface="华文黑体_易方达" panose="02010600040101010101" pitchFamily="2" charset="-122"/>
              </a:rPr>
              <a:t>Name</a:t>
            </a:r>
          </a:p>
          <a:p>
            <a:pPr lvl="0">
              <a:lnSpc>
                <a:spcPct val="150000"/>
              </a:lnSpc>
            </a:pPr>
            <a:r>
              <a:rPr lang="en-US" altLang="zh-CN" sz="1400" dirty="0" smtClean="0">
                <a:solidFill>
                  <a:srgbClr val="005096"/>
                </a:solidFill>
                <a:latin typeface="Arial"/>
                <a:ea typeface="华文黑体"/>
              </a:rPr>
              <a:t>March</a:t>
            </a:r>
            <a:r>
              <a:rPr lang="fr-FR" altLang="zh-CN" sz="1400" dirty="0" smtClean="0">
                <a:solidFill>
                  <a:srgbClr val="005096"/>
                </a:solidFill>
                <a:latin typeface="Arial"/>
                <a:ea typeface="华文黑体"/>
              </a:rPr>
              <a:t>, </a:t>
            </a:r>
            <a:r>
              <a:rPr lang="fr-FR" altLang="zh-CN" sz="1400" dirty="0" smtClean="0">
                <a:solidFill>
                  <a:srgbClr val="005096"/>
                </a:solidFill>
                <a:latin typeface="Arial"/>
                <a:ea typeface="华文黑体"/>
              </a:rPr>
              <a:t>20</a:t>
            </a:r>
            <a:r>
              <a:rPr lang="en-US" altLang="zh-CN" sz="1400" dirty="0" smtClean="0">
                <a:solidFill>
                  <a:srgbClr val="005096"/>
                </a:solidFill>
                <a:latin typeface="Arial"/>
                <a:ea typeface="华文黑体"/>
              </a:rPr>
              <a:t>xx</a:t>
            </a:r>
            <a:r>
              <a:rPr lang="fr-FR" altLang="zh-CN" sz="1400" dirty="0" smtClean="0">
                <a:solidFill>
                  <a:srgbClr val="005096"/>
                </a:solidFill>
                <a:latin typeface="Arial"/>
                <a:ea typeface="华文黑体"/>
              </a:rPr>
              <a:t> </a:t>
            </a:r>
            <a:endParaRPr lang="fr-FR" altLang="zh-CN" sz="1400" dirty="0">
              <a:solidFill>
                <a:srgbClr val="005096"/>
              </a:solidFill>
              <a:latin typeface="Arial"/>
              <a:ea typeface="华文黑体"/>
            </a:endParaRPr>
          </a:p>
        </p:txBody>
      </p:sp>
      <p:sp>
        <p:nvSpPr>
          <p:cNvPr id="5" name="矩形 4"/>
          <p:cNvSpPr/>
          <p:nvPr/>
        </p:nvSpPr>
        <p:spPr bwMode="auto">
          <a:xfrm>
            <a:off x="-2540978" y="0"/>
            <a:ext cx="2453559" cy="3093578"/>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英</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文版</a:t>
            </a:r>
            <a:r>
              <a:rPr kumimoji="0" lang="zh-CN" altLang="en-US" sz="1000" b="1"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封面页规范</a:t>
            </a:r>
            <a:endParaRPr kumimoji="0" lang="en-US" altLang="zh-CN" sz="1000" b="1"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marR="0" indent="-228600" algn="l" defTabSz="914400" rtl="0" eaLnBrk="0" fontAlgn="base" latinLnBrk="0" hangingPunct="0">
              <a:lnSpc>
                <a:spcPct val="100000"/>
              </a:lnSpc>
              <a:spcBef>
                <a:spcPct val="0"/>
              </a:spcBef>
              <a:spcAft>
                <a:spcPct val="0"/>
              </a:spcAft>
              <a:buClrTx/>
              <a:buSzTx/>
              <a:buFont typeface="+mj-lt"/>
              <a:buAutoNum type="arabicPeriod"/>
              <a:tabLst/>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大标题字体：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Arial</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28</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号（当标题过长时可适当缩小字体，但建议大于</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21</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副</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标题（非必须）字体：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，加粗，</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21</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3. </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汇报部门、汇报人、投标人、时间、地点等内容均在姓名处添加</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（非必须，信息可根据具体情况调整，若需增</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加</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地点</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请放置在日期后</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面）</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Arial</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14</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4.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免责提示不能删去，底色不能修改</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5.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封面统一使用本图片，</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不得替换、修改</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6.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底色不得修改</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3</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文字颜色统一为</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VI</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标准深蓝（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文字内容只能在设定的文本框内编辑</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所</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有内容需靠左对齐</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3056347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2"/>
          <p:cNvSpPr txBox="1"/>
          <p:nvPr/>
        </p:nvSpPr>
        <p:spPr>
          <a:xfrm>
            <a:off x="233490" y="1159893"/>
            <a:ext cx="5850468" cy="515526"/>
          </a:xfrm>
          <a:prstGeom prst="rect">
            <a:avLst/>
          </a:prstGeom>
          <a:noFill/>
        </p:spPr>
        <p:txBody>
          <a:bodyPr wrap="square" rtlCol="0">
            <a:spAutoFit/>
          </a:bodyPr>
          <a:lstStyle/>
          <a:p>
            <a:pPr>
              <a:lnSpc>
                <a:spcPts val="3300"/>
              </a:lnSpc>
            </a:pPr>
            <a:r>
              <a:rPr lang="en-US" altLang="zh-CN" sz="2800"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2018</a:t>
            </a:r>
            <a:r>
              <a:rPr lang="zh-CN" altLang="en-US" sz="2800"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年战略合作计划</a:t>
            </a:r>
            <a:endParaRPr lang="en-US" altLang="zh-TW" sz="2800"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endParaRPr>
          </a:p>
        </p:txBody>
      </p:sp>
      <p:pic>
        <p:nvPicPr>
          <p:cNvPr id="10" name="图片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365" y="2478781"/>
            <a:ext cx="915198" cy="237951"/>
          </a:xfrm>
          <a:prstGeom prst="rect">
            <a:avLst/>
          </a:prstGeom>
        </p:spPr>
      </p:pic>
      <p:pic>
        <p:nvPicPr>
          <p:cNvPr id="11" name="图片 10"/>
          <p:cNvPicPr>
            <a:picLocks noChangeAspect="1"/>
          </p:cNvPicPr>
          <p:nvPr/>
        </p:nvPicPr>
        <p:blipFill>
          <a:blip r:embed="rId3"/>
          <a:stretch>
            <a:fillRect/>
          </a:stretch>
        </p:blipFill>
        <p:spPr>
          <a:xfrm>
            <a:off x="1501950" y="2480708"/>
            <a:ext cx="702610" cy="256529"/>
          </a:xfrm>
          <a:prstGeom prst="rect">
            <a:avLst/>
          </a:prstGeom>
        </p:spPr>
      </p:pic>
      <p:pic>
        <p:nvPicPr>
          <p:cNvPr id="12" name="图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27614" y="2374908"/>
            <a:ext cx="1101405" cy="468128"/>
          </a:xfrm>
          <a:prstGeom prst="rect">
            <a:avLst/>
          </a:prstGeom>
        </p:spPr>
      </p:pic>
      <p:sp>
        <p:nvSpPr>
          <p:cNvPr id="9" name="矩形 8"/>
          <p:cNvSpPr/>
          <p:nvPr/>
        </p:nvSpPr>
        <p:spPr bwMode="auto">
          <a:xfrm>
            <a:off x="-2215663" y="0"/>
            <a:ext cx="2139137" cy="2057400"/>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eaLnBrk="0" hangingPunct="0"/>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合作方</a:t>
            </a:r>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logo</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展示规范</a:t>
            </a:r>
            <a:endPar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lvl="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如需在封面添加合作机构</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logo</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，合</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作方</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logo</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放置位置为：标题与日期之间的空白处</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lvl="0" eaLnBrk="0" hangingPunct="0"/>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             第</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一个</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logo</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保持与标题左侧对齐</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lvl="0" eaLnBrk="0" hangingPunct="0"/>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             原</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则上</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logo</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高度不应超过大标题字高</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lvl="0" eaLnBrk="0" hangingPunct="0"/>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lvl="0" eaLnBrk="0" hangingPunct="0"/>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此处其他公司</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logo</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仅为展示示范之用，未经对方许可，不得用于公司正式的材料之中</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3" name="矩形 12"/>
          <p:cNvSpPr/>
          <p:nvPr/>
        </p:nvSpPr>
        <p:spPr>
          <a:xfrm>
            <a:off x="251708" y="3244998"/>
            <a:ext cx="1021433" cy="738664"/>
          </a:xfrm>
          <a:prstGeom prst="rect">
            <a:avLst/>
          </a:prstGeom>
        </p:spPr>
        <p:txBody>
          <a:bodyPr wrap="none">
            <a:spAutoFit/>
          </a:bodyPr>
          <a:lstStyle/>
          <a:p>
            <a:pPr lvl="0">
              <a:lnSpc>
                <a:spcPct val="150000"/>
              </a:lnSpc>
            </a:pPr>
            <a:r>
              <a:rPr lang="en-US" altLang="zh-CN" sz="1400" dirty="0" smtClean="0">
                <a:solidFill>
                  <a:srgbClr val="005096"/>
                </a:solidFill>
                <a:latin typeface="华文黑体_易方达" panose="02010600040101010101" pitchFamily="2" charset="-122"/>
                <a:ea typeface="华文黑体_易方达" panose="02010600040101010101" pitchFamily="2" charset="-122"/>
              </a:rPr>
              <a:t>XXX</a:t>
            </a:r>
          </a:p>
          <a:p>
            <a:pPr lvl="0">
              <a:lnSpc>
                <a:spcPct val="150000"/>
              </a:lnSpc>
            </a:pPr>
            <a:r>
              <a:rPr lang="fr-FR" altLang="zh-CN" sz="1400" dirty="0" smtClean="0">
                <a:solidFill>
                  <a:srgbClr val="005096"/>
                </a:solidFill>
                <a:latin typeface="Arial"/>
                <a:ea typeface="华文黑体"/>
              </a:rPr>
              <a:t>20</a:t>
            </a:r>
            <a:r>
              <a:rPr lang="en-US" altLang="zh-CN" sz="1400" dirty="0" smtClean="0">
                <a:solidFill>
                  <a:srgbClr val="005096"/>
                </a:solidFill>
                <a:latin typeface="Arial"/>
                <a:ea typeface="华文黑体"/>
              </a:rPr>
              <a:t>xx</a:t>
            </a:r>
            <a:r>
              <a:rPr lang="zh-CN" altLang="en-US" sz="1400" dirty="0" smtClean="0">
                <a:solidFill>
                  <a:srgbClr val="005096"/>
                </a:solidFill>
                <a:latin typeface="华文黑体_易方达" panose="02010600040101010101" pitchFamily="2" charset="-122"/>
                <a:ea typeface="华文黑体_易方达" panose="02010600040101010101" pitchFamily="2" charset="-122"/>
              </a:rPr>
              <a:t>年</a:t>
            </a:r>
            <a:r>
              <a:rPr lang="en-US" altLang="zh-CN" sz="1400" dirty="0" smtClean="0">
                <a:solidFill>
                  <a:srgbClr val="005096"/>
                </a:solidFill>
                <a:latin typeface="华文黑体_易方达" panose="02010600040101010101" pitchFamily="2" charset="-122"/>
                <a:ea typeface="华文黑体_易方达" panose="02010600040101010101" pitchFamily="2" charset="-122"/>
              </a:rPr>
              <a:t>3</a:t>
            </a:r>
            <a:r>
              <a:rPr lang="zh-CN" altLang="en-US" sz="1400" dirty="0" smtClean="0">
                <a:solidFill>
                  <a:srgbClr val="005096"/>
                </a:solidFill>
                <a:latin typeface="华文黑体_易方达" panose="02010600040101010101" pitchFamily="2" charset="-122"/>
                <a:ea typeface="华文黑体_易方达" panose="02010600040101010101" pitchFamily="2" charset="-122"/>
              </a:rPr>
              <a:t>月</a:t>
            </a:r>
            <a:endParaRPr lang="en-US" altLang="zh-CN" sz="1400" dirty="0">
              <a:solidFill>
                <a:srgbClr val="005096"/>
              </a:solidFill>
              <a:latin typeface="华文黑体_易方达" panose="02010600040101010101" pitchFamily="2" charset="-122"/>
              <a:ea typeface="华文黑体_易方达" panose="02010600040101010101" pitchFamily="2" charset="-122"/>
            </a:endParaRPr>
          </a:p>
        </p:txBody>
      </p:sp>
    </p:spTree>
    <p:extLst>
      <p:ext uri="{BB962C8B-B14F-4D97-AF65-F5344CB8AC3E}">
        <p14:creationId xmlns:p14="http://schemas.microsoft.com/office/powerpoint/2010/main" val="21052214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b="0" i="0" baseline="0">
                <a:solidFill>
                  <a:srgbClr val="005096"/>
                </a:solidFill>
                <a:latin typeface="Arial"/>
                <a:ea typeface="华文黑体"/>
                <a:cs typeface="华文细黑"/>
              </a:defRPr>
            </a:lvl1pPr>
            <a:lvl2pPr algn="l" rtl="0" fontAlgn="base">
              <a:spcBef>
                <a:spcPct val="0"/>
              </a:spcBef>
              <a:spcAft>
                <a:spcPct val="0"/>
              </a:spcAft>
              <a:defRPr sz="3600">
                <a:solidFill>
                  <a:schemeClr val="tx1"/>
                </a:solidFill>
                <a:latin typeface="黑体" charset="-122"/>
                <a:ea typeface="黑体" charset="0"/>
                <a:cs typeface="ＭＳ Ｐゴシック" charset="-128"/>
              </a:defRPr>
            </a:lvl2pPr>
            <a:lvl3pPr algn="l" rtl="0" fontAlgn="base">
              <a:spcBef>
                <a:spcPct val="0"/>
              </a:spcBef>
              <a:spcAft>
                <a:spcPct val="0"/>
              </a:spcAft>
              <a:defRPr sz="3600">
                <a:solidFill>
                  <a:schemeClr val="tx1"/>
                </a:solidFill>
                <a:latin typeface="黑体" charset="-122"/>
                <a:ea typeface="黑体" charset="0"/>
                <a:cs typeface="ＭＳ Ｐゴシック" charset="-128"/>
              </a:defRPr>
            </a:lvl3pPr>
            <a:lvl4pPr algn="l" rtl="0" fontAlgn="base">
              <a:spcBef>
                <a:spcPct val="0"/>
              </a:spcBef>
              <a:spcAft>
                <a:spcPct val="0"/>
              </a:spcAft>
              <a:defRPr sz="3600">
                <a:solidFill>
                  <a:schemeClr val="tx1"/>
                </a:solidFill>
                <a:latin typeface="黑体" charset="-122"/>
                <a:ea typeface="黑体" charset="0"/>
                <a:cs typeface="ＭＳ Ｐゴシック" charset="-128"/>
              </a:defRPr>
            </a:lvl4pPr>
            <a:lvl5pPr algn="l" rtl="0" fontAlgn="base">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a:lstStyle>
          <a:p>
            <a:r>
              <a:rPr lang="zh-CN" altLang="en-US" sz="23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a:t>
            </a:r>
            <a:endParaRPr lang="en-US" sz="23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4326866"/>
              </p:ext>
            </p:extLst>
          </p:nvPr>
        </p:nvGraphicFramePr>
        <p:xfrm>
          <a:off x="323850" y="1084450"/>
          <a:ext cx="8093757" cy="3627120"/>
        </p:xfrm>
        <a:graphic>
          <a:graphicData uri="http://schemas.openxmlformats.org/drawingml/2006/table">
            <a:tbl>
              <a:tblPr firstRow="1" bandRow="1">
                <a:tableStyleId>{5C22544A-7EE6-4342-B048-85BDC9FD1C3A}</a:tableStyleId>
              </a:tblPr>
              <a:tblGrid>
                <a:gridCol w="1182715">
                  <a:extLst>
                    <a:ext uri="{9D8B030D-6E8A-4147-A177-3AD203B41FA5}">
                      <a16:colId xmlns:a16="http://schemas.microsoft.com/office/drawing/2014/main" val="20000"/>
                    </a:ext>
                  </a:extLst>
                </a:gridCol>
                <a:gridCol w="6911042">
                  <a:extLst>
                    <a:ext uri="{9D8B030D-6E8A-4147-A177-3AD203B41FA5}">
                      <a16:colId xmlns:a16="http://schemas.microsoft.com/office/drawing/2014/main" val="20001"/>
                    </a:ext>
                  </a:extLst>
                </a:gridCol>
              </a:tblGrid>
              <a:tr h="50310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01.</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chemeClr val="bg1">
                              <a:lumMod val="85000"/>
                            </a:schemeClr>
                          </a:solidFill>
                          <a:latin typeface="华文黑体_易方达" panose="02010600040101010101" pitchFamily="2" charset="-122"/>
                          <a:ea typeface="华文黑体_易方达" panose="02010600040101010101" pitchFamily="2" charset="-122"/>
                          <a:cs typeface="华文黑体" panose="02010600040101010101" pitchFamily="2" charset="-122"/>
                        </a:rPr>
                        <a:t>封面</a:t>
                      </a:r>
                      <a:endParaRPr lang="zh-CN" altLang="en-US" sz="1800" b="0" dirty="0">
                        <a:solidFill>
                          <a:schemeClr val="bg1">
                            <a:lumMod val="85000"/>
                          </a:schemeClr>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0"/>
                  </a:ext>
                </a:extLst>
              </a:tr>
              <a:tr h="50310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02.</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目录</a:t>
                      </a:r>
                      <a:endParaRPr lang="zh-CN" altLang="en-US" sz="1800" b="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1"/>
                  </a:ext>
                </a:extLst>
              </a:tr>
              <a:tr h="50310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03.</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纯文字页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2"/>
                  </a:ext>
                </a:extLst>
              </a:tr>
              <a:tr h="50310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04.</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文字与图表结合页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3"/>
                  </a:ext>
                </a:extLst>
              </a:tr>
              <a:tr h="50310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05.</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图表</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4"/>
                  </a:ext>
                </a:extLst>
              </a:tr>
              <a:tr h="50310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06.</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风险提示及免责声明</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5"/>
                  </a:ext>
                </a:extLst>
              </a:tr>
              <a:tr h="50310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07.</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封底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6" name="矩形 5"/>
          <p:cNvSpPr/>
          <p:nvPr/>
        </p:nvSpPr>
        <p:spPr bwMode="auto">
          <a:xfrm>
            <a:off x="-2628900" y="0"/>
            <a:ext cx="2532518" cy="2875085"/>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eaLnBrk="0" hangingPunct="0"/>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目录页规范</a:t>
            </a:r>
            <a:endPar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lvl="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页面主标题：华文黑体，</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23</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号加粗，颜色：白色</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lvl="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数字序号：字体</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28</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号，颜色：亮蓝（</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R30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G185</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B225</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lvl="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目录正文：字体华文黑体，</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18</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号，颜色：深蓝（</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lvl="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虚线：浅灰（</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B204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0.5</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磅，虚线</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lvl="0" eaLnBrk="0" hangingPunct="0"/>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lvl="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目录正文序号、文字必须在给定的表格内填</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写，可直接套用</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lvl="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基于简洁原则，目录</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项不宜过多</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lvl="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本页禁止添加任何图片</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lvl="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目录格式不能自行调</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整</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lvl="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要点：对于当前将要展示的章节标题正常显示，对于其他标题虚化处理（灰色</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R204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G204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B204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7206897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idx="4294967295"/>
          </p:nvPr>
        </p:nvSpPr>
        <p:spPr>
          <a:xfrm>
            <a:off x="363151" y="211632"/>
            <a:ext cx="3946375" cy="268047"/>
          </a:xfrm>
        </p:spPr>
        <p:txBody>
          <a:bodyPr/>
          <a:lstStyle/>
          <a:p>
            <a:r>
              <a:rPr lang="en-US" altLang="zh-CN" sz="2300" b="1" dirty="0" smtClean="0">
                <a:latin typeface="+mn-lt"/>
                <a:ea typeface="+mn-ea"/>
              </a:rPr>
              <a:t>TIPS 1</a:t>
            </a:r>
            <a:r>
              <a:rPr lang="zh-CN" altLang="en-US" sz="2300" b="1" dirty="0" smtClean="0">
                <a:latin typeface="+mn-ea"/>
                <a:ea typeface="+mn-ea"/>
              </a:rPr>
              <a:t>：参考线的使用</a:t>
            </a:r>
            <a:endParaRPr lang="en-US" sz="2300" b="1" dirty="0">
              <a:latin typeface="+mn-ea"/>
              <a:ea typeface="+mn-ea"/>
            </a:endParaRPr>
          </a:p>
        </p:txBody>
      </p:sp>
      <p:sp>
        <p:nvSpPr>
          <p:cNvPr id="5" name="内容占位符 4"/>
          <p:cNvSpPr>
            <a:spLocks noGrp="1"/>
          </p:cNvSpPr>
          <p:nvPr>
            <p:ph idx="10"/>
          </p:nvPr>
        </p:nvSpPr>
        <p:spPr>
          <a:xfrm>
            <a:off x="323850" y="1305073"/>
            <a:ext cx="2305925" cy="2479218"/>
          </a:xfrm>
        </p:spPr>
        <p:txBody>
          <a:bodyPr/>
          <a:lstStyle/>
          <a:p>
            <a:pPr marL="171450" indent="-171450">
              <a:buFont typeface="Arial" panose="020B0604020202020204" pitchFamily="34" charset="0"/>
              <a:buChar char="•"/>
            </a:pPr>
            <a:r>
              <a:rPr lang="zh-CN" altLang="en-US" sz="1200" kern="1200" dirty="0">
                <a:solidFill>
                  <a:schemeClr val="accent4"/>
                </a:solidFill>
              </a:rPr>
              <a:t>若编辑时无参考线可通过“视图</a:t>
            </a:r>
            <a:r>
              <a:rPr lang="en-US" altLang="zh-CN" sz="1200" kern="1200" dirty="0">
                <a:solidFill>
                  <a:schemeClr val="accent4"/>
                </a:solidFill>
              </a:rPr>
              <a:t>-</a:t>
            </a:r>
            <a:r>
              <a:rPr lang="zh-CN" altLang="en-US" sz="1200" kern="1200" dirty="0">
                <a:solidFill>
                  <a:schemeClr val="accent4"/>
                </a:solidFill>
              </a:rPr>
              <a:t>显示</a:t>
            </a:r>
            <a:r>
              <a:rPr lang="en-US" altLang="zh-CN" sz="1200" kern="1200" dirty="0">
                <a:solidFill>
                  <a:schemeClr val="accent4"/>
                </a:solidFill>
              </a:rPr>
              <a:t>-</a:t>
            </a:r>
            <a:r>
              <a:rPr lang="zh-CN" altLang="en-US" sz="1200" kern="1200" dirty="0">
                <a:solidFill>
                  <a:schemeClr val="accent4"/>
                </a:solidFill>
              </a:rPr>
              <a:t>勾选参考线</a:t>
            </a:r>
            <a:r>
              <a:rPr lang="zh-CN" altLang="en-US" sz="1200" kern="1200" dirty="0" smtClean="0">
                <a:solidFill>
                  <a:schemeClr val="accent4"/>
                </a:solidFill>
              </a:rPr>
              <a:t>”</a:t>
            </a:r>
            <a:r>
              <a:rPr lang="en-US" altLang="zh-CN" sz="1200" kern="1200" dirty="0" smtClean="0">
                <a:solidFill>
                  <a:schemeClr val="accent4"/>
                </a:solidFill>
              </a:rPr>
              <a:t>(</a:t>
            </a:r>
            <a:r>
              <a:rPr lang="zh-CN" altLang="en-US" sz="1200" kern="1200" dirty="0" smtClean="0">
                <a:solidFill>
                  <a:schemeClr val="accent4"/>
                </a:solidFill>
              </a:rPr>
              <a:t>快捷方式：</a:t>
            </a:r>
            <a:r>
              <a:rPr lang="en-US" altLang="zh-CN" sz="1200" kern="1200" dirty="0" smtClean="0">
                <a:solidFill>
                  <a:schemeClr val="accent4"/>
                </a:solidFill>
              </a:rPr>
              <a:t>ALT+F9</a:t>
            </a:r>
            <a:r>
              <a:rPr lang="zh-CN" altLang="en-US" sz="1200" kern="1200" dirty="0" smtClean="0">
                <a:solidFill>
                  <a:schemeClr val="accent4"/>
                </a:solidFill>
              </a:rPr>
              <a:t>）</a:t>
            </a:r>
            <a:endParaRPr lang="en-US" altLang="zh-CN" sz="1200" kern="1200" dirty="0">
              <a:solidFill>
                <a:schemeClr val="accent4"/>
              </a:solidFill>
            </a:endParaRPr>
          </a:p>
          <a:p>
            <a:pPr marL="171450" indent="-171450">
              <a:buFont typeface="Arial" panose="020B0604020202020204" pitchFamily="34" charset="0"/>
              <a:buChar char="•"/>
            </a:pPr>
            <a:r>
              <a:rPr lang="en-US" altLang="zh-CN" sz="1200" dirty="0" smtClean="0">
                <a:solidFill>
                  <a:schemeClr val="accent4"/>
                </a:solidFill>
              </a:rPr>
              <a:t>PPT</a:t>
            </a:r>
            <a:r>
              <a:rPr lang="zh-CN" altLang="en-US" sz="1200" dirty="0" smtClean="0">
                <a:solidFill>
                  <a:schemeClr val="accent4"/>
                </a:solidFill>
              </a:rPr>
              <a:t>模板中已经预设了五条参考线（图片虚线所示）用于排版对齐，</a:t>
            </a:r>
            <a:r>
              <a:rPr lang="zh-CN" altLang="en-US" sz="1200" kern="1200" dirty="0" smtClean="0">
                <a:solidFill>
                  <a:schemeClr val="accent4"/>
                </a:solidFill>
              </a:rPr>
              <a:t>较为清晰地划分了两大区域与留白</a:t>
            </a:r>
            <a:endParaRPr lang="en-US" altLang="zh-CN" sz="1200" kern="1200" dirty="0" smtClean="0">
              <a:solidFill>
                <a:schemeClr val="accent4"/>
              </a:solidFill>
            </a:endParaRPr>
          </a:p>
          <a:p>
            <a:pPr marL="171450" indent="-171450">
              <a:buFont typeface="Arial" panose="020B0604020202020204" pitchFamily="34" charset="0"/>
              <a:buChar char="•"/>
            </a:pPr>
            <a:r>
              <a:rPr lang="zh-CN" altLang="en-US" sz="1200" kern="1200" dirty="0" smtClean="0">
                <a:solidFill>
                  <a:schemeClr val="accent4"/>
                </a:solidFill>
              </a:rPr>
              <a:t>与标题之间的留白和左右区域之间的留白可以视内容情况调整，需保留左右两侧留白区域，不要超出左右两侧的参考线</a:t>
            </a:r>
            <a:endParaRPr lang="en-US" altLang="zh-CN" sz="1200" kern="1200" dirty="0" smtClean="0">
              <a:solidFill>
                <a:schemeClr val="accent4"/>
              </a:solidFill>
            </a:endParaRPr>
          </a:p>
          <a:p>
            <a:pPr marL="171450" indent="-171450">
              <a:buFont typeface="Arial" panose="020B0604020202020204" pitchFamily="34" charset="0"/>
              <a:buChar char="•"/>
            </a:pPr>
            <a:r>
              <a:rPr lang="zh-CN" altLang="en-US" sz="1200" kern="1200" dirty="0">
                <a:solidFill>
                  <a:schemeClr val="accent4"/>
                </a:solidFill>
              </a:rPr>
              <a:t>左</a:t>
            </a:r>
            <a:r>
              <a:rPr lang="zh-CN" altLang="en-US" sz="1200" kern="1200" dirty="0" smtClean="0">
                <a:solidFill>
                  <a:schemeClr val="accent4"/>
                </a:solidFill>
              </a:rPr>
              <a:t>侧参考线可以用来辅助文本框与标题的左端对齐</a:t>
            </a:r>
            <a:endParaRPr lang="en-US" sz="1200" dirty="0">
              <a:solidFill>
                <a:schemeClr val="accent4"/>
              </a:solidFill>
            </a:endParaRPr>
          </a:p>
        </p:txBody>
      </p:sp>
      <p:pic>
        <p:nvPicPr>
          <p:cNvPr id="2" name="图片 1"/>
          <p:cNvPicPr>
            <a:picLocks noChangeAspect="1"/>
          </p:cNvPicPr>
          <p:nvPr/>
        </p:nvPicPr>
        <p:blipFill rotWithShape="1">
          <a:blip r:embed="rId2"/>
          <a:srcRect l="19769" t="23152" r="12731" b="8643"/>
          <a:stretch/>
        </p:blipFill>
        <p:spPr>
          <a:xfrm>
            <a:off x="2734654" y="1241425"/>
            <a:ext cx="5977546" cy="3397495"/>
          </a:xfrm>
          <a:prstGeom prst="rect">
            <a:avLst/>
          </a:prstGeom>
        </p:spPr>
      </p:pic>
    </p:spTree>
    <p:extLst>
      <p:ext uri="{BB962C8B-B14F-4D97-AF65-F5344CB8AC3E}">
        <p14:creationId xmlns:p14="http://schemas.microsoft.com/office/powerpoint/2010/main" val="63804582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0"/>
          </p:nvPr>
        </p:nvSpPr>
        <p:spPr>
          <a:xfrm>
            <a:off x="360363" y="1241425"/>
            <a:ext cx="3266757" cy="2479218"/>
          </a:xfrm>
        </p:spPr>
        <p:txBody>
          <a:bodyPr/>
          <a:lstStyle/>
          <a:p>
            <a:pPr marL="171450" indent="-171450">
              <a:buFont typeface="Arial" panose="020B0604020202020204" pitchFamily="34" charset="0"/>
              <a:buChar char="•"/>
            </a:pPr>
            <a:r>
              <a:rPr lang="zh-CN" altLang="en-US" sz="1200" dirty="0" smtClean="0">
                <a:solidFill>
                  <a:schemeClr val="accent4"/>
                </a:solidFill>
              </a:rPr>
              <a:t>请注</a:t>
            </a:r>
            <a:r>
              <a:rPr lang="zh-CN" altLang="en-US" sz="1200" dirty="0">
                <a:solidFill>
                  <a:schemeClr val="accent4"/>
                </a:solidFill>
              </a:rPr>
              <a:t>意，当文字内容为全英文时建议使用英文版式。</a:t>
            </a:r>
            <a:endParaRPr lang="en-US" altLang="zh-CN" sz="1200" dirty="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r>
              <a:rPr lang="zh-CN" altLang="en-US" sz="1200" dirty="0" smtClean="0">
                <a:solidFill>
                  <a:schemeClr val="accent4"/>
                </a:solidFill>
              </a:rPr>
              <a:t>中英文</a:t>
            </a:r>
            <a:r>
              <a:rPr lang="en-US" altLang="zh-CN" sz="1200" dirty="0" smtClean="0">
                <a:solidFill>
                  <a:schemeClr val="accent4"/>
                </a:solidFill>
              </a:rPr>
              <a:t>PPT</a:t>
            </a:r>
            <a:r>
              <a:rPr lang="zh-CN" altLang="en-US" sz="1200" dirty="0" smtClean="0">
                <a:solidFill>
                  <a:schemeClr val="accent4"/>
                </a:solidFill>
              </a:rPr>
              <a:t>版式的</a:t>
            </a:r>
            <a:r>
              <a:rPr lang="en-US" altLang="zh-CN" sz="1200" dirty="0" smtClean="0">
                <a:solidFill>
                  <a:schemeClr val="accent4"/>
                </a:solidFill>
              </a:rPr>
              <a:t>LOGO</a:t>
            </a:r>
            <a:r>
              <a:rPr lang="zh-CN" altLang="en-US" sz="1200" dirty="0" smtClean="0">
                <a:solidFill>
                  <a:schemeClr val="accent4"/>
                </a:solidFill>
              </a:rPr>
              <a:t>与公司落款文字不同，可以通过版式选择自由切换</a:t>
            </a:r>
            <a:r>
              <a:rPr lang="zh-CN" altLang="en-US" sz="1200" dirty="0" smtClean="0">
                <a:solidFill>
                  <a:schemeClr val="accent4"/>
                </a:solidFill>
              </a:rPr>
              <a:t>。</a:t>
            </a:r>
            <a:endParaRPr lang="en-US" altLang="zh-CN" sz="1200" dirty="0" smtClean="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r>
              <a:rPr lang="zh-CN" altLang="en-US" sz="1200" dirty="0">
                <a:solidFill>
                  <a:schemeClr val="accent4"/>
                </a:solidFill>
              </a:rPr>
              <a:t>选</a:t>
            </a:r>
            <a:r>
              <a:rPr lang="zh-CN" altLang="en-US" sz="1200" dirty="0" smtClean="0">
                <a:solidFill>
                  <a:schemeClr val="accent4"/>
                </a:solidFill>
              </a:rPr>
              <a:t>中所需</a:t>
            </a:r>
            <a:r>
              <a:rPr lang="en-US" altLang="zh-CN" sz="1200" dirty="0" smtClean="0">
                <a:solidFill>
                  <a:schemeClr val="accent4"/>
                </a:solidFill>
              </a:rPr>
              <a:t>PPT</a:t>
            </a:r>
            <a:r>
              <a:rPr lang="zh-CN" altLang="en-US" sz="1200" dirty="0" smtClean="0">
                <a:solidFill>
                  <a:schemeClr val="accent4"/>
                </a:solidFill>
              </a:rPr>
              <a:t>页面，点击右键，选择版式。在版式窗口中下拉找到英文模板，选中即可套用。</a:t>
            </a:r>
            <a:endParaRPr lang="en-US" altLang="zh-CN" sz="1200" dirty="0" smtClean="0">
              <a:solidFill>
                <a:schemeClr val="accent4"/>
              </a:solidFill>
            </a:endParaRPr>
          </a:p>
          <a:p>
            <a:pPr marL="171450" indent="-171450">
              <a:buFont typeface="Arial" panose="020B0604020202020204" pitchFamily="34" charset="0"/>
              <a:buChar char="•"/>
            </a:pPr>
            <a:endParaRPr lang="en-US" sz="1200" dirty="0">
              <a:solidFill>
                <a:schemeClr val="accent4"/>
              </a:solidFill>
            </a:endParaRPr>
          </a:p>
          <a:p>
            <a:pPr marL="171450" indent="-171450">
              <a:buFont typeface="Arial" panose="020B0604020202020204" pitchFamily="34" charset="0"/>
              <a:buChar char="•"/>
            </a:pPr>
            <a:r>
              <a:rPr lang="zh-CN" altLang="en-US" sz="1200" dirty="0" smtClean="0">
                <a:solidFill>
                  <a:schemeClr val="accent4"/>
                </a:solidFill>
              </a:rPr>
              <a:t>也可直接复制本页</a:t>
            </a:r>
            <a:r>
              <a:rPr lang="en-US" altLang="zh-CN" sz="1200" dirty="0" smtClean="0">
                <a:solidFill>
                  <a:schemeClr val="accent4"/>
                </a:solidFill>
              </a:rPr>
              <a:t>PPT</a:t>
            </a:r>
            <a:r>
              <a:rPr lang="zh-CN" altLang="en-US" sz="1200" dirty="0" smtClean="0">
                <a:solidFill>
                  <a:schemeClr val="accent4"/>
                </a:solidFill>
              </a:rPr>
              <a:t>和首页、结尾页的英文版式</a:t>
            </a:r>
            <a:r>
              <a:rPr lang="en-US" altLang="zh-CN" sz="1200" dirty="0" smtClean="0">
                <a:solidFill>
                  <a:schemeClr val="accent4"/>
                </a:solidFill>
              </a:rPr>
              <a:t>PPT</a:t>
            </a:r>
            <a:r>
              <a:rPr lang="zh-CN" altLang="en-US" sz="1200" dirty="0" smtClean="0">
                <a:solidFill>
                  <a:schemeClr val="accent4"/>
                </a:solidFill>
              </a:rPr>
              <a:t>修改内容后使用。</a:t>
            </a:r>
            <a:endParaRPr lang="en-US" sz="1200" dirty="0">
              <a:solidFill>
                <a:schemeClr val="accent4"/>
              </a:solidFill>
            </a:endParaRPr>
          </a:p>
        </p:txBody>
      </p:sp>
      <p:sp>
        <p:nvSpPr>
          <p:cNvPr id="4" name="标题 3"/>
          <p:cNvSpPr>
            <a:spLocks noGrp="1"/>
          </p:cNvSpPr>
          <p:nvPr>
            <p:ph type="title" idx="4294967295"/>
          </p:nvPr>
        </p:nvSpPr>
        <p:spPr>
          <a:xfrm>
            <a:off x="360363" y="225658"/>
            <a:ext cx="6191250" cy="268287"/>
          </a:xfrm>
        </p:spPr>
        <p:txBody>
          <a:bodyPr/>
          <a:lstStyle/>
          <a:p>
            <a:r>
              <a:rPr lang="en-US" altLang="zh-CN" sz="2400" b="1" dirty="0" smtClean="0">
                <a:latin typeface="+mn-lt"/>
                <a:ea typeface="+mj-ea"/>
              </a:rPr>
              <a:t>TIPS 2</a:t>
            </a:r>
            <a:r>
              <a:rPr lang="zh-CN" altLang="en-US" sz="2400" b="1" dirty="0" smtClean="0">
                <a:latin typeface="+mj-ea"/>
                <a:ea typeface="+mj-ea"/>
              </a:rPr>
              <a:t>：</a:t>
            </a:r>
            <a:r>
              <a:rPr lang="zh-CN" altLang="en-US" sz="2400" b="1" dirty="0">
                <a:latin typeface="+mj-ea"/>
                <a:ea typeface="+mj-ea"/>
              </a:rPr>
              <a:t>中</a:t>
            </a:r>
            <a:r>
              <a:rPr lang="zh-CN" altLang="en-US" sz="2400" b="1" dirty="0" smtClean="0">
                <a:latin typeface="+mj-ea"/>
                <a:ea typeface="+mj-ea"/>
              </a:rPr>
              <a:t>英文版式的切换</a:t>
            </a:r>
            <a:endParaRPr lang="en-US" sz="2400" b="1" dirty="0">
              <a:latin typeface="+mj-ea"/>
              <a:ea typeface="+mj-ea"/>
            </a:endParaRPr>
          </a:p>
        </p:txBody>
      </p:sp>
      <p:grpSp>
        <p:nvGrpSpPr>
          <p:cNvPr id="7" name="组合 6"/>
          <p:cNvGrpSpPr/>
          <p:nvPr/>
        </p:nvGrpSpPr>
        <p:grpSpPr>
          <a:xfrm>
            <a:off x="4470400" y="1180465"/>
            <a:ext cx="4241800" cy="3336903"/>
            <a:chOff x="3704365" y="1241425"/>
            <a:chExt cx="5007835" cy="3336903"/>
          </a:xfrm>
        </p:grpSpPr>
        <p:pic>
          <p:nvPicPr>
            <p:cNvPr id="3" name="图片 2"/>
            <p:cNvPicPr>
              <a:picLocks noChangeAspect="1"/>
            </p:cNvPicPr>
            <p:nvPr/>
          </p:nvPicPr>
          <p:blipFill rotWithShape="1">
            <a:blip r:embed="rId2"/>
            <a:srcRect l="1115" t="22005" r="44006" b="6608"/>
            <a:stretch/>
          </p:blipFill>
          <p:spPr>
            <a:xfrm>
              <a:off x="3704365" y="1241425"/>
              <a:ext cx="5007835" cy="3336902"/>
            </a:xfrm>
            <a:prstGeom prst="rect">
              <a:avLst/>
            </a:prstGeom>
          </p:spPr>
        </p:pic>
        <p:sp>
          <p:nvSpPr>
            <p:cNvPr id="6" name="矩形 5"/>
            <p:cNvSpPr/>
            <p:nvPr/>
          </p:nvSpPr>
          <p:spPr bwMode="auto">
            <a:xfrm>
              <a:off x="4768553" y="3443956"/>
              <a:ext cx="3785787" cy="1134372"/>
            </a:xfrm>
            <a:prstGeom prst="rect">
              <a:avLst/>
            </a:prstGeom>
            <a:noFill/>
            <a:ln w="38100" cap="flat" cmpd="sng" algn="ctr">
              <a:solidFill>
                <a:schemeClr val="accent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en-US">
                <a:ln>
                  <a:solidFill>
                    <a:srgbClr val="1EB9E1"/>
                  </a:solidFill>
                </a:ln>
                <a:noFill/>
                <a:ea typeface="ＭＳ Ｐゴシック" charset="-128"/>
                <a:cs typeface="ＭＳ Ｐゴシック" charset="-128"/>
              </a:endParaRPr>
            </a:p>
          </p:txBody>
        </p:sp>
      </p:grpSp>
    </p:spTree>
    <p:extLst>
      <p:ext uri="{BB962C8B-B14F-4D97-AF65-F5344CB8AC3E}">
        <p14:creationId xmlns:p14="http://schemas.microsoft.com/office/powerpoint/2010/main" val="5997045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a:spLocks noGrp="1"/>
          </p:cNvSpPr>
          <p:nvPr>
            <p:ph idx="10"/>
          </p:nvPr>
        </p:nvSpPr>
        <p:spPr>
          <a:xfrm>
            <a:off x="360363" y="1296527"/>
            <a:ext cx="3280145" cy="2479218"/>
          </a:xfrm>
        </p:spPr>
        <p:txBody>
          <a:bodyPr/>
          <a:lstStyle/>
          <a:p>
            <a:pPr marL="171450" indent="-171450">
              <a:buFont typeface="Arial" panose="020B0604020202020204" pitchFamily="34" charset="0"/>
              <a:buChar char="•"/>
            </a:pPr>
            <a:r>
              <a:rPr lang="zh-CN" altLang="en-US" sz="1200" b="1" dirty="0" smtClean="0">
                <a:solidFill>
                  <a:schemeClr val="accent4"/>
                </a:solidFill>
              </a:rPr>
              <a:t>请注</a:t>
            </a:r>
            <a:r>
              <a:rPr lang="zh-CN" altLang="en-US" sz="1200" b="1" dirty="0">
                <a:solidFill>
                  <a:schemeClr val="accent4"/>
                </a:solidFill>
              </a:rPr>
              <a:t>意</a:t>
            </a:r>
            <a:r>
              <a:rPr lang="zh-CN" altLang="en-US" sz="1200" b="1" dirty="0" smtClean="0">
                <a:solidFill>
                  <a:schemeClr val="accent4"/>
                </a:solidFill>
              </a:rPr>
              <a:t>，目录只有</a:t>
            </a:r>
            <a:r>
              <a:rPr lang="en-US" altLang="zh-CN" sz="1200" b="1" dirty="0" smtClean="0">
                <a:solidFill>
                  <a:schemeClr val="accent4"/>
                </a:solidFill>
              </a:rPr>
              <a:t>P5</a:t>
            </a:r>
            <a:r>
              <a:rPr lang="zh-CN" altLang="en-US" sz="1200" b="1" dirty="0" smtClean="0">
                <a:solidFill>
                  <a:schemeClr val="accent4"/>
                </a:solidFill>
              </a:rPr>
              <a:t>所示的一种版式</a:t>
            </a:r>
            <a:endParaRPr lang="en-US" altLang="zh-CN" sz="1200" b="1" dirty="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r>
              <a:rPr lang="zh-CN" altLang="en-US" sz="1200" dirty="0" smtClean="0">
                <a:solidFill>
                  <a:schemeClr val="accent4"/>
                </a:solidFill>
              </a:rPr>
              <a:t>若需二级目录，请在每一章节的首页，将二级目录内容作为正文格式处理</a:t>
            </a:r>
            <a:endParaRPr lang="en-US" altLang="zh-CN" sz="1200" dirty="0" smtClean="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a:p>
            <a:pPr marL="171450" indent="-171450">
              <a:buFont typeface="Arial" panose="020B0604020202020204" pitchFamily="34" charset="0"/>
              <a:buChar char="•"/>
            </a:pPr>
            <a:r>
              <a:rPr lang="zh-CN" altLang="en-US" sz="1200" dirty="0">
                <a:solidFill>
                  <a:schemeClr val="accent4"/>
                </a:solidFill>
              </a:rPr>
              <a:t>右</a:t>
            </a:r>
            <a:r>
              <a:rPr lang="zh-CN" altLang="en-US" sz="1200" dirty="0" smtClean="0">
                <a:solidFill>
                  <a:schemeClr val="accent4"/>
                </a:solidFill>
              </a:rPr>
              <a:t>图可供参考</a:t>
            </a:r>
            <a:endParaRPr lang="en-US" altLang="zh-CN" sz="1200" dirty="0" smtClean="0">
              <a:solidFill>
                <a:schemeClr val="accent4"/>
              </a:solidFill>
            </a:endParaRPr>
          </a:p>
          <a:p>
            <a:pPr marL="171450" indent="-171450">
              <a:buFont typeface="Arial" panose="020B0604020202020204" pitchFamily="34" charset="0"/>
              <a:buChar char="•"/>
            </a:pPr>
            <a:endParaRPr lang="en-US" altLang="zh-CN" sz="1200" dirty="0" smtClean="0">
              <a:solidFill>
                <a:schemeClr val="accent4"/>
              </a:solidFill>
            </a:endParaRPr>
          </a:p>
        </p:txBody>
      </p:sp>
      <p:sp>
        <p:nvSpPr>
          <p:cNvPr id="4" name="标题 3"/>
          <p:cNvSpPr>
            <a:spLocks noGrp="1"/>
          </p:cNvSpPr>
          <p:nvPr>
            <p:ph type="title" idx="4294967295"/>
          </p:nvPr>
        </p:nvSpPr>
        <p:spPr>
          <a:xfrm>
            <a:off x="323850" y="211138"/>
            <a:ext cx="6191250" cy="268287"/>
          </a:xfrm>
          <a:noFill/>
          <a:ln>
            <a:noFill/>
          </a:ln>
        </p:spPr>
        <p:txBody>
          <a:bodyPr vert="horz" wrap="square" lIns="0" tIns="0" rIns="0" bIns="45720" numCol="1" anchor="t" anchorCtr="0" compatLnSpc="1">
            <a:prstTxWarp prst="textNoShape">
              <a:avLst/>
            </a:prstTxWarp>
          </a:bodyPr>
          <a:lstStyle/>
          <a:p>
            <a:r>
              <a:rPr lang="en-US" altLang="zh-CN" sz="2300" b="1" dirty="0">
                <a:latin typeface="+mn-lt"/>
                <a:ea typeface="+mn-ea"/>
              </a:rPr>
              <a:t>TIPS 3</a:t>
            </a:r>
            <a:r>
              <a:rPr lang="zh-CN" altLang="en-US" sz="2300" b="1" dirty="0">
                <a:latin typeface="+mn-lt"/>
                <a:ea typeface="+mn-ea"/>
              </a:rPr>
              <a:t>：二级目录的处理</a:t>
            </a:r>
            <a:endParaRPr lang="en-US" sz="2300" b="1" dirty="0">
              <a:latin typeface="+mn-lt"/>
              <a:ea typeface="+mn-ea"/>
            </a:endParaRPr>
          </a:p>
        </p:txBody>
      </p:sp>
      <p:pic>
        <p:nvPicPr>
          <p:cNvPr id="2" name="图片 1"/>
          <p:cNvPicPr>
            <a:picLocks noChangeAspect="1"/>
          </p:cNvPicPr>
          <p:nvPr/>
        </p:nvPicPr>
        <p:blipFill>
          <a:blip r:embed="rId2"/>
          <a:stretch>
            <a:fillRect/>
          </a:stretch>
        </p:blipFill>
        <p:spPr>
          <a:xfrm>
            <a:off x="4643438" y="1032546"/>
            <a:ext cx="4068762" cy="2290337"/>
          </a:xfrm>
          <a:prstGeom prst="rect">
            <a:avLst/>
          </a:prstGeom>
        </p:spPr>
      </p:pic>
      <p:pic>
        <p:nvPicPr>
          <p:cNvPr id="7" name="图片 6"/>
          <p:cNvPicPr>
            <a:picLocks noChangeAspect="1"/>
          </p:cNvPicPr>
          <p:nvPr/>
        </p:nvPicPr>
        <p:blipFill>
          <a:blip r:embed="rId3"/>
          <a:stretch>
            <a:fillRect/>
          </a:stretch>
        </p:blipFill>
        <p:spPr>
          <a:xfrm>
            <a:off x="4643438" y="2357962"/>
            <a:ext cx="3993226" cy="2005758"/>
          </a:xfrm>
          <a:prstGeom prst="rect">
            <a:avLst/>
          </a:prstGeom>
        </p:spPr>
      </p:pic>
    </p:spTree>
    <p:extLst>
      <p:ext uri="{BB962C8B-B14F-4D97-AF65-F5344CB8AC3E}">
        <p14:creationId xmlns:p14="http://schemas.microsoft.com/office/powerpoint/2010/main" val="41308344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3151" y="211632"/>
            <a:ext cx="4687413" cy="268047"/>
          </a:xfrm>
        </p:spPr>
        <p:txBody>
          <a:bodyPr/>
          <a:lstStyle/>
          <a:p>
            <a:r>
              <a:rPr lang="zh-CN" altLang="en-US" sz="2300" b="1" dirty="0">
                <a:solidFill>
                  <a:srgbClr val="FFFFFF"/>
                </a:solidFill>
                <a:latin typeface="+mn-ea"/>
                <a:ea typeface="+mn-ea"/>
              </a:rPr>
              <a:t>无内文标题、文字较少</a:t>
            </a:r>
            <a:endParaRPr lang="en-US" sz="2300" b="1" dirty="0">
              <a:latin typeface="+mn-ea"/>
              <a:ea typeface="+mn-ea"/>
            </a:endParaRPr>
          </a:p>
        </p:txBody>
      </p:sp>
      <p:sp>
        <p:nvSpPr>
          <p:cNvPr id="4" name="矩形 3"/>
          <p:cNvSpPr/>
          <p:nvPr/>
        </p:nvSpPr>
        <p:spPr bwMode="auto">
          <a:xfrm>
            <a:off x="-2039815" y="6703"/>
            <a:ext cx="1968500" cy="2129827"/>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28600" indent="-228600" algn="just"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内</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15</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深</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灰</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）该情况下内容可平铺于页面内，保持左右两侧留白与上方标题留白即</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可。文字内容保持干净整洁，不得设置边框与填充底</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色</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子</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公</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司可修改此处公司名称</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模板中已设置页码于每页右下角（封面页除外），不得删除</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非特殊用途情况下，文字不设置填充色</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R="0" algn="l" defTabSz="914400" rtl="0" eaLnBrk="0" fontAlgn="base" latinLnBrk="0" hangingPunct="0">
              <a:lnSpc>
                <a:spcPct val="100000"/>
              </a:lnSpc>
              <a:spcBef>
                <a:spcPct val="0"/>
              </a:spcBef>
              <a:spcAft>
                <a:spcPct val="0"/>
              </a:spcAft>
              <a:buClrTx/>
              <a:buSzTx/>
              <a:tabLst/>
            </a:pP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3" name="Rectangle 3"/>
          <p:cNvSpPr txBox="1">
            <a:spLocks noChangeArrowheads="1"/>
          </p:cNvSpPr>
          <p:nvPr/>
        </p:nvSpPr>
        <p:spPr bwMode="auto">
          <a:xfrm>
            <a:off x="244637" y="1085118"/>
            <a:ext cx="8550504" cy="918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929" tIns="33368" rIns="67929" bIns="33368"/>
          <a:lstStyle>
            <a:lvl1pPr marL="342900" indent="-342900" algn="just" rtl="0" eaLnBrk="0" fontAlgn="base" hangingPunct="0">
              <a:spcBef>
                <a:spcPct val="20000"/>
              </a:spcBef>
              <a:spcAft>
                <a:spcPct val="0"/>
              </a:spcAft>
              <a:buClr>
                <a:srgbClr val="003366"/>
              </a:buClr>
              <a:buSzPct val="60000"/>
              <a:buFont typeface="Wingdings" panose="05000000000000000000" pitchFamily="2" charset="2"/>
              <a:buChar char="l"/>
              <a:defRPr sz="2400" b="1">
                <a:solidFill>
                  <a:schemeClr val="tx1"/>
                </a:solidFill>
                <a:latin typeface="+mn-lt"/>
                <a:ea typeface="+mn-ea"/>
                <a:cs typeface="楷体_GB2312" charset="0"/>
              </a:defRPr>
            </a:lvl1pPr>
            <a:lvl2pPr marL="742950" indent="-285750" algn="just" rtl="0" eaLnBrk="0" fontAlgn="base" hangingPunct="0">
              <a:spcBef>
                <a:spcPct val="20000"/>
              </a:spcBef>
              <a:spcAft>
                <a:spcPct val="0"/>
              </a:spcAft>
              <a:buClr>
                <a:srgbClr val="003366"/>
              </a:buClr>
              <a:buSzPct val="30000"/>
              <a:buFont typeface="Wingdings" panose="05000000000000000000" pitchFamily="2" charset="2"/>
              <a:buChar char="u"/>
              <a:defRPr sz="2200">
                <a:solidFill>
                  <a:schemeClr val="tx1"/>
                </a:solidFill>
                <a:latin typeface="+mn-lt"/>
                <a:ea typeface="+mn-ea"/>
                <a:cs typeface="楷体_GB2312" charset="0"/>
              </a:defRPr>
            </a:lvl2pPr>
            <a:lvl3pPr marL="1143000" indent="-228600" algn="l" rtl="0" eaLnBrk="0" fontAlgn="base" hangingPunct="0">
              <a:spcBef>
                <a:spcPct val="20000"/>
              </a:spcBef>
              <a:spcAft>
                <a:spcPct val="0"/>
              </a:spcAft>
              <a:buClr>
                <a:srgbClr val="FF0000"/>
              </a:buClr>
              <a:buSzPct val="45000"/>
              <a:buFont typeface="Monotype Sorts" charset="2"/>
              <a:buChar char="l"/>
              <a:defRPr sz="2000">
                <a:solidFill>
                  <a:schemeClr val="tx1"/>
                </a:solidFill>
                <a:latin typeface="+mn-lt"/>
                <a:ea typeface="+mn-ea"/>
                <a:cs typeface="楷体_GB2312" charset="0"/>
              </a:defRPr>
            </a:lvl3pPr>
            <a:lvl4pPr marL="1600200" indent="-228600" algn="l" rtl="0" eaLnBrk="0" fontAlgn="base" hangingPunct="0">
              <a:spcBef>
                <a:spcPct val="20000"/>
              </a:spcBef>
              <a:spcAft>
                <a:spcPct val="0"/>
              </a:spcAft>
              <a:buClr>
                <a:srgbClr val="CC0000"/>
              </a:buClr>
              <a:buSzPct val="100000"/>
              <a:buFont typeface="Symbol" panose="05050102010706020507" pitchFamily="18" charset="2"/>
              <a:buChar char="-"/>
              <a:defRPr>
                <a:solidFill>
                  <a:srgbClr val="003366"/>
                </a:solidFill>
                <a:latin typeface="+mn-lt"/>
                <a:ea typeface="+mn-ea"/>
                <a:cs typeface="楷体_GB2312" charset="0"/>
              </a:defRPr>
            </a:lvl4pPr>
            <a:lvl5pPr marL="20574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cs typeface="楷体_GB2312" charset="0"/>
              </a:defRPr>
            </a:lvl5pPr>
            <a:lvl6pPr marL="25146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6pPr>
            <a:lvl7pPr marL="29718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7pPr>
            <a:lvl8pPr marL="34290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8pPr>
            <a:lvl9pPr marL="38862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9pPr>
          </a:lstStyle>
          <a:p>
            <a:pPr marL="0" lvl="1" indent="0" algn="l" defTabSz="457200">
              <a:lnSpc>
                <a:spcPct val="200000"/>
              </a:lnSpc>
              <a:spcBef>
                <a:spcPts val="0"/>
              </a:spcBef>
              <a:buSzPct val="60000"/>
              <a:buNone/>
              <a:defRPr/>
            </a:pPr>
            <a:r>
              <a:rPr lang="zh-CN" altLang="en-US" sz="15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公司在经营上坚持开放的原则，努力在开放中求发展，拓宽视野、打开思维，把握市场最新变化，不断创新和突破自我</a:t>
            </a:r>
            <a:r>
              <a:rPr lang="zh-CN" altLang="en-US"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a:t>
            </a:r>
            <a:endParaRPr lang="zh-CN" altLang="en-US" sz="15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val="117974523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63151" y="211632"/>
            <a:ext cx="4687413" cy="268047"/>
          </a:xfrm>
        </p:spPr>
        <p:txBody>
          <a:bodyPr/>
          <a:lstStyle/>
          <a:p>
            <a:r>
              <a:rPr lang="zh-CN" altLang="en-US" sz="2300" b="1" dirty="0">
                <a:solidFill>
                  <a:srgbClr val="FFFFFF"/>
                </a:solidFill>
                <a:latin typeface="+mn-ea"/>
                <a:ea typeface="+mn-ea"/>
              </a:rPr>
              <a:t>无内文标题、文字较多</a:t>
            </a:r>
            <a:endParaRPr lang="en-US" sz="2300" b="1" dirty="0">
              <a:latin typeface="+mn-ea"/>
              <a:ea typeface="+mn-ea"/>
            </a:endParaRPr>
          </a:p>
        </p:txBody>
      </p:sp>
      <p:sp>
        <p:nvSpPr>
          <p:cNvPr id="13" name="Rectangle 3"/>
          <p:cNvSpPr txBox="1">
            <a:spLocks noChangeArrowheads="1"/>
          </p:cNvSpPr>
          <p:nvPr/>
        </p:nvSpPr>
        <p:spPr bwMode="auto">
          <a:xfrm>
            <a:off x="302939" y="1160309"/>
            <a:ext cx="8409261" cy="918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7929" tIns="33368" rIns="67929" bIns="33368"/>
          <a:lstStyle>
            <a:lvl1pPr marL="342900" indent="-342900" algn="just" rtl="0" eaLnBrk="0" fontAlgn="base" hangingPunct="0">
              <a:spcBef>
                <a:spcPct val="20000"/>
              </a:spcBef>
              <a:spcAft>
                <a:spcPct val="0"/>
              </a:spcAft>
              <a:buClr>
                <a:srgbClr val="003366"/>
              </a:buClr>
              <a:buSzPct val="60000"/>
              <a:buFont typeface="Wingdings" panose="05000000000000000000" pitchFamily="2" charset="2"/>
              <a:buChar char="l"/>
              <a:defRPr sz="2400" b="1">
                <a:solidFill>
                  <a:schemeClr val="tx1"/>
                </a:solidFill>
                <a:latin typeface="+mn-lt"/>
                <a:ea typeface="+mn-ea"/>
                <a:cs typeface="楷体_GB2312" charset="0"/>
              </a:defRPr>
            </a:lvl1pPr>
            <a:lvl2pPr marL="742950" indent="-285750" algn="just" rtl="0" eaLnBrk="0" fontAlgn="base" hangingPunct="0">
              <a:spcBef>
                <a:spcPct val="20000"/>
              </a:spcBef>
              <a:spcAft>
                <a:spcPct val="0"/>
              </a:spcAft>
              <a:buClr>
                <a:srgbClr val="003366"/>
              </a:buClr>
              <a:buSzPct val="30000"/>
              <a:buFont typeface="Wingdings" panose="05000000000000000000" pitchFamily="2" charset="2"/>
              <a:buChar char="u"/>
              <a:defRPr sz="2200">
                <a:solidFill>
                  <a:schemeClr val="tx1"/>
                </a:solidFill>
                <a:latin typeface="+mn-lt"/>
                <a:ea typeface="+mn-ea"/>
                <a:cs typeface="楷体_GB2312" charset="0"/>
              </a:defRPr>
            </a:lvl2pPr>
            <a:lvl3pPr marL="1143000" indent="-228600" algn="l" rtl="0" eaLnBrk="0" fontAlgn="base" hangingPunct="0">
              <a:spcBef>
                <a:spcPct val="20000"/>
              </a:spcBef>
              <a:spcAft>
                <a:spcPct val="0"/>
              </a:spcAft>
              <a:buClr>
                <a:srgbClr val="FF0000"/>
              </a:buClr>
              <a:buSzPct val="45000"/>
              <a:buFont typeface="Monotype Sorts" charset="2"/>
              <a:buChar char="l"/>
              <a:defRPr sz="2000">
                <a:solidFill>
                  <a:schemeClr val="tx1"/>
                </a:solidFill>
                <a:latin typeface="+mn-lt"/>
                <a:ea typeface="+mn-ea"/>
                <a:cs typeface="楷体_GB2312" charset="0"/>
              </a:defRPr>
            </a:lvl3pPr>
            <a:lvl4pPr marL="1600200" indent="-228600" algn="l" rtl="0" eaLnBrk="0" fontAlgn="base" hangingPunct="0">
              <a:spcBef>
                <a:spcPct val="20000"/>
              </a:spcBef>
              <a:spcAft>
                <a:spcPct val="0"/>
              </a:spcAft>
              <a:buClr>
                <a:srgbClr val="CC0000"/>
              </a:buClr>
              <a:buSzPct val="100000"/>
              <a:buFont typeface="Symbol" panose="05050102010706020507" pitchFamily="18" charset="2"/>
              <a:buChar char="-"/>
              <a:defRPr>
                <a:solidFill>
                  <a:srgbClr val="003366"/>
                </a:solidFill>
                <a:latin typeface="+mn-lt"/>
                <a:ea typeface="+mn-ea"/>
                <a:cs typeface="楷体_GB2312" charset="0"/>
              </a:defRPr>
            </a:lvl4pPr>
            <a:lvl5pPr marL="20574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cs typeface="楷体_GB2312" charset="0"/>
              </a:defRPr>
            </a:lvl5pPr>
            <a:lvl6pPr marL="25146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6pPr>
            <a:lvl7pPr marL="29718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7pPr>
            <a:lvl8pPr marL="34290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8pPr>
            <a:lvl9pPr marL="3886200" indent="-228600" algn="l" rtl="0" eaLnBrk="0" fontAlgn="base" hangingPunct="0">
              <a:spcBef>
                <a:spcPct val="20000"/>
              </a:spcBef>
              <a:spcAft>
                <a:spcPct val="0"/>
              </a:spcAft>
              <a:buClr>
                <a:srgbClr val="FF0000"/>
              </a:buClr>
              <a:buSzPct val="40000"/>
              <a:buFont typeface="Monotype Sorts" charset="2"/>
              <a:buChar char="l"/>
              <a:defRPr sz="1600">
                <a:solidFill>
                  <a:srgbClr val="003366"/>
                </a:solidFill>
                <a:latin typeface="+mn-lt"/>
                <a:ea typeface="+mn-ea"/>
              </a:defRPr>
            </a:lvl9pPr>
          </a:lstStyle>
          <a:p>
            <a:pPr marL="171450" lvl="0" indent="-171450" algn="l" defTabSz="457200" eaLnBrk="1" hangingPunct="1">
              <a:lnSpc>
                <a:spcPct val="150000"/>
              </a:lnSpc>
              <a:spcBef>
                <a:spcPts val="0"/>
              </a:spcBef>
              <a:buClrTx/>
              <a:buSzPct val="100000"/>
              <a:buFont typeface="Arial" panose="020B0604020202020204" pitchFamily="34" charset="0"/>
              <a:buChar char="•"/>
              <a:defRPr/>
            </a:pPr>
            <a:r>
              <a:rPr lang="zh-CN" altLang="zh-CN"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易方达良好的治理结构和开放、民主的企业文化造就了公司稳定而持续富有激情的专业团队</a:t>
            </a:r>
            <a:r>
              <a:rPr lang="zh-CN" altLang="zh-CN"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a:t>
            </a:r>
            <a:endParaRPr lang="en-US" altLang="zh-CN"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lvl="0" indent="-171450" algn="l" defTabSz="457200" eaLnBrk="1" hangingPunct="1">
              <a:lnSpc>
                <a:spcPct val="150000"/>
              </a:lnSpc>
              <a:spcBef>
                <a:spcPts val="0"/>
              </a:spcBef>
              <a:buClrTx/>
              <a:buSzPct val="100000"/>
              <a:buFont typeface="Arial" panose="020B0604020202020204" pitchFamily="34" charset="0"/>
              <a:buChar char="•"/>
              <a:defRPr/>
            </a:pPr>
            <a:endParaRPr lang="zh-CN" altLang="zh-CN"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lvl="0" indent="-171450" algn="l" defTabSz="457200" eaLnBrk="1" hangingPunct="1">
              <a:lnSpc>
                <a:spcPct val="150000"/>
              </a:lnSpc>
              <a:spcBef>
                <a:spcPts val="0"/>
              </a:spcBef>
              <a:buClrTx/>
              <a:buSzPct val="100000"/>
              <a:buFont typeface="Arial" panose="020B0604020202020204" pitchFamily="34" charset="0"/>
              <a:buChar char="•"/>
              <a:defRPr/>
            </a:pPr>
            <a:r>
              <a:rPr lang="zh-CN" altLang="zh-CN"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公司团队相对稳定，高层管理团队中有六人在公司成立之初即入职并一直留任至今；投研团队的离职率多年来也始终远低于行业平均水平</a:t>
            </a:r>
            <a:r>
              <a:rPr lang="zh-CN" altLang="zh-CN"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a:t>
            </a:r>
            <a:endParaRPr lang="en-US" altLang="zh-CN"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lvl="0" indent="-171450" algn="l" defTabSz="457200" eaLnBrk="1" hangingPunct="1">
              <a:lnSpc>
                <a:spcPct val="150000"/>
              </a:lnSpc>
              <a:spcBef>
                <a:spcPts val="0"/>
              </a:spcBef>
              <a:buClrTx/>
              <a:buSzPct val="100000"/>
              <a:buFont typeface="Arial" panose="020B0604020202020204" pitchFamily="34" charset="0"/>
              <a:buChar char="•"/>
              <a:defRPr/>
            </a:pPr>
            <a:endParaRPr lang="en-US" altLang="zh-CN"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lvl="0" indent="-171450" algn="l" defTabSz="457200" eaLnBrk="1" hangingPunct="1">
              <a:lnSpc>
                <a:spcPct val="150000"/>
              </a:lnSpc>
              <a:spcBef>
                <a:spcPts val="0"/>
              </a:spcBef>
              <a:buClrTx/>
              <a:buSzPct val="100000"/>
              <a:buFont typeface="Arial" panose="020B0604020202020204" pitchFamily="34" charset="0"/>
              <a:buChar char="•"/>
              <a:defRPr/>
            </a:pPr>
            <a:r>
              <a:rPr lang="zh-CN" altLang="zh-CN"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公司以人为本，营造了开放、民主、公正、透明、尊重、坦诚、信任、协作的内部氛围，聚集了一批有共同价值取向、事业心强、专业精湛的优秀人才</a:t>
            </a:r>
            <a:r>
              <a:rPr lang="zh-CN" altLang="zh-CN"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a:t>
            </a:r>
            <a:endParaRPr lang="en-US" altLang="zh-CN"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lvl="0" indent="-171450" algn="l" defTabSz="457200" eaLnBrk="1" hangingPunct="1">
              <a:lnSpc>
                <a:spcPct val="150000"/>
              </a:lnSpc>
              <a:spcBef>
                <a:spcPts val="0"/>
              </a:spcBef>
              <a:buClrTx/>
              <a:buSzPct val="100000"/>
              <a:buFont typeface="Arial" panose="020B0604020202020204" pitchFamily="34" charset="0"/>
              <a:buChar char="•"/>
              <a:defRPr/>
            </a:pPr>
            <a:endParaRPr lang="en-US" altLang="zh-CN"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lvl="0" indent="-171450" algn="l" defTabSz="457200" eaLnBrk="1" hangingPunct="1">
              <a:lnSpc>
                <a:spcPct val="150000"/>
              </a:lnSpc>
              <a:spcBef>
                <a:spcPts val="0"/>
              </a:spcBef>
              <a:buClrTx/>
              <a:buSzPct val="100000"/>
              <a:buFont typeface="Arial" panose="020B0604020202020204" pitchFamily="34" charset="0"/>
              <a:buChar char="•"/>
              <a:defRPr/>
            </a:pPr>
            <a:r>
              <a:rPr lang="zh-CN" altLang="zh-CN"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公司倡导“人人都是管理者”，有效激发了员工的企业家精神，自我设定高标准的绩效目标，自下而上充满激情地开展工作。</a:t>
            </a:r>
            <a:endParaRPr lang="en-US" altLang="zh-CN" sz="1200" b="0" kern="0" dirty="0">
              <a:solidFill>
                <a:srgbClr val="005096"/>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4" name="矩形 3"/>
          <p:cNvSpPr/>
          <p:nvPr/>
        </p:nvSpPr>
        <p:spPr bwMode="auto">
          <a:xfrm>
            <a:off x="-2022232" y="0"/>
            <a:ext cx="1950915" cy="1837592"/>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28600" indent="-228600" eaLnBrk="0" hangingPunct="0">
              <a:buFont typeface="+mj-lt"/>
              <a:buAutoNum type="arabicPeriod"/>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内文：华文黑体，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12</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灰色（</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），内容平铺</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于页面内，保持左右两侧留白与上方标题留</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白。</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段落与段落之间建议空出一行。</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文字内容项目符号统一使用黑色小圆点，</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100%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字</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高；当文字内容只有一段时，不需要使用小圆点。</a:t>
            </a:r>
            <a:endPar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5282912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txBox="1">
            <a:spLocks/>
          </p:cNvSpPr>
          <p:nvPr/>
        </p:nvSpPr>
        <p:spPr>
          <a:xfrm>
            <a:off x="341635" y="1211607"/>
            <a:ext cx="7169990" cy="712174"/>
          </a:xfrm>
          <a:prstGeom prst="rect">
            <a:avLst/>
          </a:prstGeom>
        </p:spPr>
        <p:txBody>
          <a:bodyPr vert="horz" lIns="0" tIns="0" rIns="0" bIns="0" rtlCol="0" anchor="t" anchorCtr="0">
            <a:normAutofit/>
          </a:bodyPr>
          <a:lstStyle>
            <a:lvl1pPr marL="0" indent="0" algn="l" defTabSz="457200" rtl="0" eaLnBrk="1" latinLnBrk="0" hangingPunct="1">
              <a:lnSpc>
                <a:spcPts val="4300"/>
              </a:lnSpc>
              <a:spcBef>
                <a:spcPts val="0"/>
              </a:spcBef>
              <a:buFont typeface="Arial"/>
              <a:buNone/>
              <a:defRPr sz="3600" b="1" i="0" kern="1200">
                <a:solidFill>
                  <a:schemeClr val="bg1"/>
                </a:solidFill>
                <a:latin typeface="Arial"/>
                <a:ea typeface="+mn-ea"/>
                <a:cs typeface="Arial"/>
              </a:defRPr>
            </a:lvl1pPr>
            <a:lvl2pPr marL="0" indent="0" algn="l" defTabSz="457200" rtl="0" eaLnBrk="1" latinLnBrk="0" hangingPunct="1">
              <a:lnSpc>
                <a:spcPts val="2500"/>
              </a:lnSpc>
              <a:spcBef>
                <a:spcPts val="0"/>
              </a:spcBef>
              <a:buFont typeface="Arial"/>
              <a:buNone/>
              <a:defRPr sz="1500" kern="1200">
                <a:solidFill>
                  <a:schemeClr val="bg1"/>
                </a:solidFill>
                <a:latin typeface="Arial"/>
                <a:ea typeface="+mn-ea"/>
                <a:cs typeface="Arial"/>
              </a:defRPr>
            </a:lvl2pPr>
            <a:lvl3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3pPr>
            <a:lvl4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4pPr>
            <a:lvl5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ts val="2100"/>
              </a:lnSpc>
            </a:pPr>
            <a:r>
              <a:rPr lang="zh-TW" altLang="en-US" sz="1500" dirty="0" smtClean="0">
                <a:solidFill>
                  <a:srgbClr val="005096"/>
                </a:solidFill>
                <a:latin typeface="华文黑体_易方达" panose="02010600040101010101" pitchFamily="2" charset="-122"/>
                <a:ea typeface="华文黑体_易方达" panose="02010600040101010101" pitchFamily="2" charset="-122"/>
                <a:cs typeface="华文黑体"/>
              </a:rPr>
              <a:t>固定收益投资</a:t>
            </a:r>
            <a:r>
              <a:rPr lang="zh-CN" altLang="en-US" sz="1500" dirty="0" smtClean="0">
                <a:solidFill>
                  <a:srgbClr val="005096"/>
                </a:solidFill>
                <a:latin typeface="华文黑体_易方达" panose="02010600040101010101" pitchFamily="2" charset="-122"/>
                <a:ea typeface="华文黑体_易方达" panose="02010600040101010101" pitchFamily="2" charset="-122"/>
                <a:cs typeface="华文黑体"/>
              </a:rPr>
              <a:t>方法</a:t>
            </a:r>
            <a:endParaRPr lang="en-US" altLang="zh-TW" sz="1500" dirty="0">
              <a:solidFill>
                <a:srgbClr val="005096"/>
              </a:solidFill>
              <a:latin typeface="华文黑体_易方达" panose="02010600040101010101" pitchFamily="2" charset="-122"/>
              <a:ea typeface="华文黑体_易方达" panose="02010600040101010101" pitchFamily="2" charset="-122"/>
              <a:cs typeface="华文黑体"/>
            </a:endParaRPr>
          </a:p>
          <a:p>
            <a:pPr>
              <a:lnSpc>
                <a:spcPts val="2100"/>
              </a:lnSpc>
            </a:pP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自下而上相结合的方法，为客户管理风险</a:t>
            </a:r>
            <a:endParaRPr lang="en-US" altLang="zh-CN" sz="1300" dirty="0" smtClean="0">
              <a:solidFill>
                <a:srgbClr val="3C3C3C"/>
              </a:solidFill>
              <a:latin typeface="华文黑体_易方达" panose="02010600040101010101" pitchFamily="2" charset="-122"/>
              <a:ea typeface="华文黑体_易方达" panose="02010600040101010101" pitchFamily="2" charset="-122"/>
              <a:cs typeface="华文黑体"/>
            </a:endParaRPr>
          </a:p>
        </p:txBody>
      </p:sp>
      <p:sp>
        <p:nvSpPr>
          <p:cNvPr id="2" name="Title 1"/>
          <p:cNvSpPr>
            <a:spLocks noGrp="1"/>
          </p:cNvSpPr>
          <p:nvPr>
            <p:ph type="title" idx="4294967295"/>
          </p:nvPr>
        </p:nvSpPr>
        <p:spPr>
          <a:xfrm>
            <a:off x="363151" y="211632"/>
            <a:ext cx="3946375" cy="268047"/>
          </a:xfrm>
          <a:noFill/>
          <a:ln>
            <a:noFill/>
          </a:ln>
        </p:spPr>
        <p:txBody>
          <a:bodyPr vert="horz" wrap="square" lIns="0" tIns="0" rIns="0" bIns="45720" numCol="1" anchor="t" anchorCtr="0" compatLnSpc="1">
            <a:prstTxWarp prst="textNoShape">
              <a:avLst/>
            </a:prstTxWarp>
          </a:bodyPr>
          <a:lstStyle/>
          <a:p>
            <a:r>
              <a:rPr lang="zh-CN" altLang="en-US" sz="2300" b="1" dirty="0">
                <a:solidFill>
                  <a:srgbClr val="FFFFFF"/>
                </a:solidFill>
                <a:latin typeface="+mn-ea"/>
                <a:ea typeface="+mn-ea"/>
              </a:rPr>
              <a:t>有内文标题、文字较多</a:t>
            </a:r>
            <a:endParaRPr lang="en-US" sz="2300" b="1" dirty="0">
              <a:solidFill>
                <a:srgbClr val="FFFFFF"/>
              </a:solidFill>
              <a:latin typeface="+mn-ea"/>
              <a:ea typeface="+mn-ea"/>
            </a:endParaRPr>
          </a:p>
        </p:txBody>
      </p:sp>
      <p:sp>
        <p:nvSpPr>
          <p:cNvPr id="21" name="矩形 20"/>
          <p:cNvSpPr/>
          <p:nvPr/>
        </p:nvSpPr>
        <p:spPr>
          <a:xfrm>
            <a:off x="558146" y="1737210"/>
            <a:ext cx="7416287" cy="900246"/>
          </a:xfrm>
          <a:prstGeom prst="rect">
            <a:avLst/>
          </a:prstGeom>
        </p:spPr>
        <p:txBody>
          <a:bodyPr wrap="square">
            <a:spAutoFit/>
          </a:bodyPr>
          <a:lstStyle/>
          <a:p>
            <a:pPr lvl="0" defTabSz="457200">
              <a:lnSpc>
                <a:spcPts val="2100"/>
              </a:lnSpc>
              <a:spcBef>
                <a:spcPts val="0"/>
              </a:spcBef>
            </a:pPr>
            <a:r>
              <a:rPr lang="zh-CN" altLang="en-US" sz="1200" b="1" dirty="0">
                <a:solidFill>
                  <a:srgbClr val="005096"/>
                </a:solidFill>
                <a:latin typeface="华文黑体_易方达" panose="02010600040101010101" pitchFamily="2" charset="-122"/>
                <a:ea typeface="华文黑体_易方达" panose="02010600040101010101" pitchFamily="2" charset="-122"/>
                <a:cs typeface="华文黑体"/>
              </a:rPr>
              <a:t>投资理念</a:t>
            </a:r>
            <a:endParaRPr lang="en-US" altLang="zh-TW" sz="1200" b="1" dirty="0">
              <a:solidFill>
                <a:srgbClr val="005096"/>
              </a:solidFill>
              <a:latin typeface="华文黑体_易方达" panose="02010600040101010101" pitchFamily="2" charset="-122"/>
              <a:ea typeface="华文黑体_易方达" panose="02010600040101010101" pitchFamily="2" charset="-122"/>
              <a:cs typeface="华文黑体"/>
            </a:endParaRPr>
          </a:p>
          <a:p>
            <a:pPr marL="171450" indent="-171450" defTabSz="457200">
              <a:lnSpc>
                <a:spcPts val="2100"/>
              </a:lnSpc>
              <a:spcBef>
                <a:spcPts val="0"/>
              </a:spcBef>
              <a:buFont typeface="Arial" panose="020B0604020202020204" pitchFamily="34" charset="0"/>
              <a:buChar char="•"/>
            </a:pPr>
            <a:r>
              <a:rPr lang="zh-TW"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在深度研究的基础上，采取自上而下和自下而上相结合的方法，为客户管理风险，持续稳定地创造价值足客户需</a:t>
            </a:r>
            <a:r>
              <a:rPr lang="zh-TW" altLang="en-US" sz="10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求价</a:t>
            </a:r>
            <a:r>
              <a:rPr lang="zh-TW"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值导向，研究驱动：坚持各项投资决策都以研究作为支持和依据；深度、前瞻、准确的基本面研究</a:t>
            </a:r>
            <a:r>
              <a:rPr lang="zh-TW" altLang="en-US" sz="10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a:t>
            </a:r>
            <a:endParaRPr lang="zh-TW"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4" name="矩形 3"/>
          <p:cNvSpPr/>
          <p:nvPr/>
        </p:nvSpPr>
        <p:spPr bwMode="auto">
          <a:xfrm>
            <a:off x="-2145323" y="0"/>
            <a:ext cx="2074007" cy="3238856"/>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28600" indent="-228600" eaLnBrk="0" hangingPunct="0">
              <a:buFont typeface="+mj-lt"/>
              <a:buAutoNum type="arabicPeriod"/>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内文一级标题：华文黑体，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15</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号，加粗，</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深蓝（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内</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一级</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华文黑体，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，灰色（</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内文二级标题（非必须）：华文黑体，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号，加粗，</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深蓝（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内文</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二级</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华文黑体，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，灰色（</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遵循简洁的原则并保持良好的可视性，原则上不建议在</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ppt</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中出现三级标题及内容</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171450" marR="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一页内文字不宜过多，</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段落间距可根据实际情况</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调</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整，一般建议不同一级内容之间空一行</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，二级内容起始位置为一级内容右移两个字符。</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p:txBody>
      </p:sp>
      <p:sp>
        <p:nvSpPr>
          <p:cNvPr id="13" name="Content Placeholder 2"/>
          <p:cNvSpPr txBox="1">
            <a:spLocks/>
          </p:cNvSpPr>
          <p:nvPr/>
        </p:nvSpPr>
        <p:spPr>
          <a:xfrm>
            <a:off x="341635" y="2796068"/>
            <a:ext cx="7169990" cy="712174"/>
          </a:xfrm>
          <a:prstGeom prst="rect">
            <a:avLst/>
          </a:prstGeom>
        </p:spPr>
        <p:txBody>
          <a:bodyPr vert="horz" lIns="0" tIns="0" rIns="0" bIns="0" rtlCol="0" anchor="t" anchorCtr="0">
            <a:normAutofit/>
          </a:bodyPr>
          <a:lstStyle>
            <a:lvl1pPr marL="0" indent="0" algn="l" defTabSz="457200" rtl="0" eaLnBrk="1" latinLnBrk="0" hangingPunct="1">
              <a:lnSpc>
                <a:spcPts val="4300"/>
              </a:lnSpc>
              <a:spcBef>
                <a:spcPts val="0"/>
              </a:spcBef>
              <a:buFont typeface="Arial"/>
              <a:buNone/>
              <a:defRPr sz="3600" b="1" i="0" kern="1200">
                <a:solidFill>
                  <a:schemeClr val="bg1"/>
                </a:solidFill>
                <a:latin typeface="Arial"/>
                <a:ea typeface="+mn-ea"/>
                <a:cs typeface="Arial"/>
              </a:defRPr>
            </a:lvl1pPr>
            <a:lvl2pPr marL="0" indent="0" algn="l" defTabSz="457200" rtl="0" eaLnBrk="1" latinLnBrk="0" hangingPunct="1">
              <a:lnSpc>
                <a:spcPts val="2500"/>
              </a:lnSpc>
              <a:spcBef>
                <a:spcPts val="0"/>
              </a:spcBef>
              <a:buFont typeface="Arial"/>
              <a:buNone/>
              <a:defRPr sz="1500" kern="1200">
                <a:solidFill>
                  <a:schemeClr val="bg1"/>
                </a:solidFill>
                <a:latin typeface="Arial"/>
                <a:ea typeface="+mn-ea"/>
                <a:cs typeface="Arial"/>
              </a:defRPr>
            </a:lvl2pPr>
            <a:lvl3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3pPr>
            <a:lvl4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4pPr>
            <a:lvl5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ts val="2100"/>
              </a:lnSpc>
            </a:pPr>
            <a:r>
              <a:rPr lang="zh-TW" altLang="en-US" sz="1500" dirty="0" smtClean="0">
                <a:solidFill>
                  <a:srgbClr val="005096"/>
                </a:solidFill>
                <a:latin typeface="华文黑体_易方达" panose="02010600040101010101" pitchFamily="2" charset="-122"/>
                <a:ea typeface="华文黑体_易方达" panose="02010600040101010101" pitchFamily="2" charset="-122"/>
                <a:cs typeface="华文黑体"/>
              </a:rPr>
              <a:t>固定收益投资</a:t>
            </a:r>
            <a:r>
              <a:rPr lang="zh-CN" altLang="en-US" sz="1500" dirty="0" smtClean="0">
                <a:solidFill>
                  <a:srgbClr val="005096"/>
                </a:solidFill>
                <a:latin typeface="华文黑体_易方达" panose="02010600040101010101" pitchFamily="2" charset="-122"/>
                <a:ea typeface="华文黑体_易方达" panose="02010600040101010101" pitchFamily="2" charset="-122"/>
                <a:cs typeface="华文黑体"/>
              </a:rPr>
              <a:t>决策机制</a:t>
            </a:r>
            <a:endParaRPr lang="en-US" altLang="zh-TW" sz="1500" dirty="0">
              <a:solidFill>
                <a:srgbClr val="005096"/>
              </a:solidFill>
              <a:latin typeface="华文黑体_易方达" panose="02010600040101010101" pitchFamily="2" charset="-122"/>
              <a:ea typeface="华文黑体_易方达" panose="02010600040101010101" pitchFamily="2" charset="-122"/>
              <a:cs typeface="华文黑体"/>
            </a:endParaRPr>
          </a:p>
          <a:p>
            <a:pPr>
              <a:lnSpc>
                <a:spcPts val="2100"/>
              </a:lnSpc>
            </a:pPr>
            <a:r>
              <a:rPr lang="zh-CN" alt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在团队协作基础上的基金经理负责制</a:t>
            </a:r>
            <a:endParaRPr lang="en-US" altLang="zh-CN" sz="1300" dirty="0" smtClean="0">
              <a:solidFill>
                <a:srgbClr val="3C3C3C"/>
              </a:solidFill>
              <a:latin typeface="华文黑体_易方达" panose="02010600040101010101" pitchFamily="2" charset="-122"/>
              <a:ea typeface="华文黑体_易方达" panose="02010600040101010101" pitchFamily="2" charset="-122"/>
              <a:cs typeface="华文黑体"/>
            </a:endParaRPr>
          </a:p>
        </p:txBody>
      </p:sp>
      <p:sp>
        <p:nvSpPr>
          <p:cNvPr id="19" name="矩形 18"/>
          <p:cNvSpPr/>
          <p:nvPr/>
        </p:nvSpPr>
        <p:spPr>
          <a:xfrm>
            <a:off x="546556" y="3006927"/>
            <a:ext cx="8238521" cy="1708160"/>
          </a:xfrm>
          <a:prstGeom prst="rect">
            <a:avLst/>
          </a:prstGeom>
        </p:spPr>
        <p:txBody>
          <a:bodyPr wrap="square">
            <a:spAutoFit/>
          </a:bodyPr>
          <a:lstStyle/>
          <a:p>
            <a:pPr lvl="0" defTabSz="457200">
              <a:lnSpc>
                <a:spcPts val="2100"/>
              </a:lnSpc>
              <a:spcBef>
                <a:spcPts val="0"/>
              </a:spcBef>
            </a:pPr>
            <a:endParaRPr lang="en-US" altLang="zh-TW" sz="1200" b="1" dirty="0">
              <a:solidFill>
                <a:srgbClr val="005096"/>
              </a:solidFill>
              <a:latin typeface="华文黑体_易方达" panose="02010600040101010101" pitchFamily="2" charset="-122"/>
              <a:ea typeface="华文黑体_易方达" panose="02010600040101010101" pitchFamily="2" charset="-122"/>
              <a:cs typeface="华文黑体"/>
            </a:endParaRPr>
          </a:p>
          <a:p>
            <a:pPr marL="171450" indent="-171450" defTabSz="457200">
              <a:lnSpc>
                <a:spcPts val="2100"/>
              </a:lnSpc>
              <a:spcBef>
                <a:spcPts val="0"/>
              </a:spcBef>
              <a:buFont typeface="Arial" panose="020B0604020202020204" pitchFamily="34" charset="0"/>
              <a:buChar char="•"/>
            </a:pP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研究团队为基金经理资产配置方案提供研究支持及建议；</a:t>
            </a:r>
          </a:p>
          <a:p>
            <a:pPr marL="171450" indent="-171450" defTabSz="457200">
              <a:lnSpc>
                <a:spcPts val="2100"/>
              </a:lnSpc>
              <a:spcBef>
                <a:spcPts val="0"/>
              </a:spcBef>
              <a:buFont typeface="Arial" panose="020B0604020202020204" pitchFamily="34" charset="0"/>
              <a:buChar char="•"/>
            </a:pP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投资决策委员会对基金经理资产配置方案提出指导性意见</a:t>
            </a:r>
            <a:r>
              <a:rPr lang="zh-CN" altLang="en-US" sz="10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：债</a:t>
            </a: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券总资产久期的范围</a:t>
            </a:r>
            <a:r>
              <a:rPr lang="zh-CN" altLang="en-US" sz="10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；杠</a:t>
            </a: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杆比例的范围</a:t>
            </a:r>
            <a:r>
              <a:rPr lang="zh-CN" altLang="en-US" sz="10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；非</a:t>
            </a: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标准固定利率债券（浮息债、含权债等）投资比例上限</a:t>
            </a:r>
            <a:r>
              <a:rPr lang="zh-CN" altLang="en-US" sz="10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；信</a:t>
            </a: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用产品投资比例</a:t>
            </a:r>
          </a:p>
          <a:p>
            <a:pPr marL="171450" indent="-171450" defTabSz="457200">
              <a:lnSpc>
                <a:spcPts val="2100"/>
              </a:lnSpc>
              <a:spcBef>
                <a:spcPts val="0"/>
              </a:spcBef>
              <a:buFont typeface="Arial" panose="020B0604020202020204" pitchFamily="34" charset="0"/>
              <a:buChar char="•"/>
            </a:pP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债券月度配置讨论会：基金经理根据市场变化及研究成果，以上月</a:t>
            </a:r>
            <a:r>
              <a:rPr lang="en-US" altLang="zh-CN"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风险绩效评估报告</a:t>
            </a:r>
            <a:r>
              <a:rPr lang="en-US" altLang="zh-CN"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zh-CN" altLang="en-US" sz="10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为依据，形成新的组合配置策略，并提交投资委员会决议。</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63151" y="211632"/>
            <a:ext cx="3946375" cy="268047"/>
          </a:xfrm>
          <a:noFill/>
          <a:ln>
            <a:noFill/>
          </a:ln>
        </p:spPr>
        <p:txBody>
          <a:bodyPr vert="horz" wrap="square" lIns="0" tIns="0" rIns="0" bIns="45720" numCol="1" anchor="t" anchorCtr="0" compatLnSpc="1">
            <a:prstTxWarp prst="textNoShape">
              <a:avLst/>
            </a:prstTxWarp>
          </a:bodyPr>
          <a:lstStyle/>
          <a:p>
            <a:r>
              <a:rPr lang="zh-CN" altLang="en-US" sz="2300" b="1" dirty="0">
                <a:solidFill>
                  <a:srgbClr val="FFFFFF"/>
                </a:solidFill>
                <a:latin typeface="+mn-ea"/>
                <a:ea typeface="+mn-ea"/>
              </a:rPr>
              <a:t>文字的突出显示</a:t>
            </a:r>
          </a:p>
        </p:txBody>
      </p:sp>
      <p:sp>
        <p:nvSpPr>
          <p:cNvPr id="3" name="内容占位符 2"/>
          <p:cNvSpPr>
            <a:spLocks noGrp="1"/>
          </p:cNvSpPr>
          <p:nvPr>
            <p:ph idx="10"/>
          </p:nvPr>
        </p:nvSpPr>
        <p:spPr>
          <a:xfrm>
            <a:off x="323850" y="1241425"/>
            <a:ext cx="8351837" cy="2479218"/>
          </a:xfrm>
        </p:spPr>
        <p:txBody>
          <a:bodyPr/>
          <a:lstStyle/>
          <a:p>
            <a:pPr lvl="0"/>
            <a:r>
              <a:rPr lang="zh-CN" altLang="zh-CN" b="1" dirty="0" smtClean="0"/>
              <a:t>开</a:t>
            </a:r>
            <a:r>
              <a:rPr lang="zh-CN" altLang="zh-CN" b="1" dirty="0"/>
              <a:t>放、民主的经营管理理念</a:t>
            </a:r>
            <a:endParaRPr lang="zh-CN" altLang="zh-CN" dirty="0"/>
          </a:p>
          <a:p>
            <a:pPr marL="171450" indent="-171450" defTabSz="457200">
              <a:lnSpc>
                <a:spcPct val="150000"/>
              </a:lnSpc>
              <a:buClr>
                <a:schemeClr val="accent4"/>
              </a:buClr>
              <a:buSzPct val="100000"/>
              <a:buFont typeface="Arial" panose="020B0604020202020204" pitchFamily="34" charset="0"/>
              <a:buChar char="•"/>
              <a:defRPr/>
            </a:pPr>
            <a:r>
              <a:rPr lang="zh-CN" altLang="zh-CN" sz="1200" kern="1200" dirty="0">
                <a:solidFill>
                  <a:srgbClr val="3C3C3C"/>
                </a:solidFill>
                <a:latin typeface="华文黑体_易方达" panose="02010600040101010101" pitchFamily="2" charset="-122"/>
                <a:cs typeface="华文黑体" panose="02010600040101010101" pitchFamily="2" charset="-122"/>
              </a:rPr>
              <a:t>公司在经营上坚持</a:t>
            </a:r>
            <a:r>
              <a:rPr lang="zh-CN" altLang="zh-CN" sz="1200" kern="1200" dirty="0">
                <a:solidFill>
                  <a:schemeClr val="tx1"/>
                </a:solidFill>
                <a:latin typeface="华文黑体_易方达" panose="02010600040101010101" pitchFamily="2" charset="-122"/>
                <a:cs typeface="华文黑体" panose="02010600040101010101" pitchFamily="2" charset="-122"/>
              </a:rPr>
              <a:t>开放</a:t>
            </a:r>
            <a:r>
              <a:rPr lang="zh-CN" altLang="zh-CN" sz="1200" kern="1200" dirty="0">
                <a:solidFill>
                  <a:srgbClr val="3C3C3C"/>
                </a:solidFill>
                <a:latin typeface="华文黑体_易方达" panose="02010600040101010101" pitchFamily="2" charset="-122"/>
                <a:cs typeface="华文黑体" panose="02010600040101010101" pitchFamily="2" charset="-122"/>
              </a:rPr>
              <a:t>的原则，努力在开放中求发展，拓宽视野、打开思维，把握市场最新变化，</a:t>
            </a:r>
            <a:r>
              <a:rPr lang="zh-CN" altLang="zh-CN" sz="1200" kern="1200" dirty="0">
                <a:solidFill>
                  <a:schemeClr val="accent1"/>
                </a:solidFill>
                <a:latin typeface="华文黑体_易方达" panose="02010600040101010101" pitchFamily="2" charset="-122"/>
                <a:cs typeface="华文黑体" panose="02010600040101010101" pitchFamily="2" charset="-122"/>
              </a:rPr>
              <a:t>不断创新和突破自</a:t>
            </a:r>
            <a:r>
              <a:rPr lang="zh-CN" altLang="zh-CN" sz="1200" kern="1200" dirty="0" smtClean="0">
                <a:solidFill>
                  <a:schemeClr val="accent1"/>
                </a:solidFill>
                <a:latin typeface="华文黑体_易方达" panose="02010600040101010101" pitchFamily="2" charset="-122"/>
                <a:cs typeface="华文黑体" panose="02010600040101010101" pitchFamily="2" charset="-122"/>
              </a:rPr>
              <a:t>我</a:t>
            </a:r>
            <a:r>
              <a:rPr lang="zh-CN" altLang="en-US" sz="1200" kern="1200" dirty="0" smtClean="0">
                <a:solidFill>
                  <a:schemeClr val="accent1"/>
                </a:solidFill>
                <a:latin typeface="华文黑体_易方达" panose="02010600040101010101" pitchFamily="2" charset="-122"/>
                <a:cs typeface="华文黑体" panose="02010600040101010101" pitchFamily="2" charset="-122"/>
              </a:rPr>
              <a:t>。</a:t>
            </a:r>
            <a:endParaRPr lang="en-US" altLang="zh-CN" sz="1200" kern="1200" dirty="0" smtClean="0">
              <a:solidFill>
                <a:schemeClr val="accent1"/>
              </a:solidFill>
              <a:latin typeface="华文黑体_易方达" panose="02010600040101010101" pitchFamily="2" charset="-122"/>
              <a:cs typeface="华文黑体" panose="02010600040101010101" pitchFamily="2" charset="-122"/>
            </a:endParaRPr>
          </a:p>
          <a:p>
            <a:pPr marL="171450" indent="-171450" defTabSz="457200">
              <a:lnSpc>
                <a:spcPct val="150000"/>
              </a:lnSpc>
              <a:buClr>
                <a:schemeClr val="accent4"/>
              </a:buClr>
              <a:buSzPct val="100000"/>
              <a:buFont typeface="Arial" panose="020B0604020202020204" pitchFamily="34" charset="0"/>
              <a:buChar char="•"/>
              <a:defRPr/>
            </a:pPr>
            <a:r>
              <a:rPr lang="zh-CN" altLang="zh-CN" sz="1200" kern="1200" dirty="0" smtClean="0">
                <a:solidFill>
                  <a:srgbClr val="3C3C3C"/>
                </a:solidFill>
                <a:latin typeface="华文黑体_易方达" panose="02010600040101010101" pitchFamily="2" charset="-122"/>
                <a:cs typeface="华文黑体" panose="02010600040101010101" pitchFamily="2" charset="-122"/>
              </a:rPr>
              <a:t>在管理上，公司也强调开放的理念，要求各业务条线、各工作岗位主动根据市场变化以及新技术、新业务模式的发展，持续检验公司业务发展的各个方面，</a:t>
            </a:r>
            <a:r>
              <a:rPr lang="zh-CN" altLang="zh-CN" sz="1200" u="sng" kern="1200" dirty="0" smtClean="0">
                <a:solidFill>
                  <a:srgbClr val="3C3C3C"/>
                </a:solidFill>
                <a:latin typeface="华文黑体_易方达" panose="02010600040101010101" pitchFamily="2" charset="-122"/>
                <a:cs typeface="华文黑体" panose="02010600040101010101" pitchFamily="2" charset="-122"/>
              </a:rPr>
              <a:t>不断优化、创新</a:t>
            </a:r>
            <a:r>
              <a:rPr lang="zh-CN" altLang="zh-CN" sz="1200" kern="1200" dirty="0" smtClean="0">
                <a:solidFill>
                  <a:srgbClr val="3C3C3C"/>
                </a:solidFill>
                <a:latin typeface="华文黑体_易方达" panose="02010600040101010101" pitchFamily="2" charset="-122"/>
                <a:cs typeface="华文黑体" panose="02010600040101010101" pitchFamily="2" charset="-122"/>
              </a:rPr>
              <a:t>。</a:t>
            </a:r>
            <a:endParaRPr lang="en-US" altLang="zh-CN" sz="1200" kern="1200" dirty="0" smtClean="0">
              <a:solidFill>
                <a:srgbClr val="3C3C3C"/>
              </a:solidFill>
              <a:latin typeface="华文黑体_易方达" panose="02010600040101010101" pitchFamily="2" charset="-122"/>
              <a:cs typeface="华文黑体" panose="02010600040101010101" pitchFamily="2" charset="-122"/>
            </a:endParaRPr>
          </a:p>
          <a:p>
            <a:pPr marL="171450" indent="-171450" defTabSz="457200">
              <a:lnSpc>
                <a:spcPct val="150000"/>
              </a:lnSpc>
              <a:buClr>
                <a:schemeClr val="accent4"/>
              </a:buClr>
              <a:buSzPct val="100000"/>
              <a:buFont typeface="Arial" panose="020B0604020202020204" pitchFamily="34" charset="0"/>
              <a:buChar char="•"/>
              <a:defRPr/>
            </a:pPr>
            <a:r>
              <a:rPr lang="zh-CN" altLang="zh-CN" sz="1200" kern="1200" dirty="0" smtClean="0">
                <a:solidFill>
                  <a:srgbClr val="3C3C3C"/>
                </a:solidFill>
                <a:latin typeface="华文黑体_易方达" panose="02010600040101010101" pitchFamily="2" charset="-122"/>
                <a:cs typeface="华文黑体" panose="02010600040101010101" pitchFamily="2" charset="-122"/>
              </a:rPr>
              <a:t>同</a:t>
            </a:r>
            <a:r>
              <a:rPr lang="zh-CN" altLang="zh-CN" sz="1200" kern="1200" dirty="0">
                <a:solidFill>
                  <a:srgbClr val="3C3C3C"/>
                </a:solidFill>
                <a:latin typeface="华文黑体_易方达" panose="02010600040101010101" pitchFamily="2" charset="-122"/>
                <a:cs typeface="华文黑体" panose="02010600040101010101" pitchFamily="2" charset="-122"/>
              </a:rPr>
              <a:t>时，公司注重建设</a:t>
            </a:r>
            <a:r>
              <a:rPr lang="zh-CN" altLang="zh-CN" sz="1200" b="1" kern="1200" dirty="0">
                <a:solidFill>
                  <a:srgbClr val="3C3C3C"/>
                </a:solidFill>
                <a:latin typeface="华文黑体_易方达" panose="02010600040101010101" pitchFamily="2" charset="-122"/>
                <a:cs typeface="华文黑体" panose="02010600040101010101" pitchFamily="2" charset="-122"/>
              </a:rPr>
              <a:t>民主的作风与机制</a:t>
            </a:r>
            <a:r>
              <a:rPr lang="zh-CN" altLang="zh-CN" sz="1200" kern="1200" dirty="0" smtClean="0">
                <a:solidFill>
                  <a:srgbClr val="3C3C3C"/>
                </a:solidFill>
                <a:latin typeface="华文黑体_易方达" panose="02010600040101010101" pitchFamily="2" charset="-122"/>
                <a:cs typeface="华文黑体" panose="02010600040101010101" pitchFamily="2" charset="-122"/>
              </a:rPr>
              <a:t>，鼓</a:t>
            </a:r>
            <a:r>
              <a:rPr lang="zh-CN" altLang="zh-CN" sz="1200" kern="1200" dirty="0">
                <a:solidFill>
                  <a:srgbClr val="3C3C3C"/>
                </a:solidFill>
                <a:latin typeface="华文黑体_易方达" panose="02010600040101010101" pitchFamily="2" charset="-122"/>
                <a:cs typeface="华文黑体" panose="02010600040101010101" pitchFamily="2" charset="-122"/>
              </a:rPr>
              <a:t>励员工对问题进行充分探讨和辩论，不搞一言堂，不独断专行，</a:t>
            </a:r>
            <a:r>
              <a:rPr lang="zh-CN" altLang="zh-CN" sz="1200" i="1" kern="1200" dirty="0">
                <a:solidFill>
                  <a:srgbClr val="3C3C3C"/>
                </a:solidFill>
                <a:latin typeface="华文黑体_易方达" panose="02010600040101010101" pitchFamily="2" charset="-122"/>
                <a:cs typeface="华文黑体" panose="02010600040101010101" pitchFamily="2" charset="-122"/>
              </a:rPr>
              <a:t>加强决策的民主性和专业性</a:t>
            </a:r>
            <a:r>
              <a:rPr lang="zh-CN" altLang="zh-CN" sz="1200" i="1" kern="1200" dirty="0" smtClean="0">
                <a:solidFill>
                  <a:srgbClr val="3C3C3C"/>
                </a:solidFill>
                <a:latin typeface="华文黑体_易方达" panose="02010600040101010101" pitchFamily="2" charset="-122"/>
                <a:cs typeface="华文黑体" panose="02010600040101010101" pitchFamily="2" charset="-122"/>
              </a:rPr>
              <a:t>。</a:t>
            </a:r>
            <a:endParaRPr lang="en-US" altLang="zh-CN" sz="1200" kern="1200" dirty="0" smtClean="0">
              <a:solidFill>
                <a:srgbClr val="3C3C3C"/>
              </a:solidFill>
              <a:latin typeface="华文黑体_易方达" panose="02010600040101010101" pitchFamily="2" charset="-122"/>
              <a:cs typeface="华文黑体" panose="02010600040101010101" pitchFamily="2" charset="-122"/>
            </a:endParaRPr>
          </a:p>
        </p:txBody>
      </p:sp>
      <p:graphicFrame>
        <p:nvGraphicFramePr>
          <p:cNvPr id="5" name="表格 4"/>
          <p:cNvGraphicFramePr>
            <a:graphicFrameLocks noGrp="1"/>
          </p:cNvGraphicFramePr>
          <p:nvPr>
            <p:extLst/>
          </p:nvPr>
        </p:nvGraphicFramePr>
        <p:xfrm>
          <a:off x="323850" y="3080031"/>
          <a:ext cx="4538707" cy="1092730"/>
        </p:xfrm>
        <a:graphic>
          <a:graphicData uri="http://schemas.openxmlformats.org/drawingml/2006/table">
            <a:tbl>
              <a:tblPr firstRow="1" bandRow="1">
                <a:tableStyleId>{5C22544A-7EE6-4342-B048-85BDC9FD1C3A}</a:tableStyleId>
              </a:tblPr>
              <a:tblGrid>
                <a:gridCol w="4538707">
                  <a:extLst>
                    <a:ext uri="{9D8B030D-6E8A-4147-A177-3AD203B41FA5}">
                      <a16:colId xmlns:a16="http://schemas.microsoft.com/office/drawing/2014/main" val="20000"/>
                    </a:ext>
                  </a:extLst>
                </a:gridCol>
              </a:tblGrid>
              <a:tr h="1092730">
                <a:tc>
                  <a:txBody>
                    <a:bodyPr/>
                    <a:lstStyle/>
                    <a:p>
                      <a:r>
                        <a:rPr lang="en-US" altLang="zh-CN" sz="1500" b="1" dirty="0" smtClean="0">
                          <a:solidFill>
                            <a:schemeClr val="accent1"/>
                          </a:solidFill>
                          <a:latin typeface="华文黑体_易方达" panose="02010600040101010101" pitchFamily="2" charset="-122"/>
                          <a:ea typeface="华文黑体_易方达" panose="02010600040101010101" pitchFamily="2" charset="-122"/>
                        </a:rPr>
                        <a:t>2017</a:t>
                      </a:r>
                      <a:r>
                        <a:rPr lang="zh-CN" altLang="en-US" sz="1500" b="1" dirty="0" smtClean="0">
                          <a:solidFill>
                            <a:schemeClr val="accent1"/>
                          </a:solidFill>
                          <a:latin typeface="华文黑体_易方达" panose="02010600040101010101" pitchFamily="2" charset="-122"/>
                          <a:ea typeface="华文黑体_易方达" panose="02010600040101010101" pitchFamily="2" charset="-122"/>
                        </a:rPr>
                        <a:t>年</a:t>
                      </a:r>
                      <a:r>
                        <a:rPr lang="en-US" altLang="zh-CN" sz="1500" b="1" dirty="0" smtClean="0">
                          <a:solidFill>
                            <a:schemeClr val="accent1"/>
                          </a:solidFill>
                          <a:latin typeface="华文黑体_易方达" panose="02010600040101010101" pitchFamily="2" charset="-122"/>
                          <a:ea typeface="华文黑体_易方达" panose="02010600040101010101" pitchFamily="2" charset="-122"/>
                        </a:rPr>
                        <a:t>6</a:t>
                      </a:r>
                      <a:r>
                        <a:rPr lang="zh-CN" altLang="en-US" sz="1500" b="1" dirty="0" smtClean="0">
                          <a:solidFill>
                            <a:schemeClr val="accent1"/>
                          </a:solidFill>
                          <a:latin typeface="华文黑体_易方达" panose="02010600040101010101" pitchFamily="2" charset="-122"/>
                          <a:ea typeface="华文黑体_易方达" panose="02010600040101010101" pitchFamily="2" charset="-122"/>
                        </a:rPr>
                        <a:t>月底易方达资产管理规模（亿人民币）</a:t>
                      </a:r>
                      <a:endParaRPr lang="en-US" altLang="zh-CN" sz="1500" b="1" dirty="0" smtClean="0">
                        <a:solidFill>
                          <a:schemeClr val="accent1"/>
                        </a:solidFill>
                        <a:latin typeface="华文黑体_易方达" panose="02010600040101010101" pitchFamily="2" charset="-122"/>
                        <a:ea typeface="华文黑体_易方达" panose="02010600040101010101" pitchFamily="2" charset="-122"/>
                      </a:endParaRPr>
                    </a:p>
                    <a:p>
                      <a:r>
                        <a:rPr lang="en-US" altLang="zh-CN" sz="4000" dirty="0" smtClean="0">
                          <a:solidFill>
                            <a:srgbClr val="00BEE6"/>
                          </a:solidFill>
                          <a:latin typeface="Arial" panose="020B0604020202020204" pitchFamily="34" charset="0"/>
                          <a:cs typeface="Arial" panose="020B0604020202020204" pitchFamily="34" charset="0"/>
                        </a:rPr>
                        <a:t>11083</a:t>
                      </a:r>
                      <a:endParaRPr lang="zh-CN" altLang="en-US" sz="4000" dirty="0">
                        <a:solidFill>
                          <a:srgbClr val="00BEE6"/>
                        </a:solidFill>
                        <a:latin typeface="Arial" panose="020B0604020202020204" pitchFamily="34" charset="0"/>
                        <a:cs typeface="Arial" panose="020B0604020202020204" pitchFamily="34" charset="0"/>
                      </a:endParaRPr>
                    </a:p>
                  </a:txBody>
                  <a:tcPr>
                    <a:solidFill>
                      <a:schemeClr val="bg1"/>
                    </a:solidFill>
                  </a:tcPr>
                </a:tc>
                <a:extLst>
                  <a:ext uri="{0D108BD9-81ED-4DB2-BD59-A6C34878D82A}">
                    <a16:rowId xmlns:a16="http://schemas.microsoft.com/office/drawing/2014/main" val="10000"/>
                  </a:ext>
                </a:extLst>
              </a:tr>
            </a:tbl>
          </a:graphicData>
        </a:graphic>
      </p:graphicFrame>
      <p:sp>
        <p:nvSpPr>
          <p:cNvPr id="6" name="矩形 5"/>
          <p:cNvSpPr/>
          <p:nvPr/>
        </p:nvSpPr>
        <p:spPr bwMode="auto">
          <a:xfrm>
            <a:off x="-1615156" y="0"/>
            <a:ext cx="1533733" cy="792728"/>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文字的突出显示可以采用加粗、放大</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1-2</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个字号、划线、斜体、使用</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VI</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颜色，这几种方式</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5789186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b="0" i="0" baseline="0">
                <a:solidFill>
                  <a:srgbClr val="005096"/>
                </a:solidFill>
                <a:latin typeface="Arial"/>
                <a:ea typeface="华文黑体"/>
                <a:cs typeface="华文细黑"/>
              </a:defRPr>
            </a:lvl1pPr>
            <a:lvl2pPr algn="l" rtl="0" fontAlgn="base">
              <a:spcBef>
                <a:spcPct val="0"/>
              </a:spcBef>
              <a:spcAft>
                <a:spcPct val="0"/>
              </a:spcAft>
              <a:defRPr sz="3600">
                <a:solidFill>
                  <a:schemeClr val="tx1"/>
                </a:solidFill>
                <a:latin typeface="黑体" charset="-122"/>
                <a:ea typeface="黑体" charset="0"/>
                <a:cs typeface="ＭＳ Ｐゴシック" charset="-128"/>
              </a:defRPr>
            </a:lvl2pPr>
            <a:lvl3pPr algn="l" rtl="0" fontAlgn="base">
              <a:spcBef>
                <a:spcPct val="0"/>
              </a:spcBef>
              <a:spcAft>
                <a:spcPct val="0"/>
              </a:spcAft>
              <a:defRPr sz="3600">
                <a:solidFill>
                  <a:schemeClr val="tx1"/>
                </a:solidFill>
                <a:latin typeface="黑体" charset="-122"/>
                <a:ea typeface="黑体" charset="0"/>
                <a:cs typeface="ＭＳ Ｐゴシック" charset="-128"/>
              </a:defRPr>
            </a:lvl3pPr>
            <a:lvl4pPr algn="l" rtl="0" fontAlgn="base">
              <a:spcBef>
                <a:spcPct val="0"/>
              </a:spcBef>
              <a:spcAft>
                <a:spcPct val="0"/>
              </a:spcAft>
              <a:defRPr sz="3600">
                <a:solidFill>
                  <a:schemeClr val="tx1"/>
                </a:solidFill>
                <a:latin typeface="黑体" charset="-122"/>
                <a:ea typeface="黑体" charset="0"/>
                <a:cs typeface="ＭＳ Ｐゴシック" charset="-128"/>
              </a:defRPr>
            </a:lvl4pPr>
            <a:lvl5pPr algn="l" rtl="0" fontAlgn="base">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a:lstStyle>
          <a:p>
            <a:r>
              <a:rPr lang="zh-CN" altLang="en-US" sz="23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a:t>
            </a:r>
            <a:endParaRPr lang="en-US" sz="23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718797542"/>
              </p:ext>
            </p:extLst>
          </p:nvPr>
        </p:nvGraphicFramePr>
        <p:xfrm>
          <a:off x="323850" y="1024629"/>
          <a:ext cx="8179215" cy="3735375"/>
        </p:xfrm>
        <a:graphic>
          <a:graphicData uri="http://schemas.openxmlformats.org/drawingml/2006/table">
            <a:tbl>
              <a:tblPr firstRow="1" bandRow="1">
                <a:tableStyleId>{5C22544A-7EE6-4342-B048-85BDC9FD1C3A}</a:tableStyleId>
              </a:tblPr>
              <a:tblGrid>
                <a:gridCol w="1195202">
                  <a:extLst>
                    <a:ext uri="{9D8B030D-6E8A-4147-A177-3AD203B41FA5}">
                      <a16:colId xmlns:a16="http://schemas.microsoft.com/office/drawing/2014/main" val="20000"/>
                    </a:ext>
                  </a:extLst>
                </a:gridCol>
                <a:gridCol w="6984013">
                  <a:extLst>
                    <a:ext uri="{9D8B030D-6E8A-4147-A177-3AD203B41FA5}">
                      <a16:colId xmlns:a16="http://schemas.microsoft.com/office/drawing/2014/main" val="20001"/>
                    </a:ext>
                  </a:extLst>
                </a:gridCol>
              </a:tblGrid>
              <a:tr h="53362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01.</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封面</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0"/>
                  </a:ext>
                </a:extLst>
              </a:tr>
              <a:tr h="53362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02.</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目录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1"/>
                  </a:ext>
                </a:extLst>
              </a:tr>
              <a:tr h="53362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03.</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纯文字页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2"/>
                  </a:ext>
                </a:extLst>
              </a:tr>
              <a:tr h="53362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04.</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文字与图表结合页</a:t>
                      </a:r>
                      <a:endParaRPr lang="zh-CN" altLang="en-US" sz="1800" b="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3"/>
                  </a:ext>
                </a:extLst>
              </a:tr>
              <a:tr h="533625">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05.</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图表</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4"/>
                  </a:ext>
                </a:extLst>
              </a:tr>
              <a:tr h="53362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06.</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风险提示及免责声明</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5"/>
                  </a:ext>
                </a:extLst>
              </a:tr>
              <a:tr h="53362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07.</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封底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9712903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hart 1"/>
          <p:cNvGraphicFramePr/>
          <p:nvPr>
            <p:extLst>
              <p:ext uri="{D42A27DB-BD31-4B8C-83A1-F6EECF244321}">
                <p14:modId xmlns:p14="http://schemas.microsoft.com/office/powerpoint/2010/main" val="783755435"/>
              </p:ext>
            </p:extLst>
          </p:nvPr>
        </p:nvGraphicFramePr>
        <p:xfrm>
          <a:off x="5328280" y="1244416"/>
          <a:ext cx="3393169" cy="2387952"/>
        </p:xfrm>
        <a:graphic>
          <a:graphicData uri="http://schemas.openxmlformats.org/drawingml/2006/chart">
            <c:chart xmlns:c="http://schemas.openxmlformats.org/drawingml/2006/chart" xmlns:r="http://schemas.openxmlformats.org/officeDocument/2006/relationships" r:id="rId3"/>
          </a:graphicData>
        </a:graphic>
      </p:graphicFrame>
      <p:sp>
        <p:nvSpPr>
          <p:cNvPr id="5" name="Title 1"/>
          <p:cNvSpPr>
            <a:spLocks noGrp="1"/>
          </p:cNvSpPr>
          <p:nvPr>
            <p:ph type="title"/>
          </p:nvPr>
        </p:nvSpPr>
        <p:spPr>
          <a:xfrm>
            <a:off x="363151" y="211632"/>
            <a:ext cx="5362531" cy="268047"/>
          </a:xfrm>
        </p:spPr>
        <p:txBody>
          <a:bodyPr/>
          <a:lstStyle/>
          <a:p>
            <a:r>
              <a:rPr lang="zh-CN" altLang="en-US" b="1" dirty="0" smtClean="0">
                <a:latin typeface="华文黑体_易方达" panose="02010600040101010101" pitchFamily="2" charset="-122"/>
                <a:ea typeface="华文黑体_易方达" panose="02010600040101010101" pitchFamily="2" charset="-122"/>
              </a:rPr>
              <a:t>一般情况：在各自区域内，左文右图</a:t>
            </a:r>
            <a:endParaRPr lang="en-US" b="1" dirty="0">
              <a:latin typeface="华文黑体_易方达" panose="02010600040101010101" pitchFamily="2" charset="-122"/>
              <a:ea typeface="华文黑体_易方达" panose="02010600040101010101" pitchFamily="2" charset="-122"/>
            </a:endParaRPr>
          </a:p>
        </p:txBody>
      </p:sp>
      <p:sp>
        <p:nvSpPr>
          <p:cNvPr id="7" name="Content Placeholder 2"/>
          <p:cNvSpPr txBox="1">
            <a:spLocks/>
          </p:cNvSpPr>
          <p:nvPr/>
        </p:nvSpPr>
        <p:spPr>
          <a:xfrm>
            <a:off x="323850" y="1242131"/>
            <a:ext cx="4325937" cy="1608436"/>
          </a:xfrm>
          <a:prstGeom prst="rect">
            <a:avLst/>
          </a:prstGeom>
          <a:ln>
            <a:noFill/>
          </a:ln>
        </p:spPr>
        <p:txBody>
          <a:bodyPr vert="horz" lIns="0" tIns="0" rIns="0" bIns="0" rtlCol="0" anchor="t" anchorCtr="0">
            <a:normAutofit/>
          </a:bodyPr>
          <a:lstStyle>
            <a:lvl1pPr marL="0" indent="0" algn="l" defTabSz="457200" rtl="0" eaLnBrk="1" latinLnBrk="0" hangingPunct="1">
              <a:lnSpc>
                <a:spcPts val="4300"/>
              </a:lnSpc>
              <a:spcBef>
                <a:spcPts val="0"/>
              </a:spcBef>
              <a:buFont typeface="Arial"/>
              <a:buNone/>
              <a:defRPr sz="3600" b="1" i="0" kern="1200">
                <a:solidFill>
                  <a:schemeClr val="bg1"/>
                </a:solidFill>
                <a:latin typeface="Arial"/>
                <a:ea typeface="+mn-ea"/>
                <a:cs typeface="Arial"/>
              </a:defRPr>
            </a:lvl1pPr>
            <a:lvl2pPr marL="0" indent="0" algn="l" defTabSz="457200" rtl="0" eaLnBrk="1" latinLnBrk="0" hangingPunct="1">
              <a:lnSpc>
                <a:spcPts val="2500"/>
              </a:lnSpc>
              <a:spcBef>
                <a:spcPts val="0"/>
              </a:spcBef>
              <a:buFont typeface="Arial"/>
              <a:buNone/>
              <a:defRPr sz="1500" kern="1200">
                <a:solidFill>
                  <a:schemeClr val="bg1"/>
                </a:solidFill>
                <a:latin typeface="Arial"/>
                <a:ea typeface="+mn-ea"/>
                <a:cs typeface="Arial"/>
              </a:defRPr>
            </a:lvl2pPr>
            <a:lvl3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3pPr>
            <a:lvl4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4pPr>
            <a:lvl5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ts val="2100"/>
              </a:lnSpc>
            </a:pPr>
            <a:r>
              <a:rPr lang="zh-TW" altLang="en-US" sz="1500" dirty="0" smtClean="0">
                <a:solidFill>
                  <a:srgbClr val="005096"/>
                </a:solidFill>
                <a:latin typeface="华文黑体_易方达" panose="02010600040101010101" pitchFamily="2" charset="-122"/>
                <a:ea typeface="华文黑体_易方达" panose="02010600040101010101" pitchFamily="2" charset="-122"/>
                <a:cs typeface="华文黑体"/>
              </a:rPr>
              <a:t>投资</a:t>
            </a:r>
            <a:r>
              <a:rPr lang="zh-TW" altLang="en-US" sz="1500" dirty="0">
                <a:solidFill>
                  <a:srgbClr val="005096"/>
                </a:solidFill>
                <a:latin typeface="华文黑体_易方达" panose="02010600040101010101" pitchFamily="2" charset="-122"/>
                <a:ea typeface="华文黑体_易方达" panose="02010600040101010101" pitchFamily="2" charset="-122"/>
                <a:cs typeface="华文黑体"/>
              </a:rPr>
              <a:t>理念的内涵</a:t>
            </a:r>
            <a:endParaRPr lang="en-US" altLang="zh-TW" sz="1500" dirty="0">
              <a:solidFill>
                <a:srgbClr val="005096"/>
              </a:solidFill>
              <a:latin typeface="华文黑体_易方达" panose="02010600040101010101" pitchFamily="2" charset="-122"/>
              <a:ea typeface="华文黑体_易方达" panose="02010600040101010101" pitchFamily="2" charset="-122"/>
              <a:cs typeface="华文黑体"/>
            </a:endParaRPr>
          </a:p>
          <a:p>
            <a:pPr marL="171450" indent="-171450">
              <a:lnSpc>
                <a:spcPts val="1800"/>
              </a:lnSpc>
              <a:buFont typeface="Arial" panose="020B0604020202020204" pitchFamily="34" charset="0"/>
              <a:buChar char="•"/>
            </a:pP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客</a:t>
            </a:r>
            <a:r>
              <a:rPr lang="zh-TW" alt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户至上</a:t>
            </a: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：提</a:t>
            </a:r>
            <a:r>
              <a:rPr lang="zh-TW" alt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供有针对性的产品，为客户管</a:t>
            </a: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理风</a:t>
            </a:r>
            <a:r>
              <a:rPr lang="zh-TW" alt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险；为客户提供专业的解决方案，</a:t>
            </a:r>
          </a:p>
          <a:p>
            <a:pPr marL="171450" indent="-171450">
              <a:lnSpc>
                <a:spcPts val="1800"/>
              </a:lnSpc>
              <a:buFont typeface="Arial" panose="020B0604020202020204" pitchFamily="34" charset="0"/>
              <a:buChar char="•"/>
            </a:pP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满</a:t>
            </a:r>
            <a:r>
              <a:rPr lang="zh-TW" alt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足客户需求 价值导向，研究驱动：坚持各项投资决策都</a:t>
            </a: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以研</a:t>
            </a:r>
            <a:r>
              <a:rPr lang="zh-TW" alt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究作为支持和依据；深度、前瞻、准确的基本面研究。</a:t>
            </a:r>
          </a:p>
          <a:p>
            <a:pPr marL="171450" indent="-171450">
              <a:lnSpc>
                <a:spcPts val="1800"/>
              </a:lnSpc>
              <a:buFont typeface="Arial" panose="020B0604020202020204" pitchFamily="34" charset="0"/>
              <a:buChar char="•"/>
            </a:pP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风</a:t>
            </a:r>
            <a:r>
              <a:rPr lang="zh-TW" alt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险管理：贯穿投资事前、事中、事后的全流程风险管</a:t>
            </a:r>
            <a:r>
              <a:rPr lang="zh-TW" altLang="en-US" sz="12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理重视</a:t>
            </a:r>
            <a:endParaRPr lang="en-US" sz="12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8" name="TextBox 7"/>
          <p:cNvSpPr txBox="1"/>
          <p:nvPr/>
        </p:nvSpPr>
        <p:spPr>
          <a:xfrm>
            <a:off x="5395223" y="1242131"/>
            <a:ext cx="3243452" cy="246221"/>
          </a:xfrm>
          <a:prstGeom prst="rect">
            <a:avLst/>
          </a:prstGeom>
          <a:noFill/>
        </p:spPr>
        <p:txBody>
          <a:bodyPr wrap="square" rtlCol="0">
            <a:spAutoFit/>
          </a:bodyPr>
          <a:lstStyle/>
          <a:p>
            <a:pPr algn="ctr"/>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图表标题</a:t>
            </a:r>
            <a:endParaRPr 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12" name="TextBox 11"/>
          <p:cNvSpPr txBox="1"/>
          <p:nvPr/>
        </p:nvSpPr>
        <p:spPr>
          <a:xfrm>
            <a:off x="5616446" y="3345973"/>
            <a:ext cx="2816839" cy="200055"/>
          </a:xfrm>
          <a:prstGeom prst="rect">
            <a:avLst/>
          </a:prstGeom>
          <a:noFill/>
        </p:spPr>
        <p:txBody>
          <a:bodyPr wrap="square" lIns="0" bIns="0" rtlCol="0">
            <a:spAutoFit/>
          </a:bodyPr>
          <a:lstStyle/>
          <a:p>
            <a:pPr>
              <a:lnSpc>
                <a:spcPts val="1200"/>
              </a:lnSpc>
            </a:pPr>
            <a:r>
              <a:rPr lang="zh-TW" altLang="en-US" sz="700" dirty="0">
                <a:solidFill>
                  <a:srgbClr val="3C3C3C"/>
                </a:solidFill>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sz="700" dirty="0">
                <a:solidFill>
                  <a:srgbClr val="3C3C3C"/>
                </a:solidFill>
                <a:latin typeface="Arial" panose="020B0604020202020204" pitchFamily="34" charset="0"/>
                <a:ea typeface="华文黑体_易方达" panose="02010600040101010101" pitchFamily="2" charset="-122"/>
                <a:cs typeface="Arial" panose="020B0604020202020204" pitchFamily="34" charset="0"/>
              </a:rPr>
              <a:t>2016</a:t>
            </a:r>
            <a:r>
              <a:rPr lang="zh-TW" altLang="en-US" sz="700" dirty="0">
                <a:solidFill>
                  <a:srgbClr val="3C3C3C"/>
                </a:solidFill>
                <a:latin typeface="Arial" panose="020B0604020202020204" pitchFamily="34" charset="0"/>
                <a:ea typeface="华文黑体_易方达" panose="02010600040101010101" pitchFamily="2" charset="-122"/>
                <a:cs typeface="Arial" panose="020B0604020202020204" pitchFamily="34" charset="0"/>
              </a:rPr>
              <a:t>年</a:t>
            </a:r>
            <a:r>
              <a:rPr lang="en-US" altLang="zh-TW" sz="700" dirty="0">
                <a:solidFill>
                  <a:srgbClr val="3C3C3C"/>
                </a:solidFill>
                <a:latin typeface="Arial" panose="020B0604020202020204" pitchFamily="34" charset="0"/>
                <a:ea typeface="华文黑体_易方达" panose="02010600040101010101" pitchFamily="2" charset="-122"/>
                <a:cs typeface="Arial" panose="020B0604020202020204" pitchFamily="34" charset="0"/>
              </a:rPr>
              <a:t>12</a:t>
            </a:r>
            <a:r>
              <a:rPr lang="zh-TW" altLang="en-US" sz="700" dirty="0">
                <a:solidFill>
                  <a:srgbClr val="3C3C3C"/>
                </a:solidFill>
                <a:latin typeface="Arial" panose="020B0604020202020204" pitchFamily="34" charset="0"/>
                <a:ea typeface="华文黑体_易方达" panose="02010600040101010101" pitchFamily="2" charset="-122"/>
                <a:cs typeface="Arial" panose="020B0604020202020204" pitchFamily="34" charset="0"/>
              </a:rPr>
              <a:t>月</a:t>
            </a:r>
            <a:r>
              <a:rPr lang="en-US" altLang="zh-TW" sz="700" dirty="0">
                <a:solidFill>
                  <a:srgbClr val="3C3C3C"/>
                </a:solidFill>
                <a:latin typeface="Arial" panose="020B0604020202020204" pitchFamily="34" charset="0"/>
                <a:ea typeface="华文黑体_易方达" panose="02010600040101010101" pitchFamily="2" charset="-122"/>
                <a:cs typeface="Arial" panose="020B0604020202020204" pitchFamily="34" charset="0"/>
              </a:rPr>
              <a:t>31</a:t>
            </a:r>
            <a:r>
              <a:rPr lang="zh-TW" altLang="en-US" sz="700" dirty="0" smtClean="0">
                <a:solidFill>
                  <a:srgbClr val="3C3C3C"/>
                </a:solidFill>
                <a:latin typeface="Arial" panose="020B0604020202020204" pitchFamily="34" charset="0"/>
                <a:ea typeface="华文黑体_易方达" panose="02010600040101010101" pitchFamily="2" charset="-122"/>
                <a:cs typeface="Arial" panose="020B0604020202020204" pitchFamily="34" charset="0"/>
              </a:rPr>
              <a:t>日</a:t>
            </a:r>
            <a:endParaRPr lang="en-US" sz="700" dirty="0">
              <a:solidFill>
                <a:srgbClr val="3C3C3C"/>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9" name="矩形 8"/>
          <p:cNvSpPr/>
          <p:nvPr/>
        </p:nvSpPr>
        <p:spPr bwMode="auto">
          <a:xfrm>
            <a:off x="-2141179" y="0"/>
            <a:ext cx="2092311" cy="1831998"/>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图文结合页面需遵循“左文右图”的原则（区域划分详阅</a:t>
            </a:r>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P10</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文字区域</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左侧为文字区域，</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制作时注意文字简洁，分级不宜过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多；段落规范与“纯文字页一致”</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2.</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图表区</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域</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右侧为图表区域，图</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表</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等需遵</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循统一规范制</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作（</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具体</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见</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后</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3.</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备</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注</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项</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所有备注中</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文为华文黑体，英文</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7</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号，灰色（</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9978438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63151" y="211632"/>
            <a:ext cx="5712334" cy="268047"/>
          </a:xfrm>
        </p:spPr>
        <p:txBody>
          <a:bodyPr/>
          <a:lstStyle/>
          <a:p>
            <a:r>
              <a:rPr lang="zh-CN" altLang="en-US" b="1" dirty="0" smtClean="0">
                <a:latin typeface="华文黑体_易方达" panose="02010600040101010101" pitchFamily="2" charset="-122"/>
                <a:ea typeface="华文黑体_易方达" panose="02010600040101010101" pitchFamily="2" charset="-122"/>
              </a:rPr>
              <a:t>图</a:t>
            </a:r>
            <a:r>
              <a:rPr lang="zh-CN" altLang="en-US" dirty="0" smtClean="0"/>
              <a:t>表或文字较</a:t>
            </a:r>
            <a:r>
              <a:rPr lang="zh-CN" altLang="en-US" b="1" dirty="0" smtClean="0">
                <a:latin typeface="华文黑体_易方达" panose="02010600040101010101" pitchFamily="2" charset="-122"/>
                <a:ea typeface="华文黑体_易方达" panose="02010600040101010101" pitchFamily="2" charset="-122"/>
              </a:rPr>
              <a:t>多时</a:t>
            </a:r>
            <a:endParaRPr lang="en-US" b="1" dirty="0">
              <a:latin typeface="华文黑体_易方达" panose="02010600040101010101" pitchFamily="2" charset="-122"/>
              <a:ea typeface="华文黑体_易方达" panose="02010600040101010101" pitchFamily="2" charset="-122"/>
            </a:endParaRPr>
          </a:p>
        </p:txBody>
      </p:sp>
      <p:sp>
        <p:nvSpPr>
          <p:cNvPr id="14" name="文本框 3"/>
          <p:cNvSpPr txBox="1">
            <a:spLocks noChangeArrowheads="1"/>
          </p:cNvSpPr>
          <p:nvPr/>
        </p:nvSpPr>
        <p:spPr bwMode="auto">
          <a:xfrm>
            <a:off x="287095" y="1120386"/>
            <a:ext cx="3037219" cy="3162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defTabSz="1398588">
              <a:spcBef>
                <a:spcPct val="20000"/>
              </a:spcBef>
              <a:buClr>
                <a:srgbClr val="003366"/>
              </a:buClr>
              <a:buSzPct val="60000"/>
              <a:buFont typeface="Wingdings" panose="05000000000000000000" pitchFamily="2" charset="2"/>
              <a:buChar char="l"/>
              <a:defRPr sz="2400" b="1">
                <a:solidFill>
                  <a:schemeClr val="tx1"/>
                </a:solidFill>
                <a:latin typeface="楷体_GB2312" pitchFamily="49" charset="-122"/>
                <a:ea typeface="楷体_GB2312" pitchFamily="49" charset="-122"/>
              </a:defRPr>
            </a:lvl1pPr>
            <a:lvl2pPr marL="742950" indent="-285750" algn="just" defTabSz="1398588">
              <a:spcBef>
                <a:spcPct val="20000"/>
              </a:spcBef>
              <a:buClr>
                <a:srgbClr val="003366"/>
              </a:buClr>
              <a:buSzPct val="30000"/>
              <a:buFont typeface="Wingdings" panose="05000000000000000000" pitchFamily="2" charset="2"/>
              <a:buChar char="u"/>
              <a:defRPr sz="2200">
                <a:solidFill>
                  <a:schemeClr val="tx1"/>
                </a:solidFill>
                <a:latin typeface="楷体_GB2312" pitchFamily="49" charset="-122"/>
                <a:ea typeface="楷体_GB2312" pitchFamily="49" charset="-122"/>
              </a:defRPr>
            </a:lvl2pPr>
            <a:lvl3pPr marL="1143000" indent="-228600" defTabSz="1398588">
              <a:spcBef>
                <a:spcPct val="20000"/>
              </a:spcBef>
              <a:buClr>
                <a:srgbClr val="FF0000"/>
              </a:buClr>
              <a:buSzPct val="45000"/>
              <a:buFont typeface="Monotype Sorts" charset="2"/>
              <a:buChar char="l"/>
              <a:defRPr sz="2000">
                <a:solidFill>
                  <a:schemeClr val="tx1"/>
                </a:solidFill>
                <a:latin typeface="楷体_GB2312" pitchFamily="49" charset="-122"/>
                <a:ea typeface="楷体_GB2312" pitchFamily="49" charset="-122"/>
              </a:defRPr>
            </a:lvl3pPr>
            <a:lvl4pPr marL="274638" indent="-274638" defTabSz="1398588">
              <a:spcBef>
                <a:spcPct val="20000"/>
              </a:spcBef>
              <a:buClr>
                <a:srgbClr val="CC0000"/>
              </a:buClr>
              <a:buSzPct val="100000"/>
              <a:buFont typeface="Symbol" panose="05050102010706020507" pitchFamily="18" charset="2"/>
              <a:buChar char="-"/>
              <a:defRPr>
                <a:solidFill>
                  <a:srgbClr val="003366"/>
                </a:solidFill>
                <a:latin typeface="楷体_GB2312" pitchFamily="49" charset="-122"/>
                <a:ea typeface="楷体_GB2312" pitchFamily="49" charset="-122"/>
              </a:defRPr>
            </a:lvl4pPr>
            <a:lvl5pPr marL="2057400" indent="-228600" defTabSz="1398588">
              <a:spcBef>
                <a:spcPct val="20000"/>
              </a:spcBef>
              <a:buClr>
                <a:srgbClr val="FF0000"/>
              </a:buClr>
              <a:buSzPct val="40000"/>
              <a:buFont typeface="Monotype Sorts" charset="2"/>
              <a:buChar char="l"/>
              <a:defRPr sz="1600">
                <a:solidFill>
                  <a:srgbClr val="003366"/>
                </a:solidFill>
                <a:latin typeface="楷体_GB2312" pitchFamily="49" charset="-122"/>
                <a:ea typeface="楷体_GB2312" pitchFamily="49" charset="-122"/>
              </a:defRPr>
            </a:lvl5pPr>
            <a:lvl6pPr marL="25146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6pPr>
            <a:lvl7pPr marL="29718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7pPr>
            <a:lvl8pPr marL="34290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8pPr>
            <a:lvl9pPr marL="38862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9pPr>
          </a:lstStyle>
          <a:p>
            <a:pPr marL="0" lvl="3" indent="0">
              <a:lnSpc>
                <a:spcPct val="150000"/>
              </a:lnSpc>
              <a:spcBef>
                <a:spcPct val="0"/>
              </a:spcBef>
              <a:buClr>
                <a:srgbClr val="336699"/>
              </a:buClr>
              <a:buNone/>
            </a:pPr>
            <a:r>
              <a:rPr lang="zh-CN" altLang="en-US" sz="1500" b="1" dirty="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易方达沪深</a:t>
            </a:r>
            <a:r>
              <a:rPr lang="en-US" altLang="zh-CN" sz="1500" b="1" dirty="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300</a:t>
            </a:r>
            <a:r>
              <a:rPr lang="zh-CN" altLang="en-US" sz="1500" b="1" dirty="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量化增强基金</a:t>
            </a:r>
          </a:p>
          <a:p>
            <a:pPr marL="182563" lvl="3" indent="-182563">
              <a:lnSpc>
                <a:spcPct val="150000"/>
              </a:lnSpc>
              <a:spcBef>
                <a:spcPct val="0"/>
              </a:spcBef>
              <a:buClrTx/>
              <a:buFont typeface="Arial" panose="020B0604020202020204" pitchFamily="34" charset="0"/>
              <a:buChar char="•"/>
            </a:pPr>
            <a:r>
              <a:rPr lang="zh-CN" altLang="en-US" sz="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自基金成立至</a:t>
            </a:r>
            <a:r>
              <a:rPr lang="en-US" altLang="zh-CN" sz="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2016</a:t>
            </a:r>
            <a:r>
              <a:rPr lang="zh-CN" altLang="en-US" sz="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年底，累计超越沪深</a:t>
            </a:r>
            <a:r>
              <a:rPr lang="en-US" altLang="zh-CN" sz="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300</a:t>
            </a:r>
            <a:r>
              <a:rPr lang="zh-CN" altLang="en-US" sz="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指数约</a:t>
            </a:r>
            <a:r>
              <a:rPr lang="en-US" altLang="zh-CN" sz="1200" b="1"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51.48%</a:t>
            </a:r>
            <a:endParaRPr lang="en-US" altLang="zh-CN" sz="1200" b="1" dirty="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endParaRPr>
          </a:p>
          <a:p>
            <a:pPr marL="182563" lvl="3" indent="-182563">
              <a:lnSpc>
                <a:spcPct val="150000"/>
              </a:lnSpc>
              <a:spcBef>
                <a:spcPct val="0"/>
              </a:spcBef>
              <a:buClrTx/>
              <a:buFont typeface="Arial" panose="020B0604020202020204" pitchFamily="34" charset="0"/>
              <a:buChar char="•"/>
            </a:pPr>
            <a:r>
              <a:rPr lang="zh-CN" altLang="en-US"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截至</a:t>
            </a:r>
            <a:r>
              <a:rPr lang="en-US" altLang="zh-CN"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2016</a:t>
            </a:r>
            <a:r>
              <a:rPr lang="zh-CN" altLang="en-US"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年底按照晨星统计最近三年累计收益，排名全体普通股票型基金</a:t>
            </a:r>
            <a:r>
              <a:rPr lang="zh-CN" altLang="en-US" sz="1200" b="1"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第</a:t>
            </a:r>
            <a:r>
              <a:rPr lang="en-US" altLang="zh-CN" sz="1200" b="1"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25</a:t>
            </a:r>
            <a:r>
              <a:rPr lang="zh-CN" altLang="en-US" sz="1200" b="1"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名</a:t>
            </a:r>
            <a:r>
              <a:rPr lang="zh-CN" altLang="en-US"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（共</a:t>
            </a:r>
            <a:r>
              <a:rPr lang="en-US" altLang="zh-CN"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238</a:t>
            </a:r>
            <a:r>
              <a:rPr lang="zh-CN" altLang="en-US"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只），晨星评级（三年）为最高级</a:t>
            </a:r>
            <a:r>
              <a:rPr lang="zh-CN" altLang="en-US" sz="1200" b="1"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rPr>
              <a:t>五星</a:t>
            </a:r>
            <a:endParaRPr lang="en-US" altLang="zh-CN" sz="1200" b="1" dirty="0" smtClean="0">
              <a:solidFill>
                <a:srgbClr val="005096"/>
              </a:solidFill>
              <a:latin typeface="华文黑体_易方达" panose="02010600040101010101" pitchFamily="2" charset="-122"/>
              <a:ea typeface="华文黑体_易方达" panose="02010600040101010101" pitchFamily="2" charset="-122"/>
              <a:cs typeface="Arial" panose="020B0604020202020204" pitchFamily="34" charset="0"/>
            </a:endParaRPr>
          </a:p>
          <a:p>
            <a:pPr marL="182563" lvl="3" indent="-182563">
              <a:lnSpc>
                <a:spcPct val="150000"/>
              </a:lnSpc>
              <a:spcBef>
                <a:spcPct val="0"/>
              </a:spcBef>
              <a:buClrTx/>
              <a:buFont typeface="Arial" panose="020B0604020202020204" pitchFamily="34" charset="0"/>
              <a:buChar char="•"/>
            </a:pPr>
            <a:r>
              <a:rPr lang="en-US" altLang="zh-CN"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2015</a:t>
            </a:r>
            <a:r>
              <a:rPr lang="zh-CN" altLang="en-US"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年获得量化杯年度最佳量化产品评选第一名</a:t>
            </a:r>
          </a:p>
          <a:p>
            <a:pPr marL="182563" lvl="3" indent="-182563">
              <a:lnSpc>
                <a:spcPct val="150000"/>
              </a:lnSpc>
              <a:spcBef>
                <a:spcPct val="0"/>
              </a:spcBef>
              <a:buClrTx/>
              <a:buFont typeface="Arial" panose="020B0604020202020204" pitchFamily="34" charset="0"/>
              <a:buChar char="•"/>
            </a:pPr>
            <a:r>
              <a:rPr lang="en-US" altLang="zh-CN"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2016</a:t>
            </a:r>
            <a:r>
              <a:rPr lang="zh-CN" altLang="en-US" sz="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年获得华量奖“公募量化先锋</a:t>
            </a:r>
            <a:r>
              <a:rPr lang="zh-CN" altLang="en-US"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奖”</a:t>
            </a:r>
            <a:endParaRPr lang="en-US" altLang="zh-CN" sz="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endParaRPr>
          </a:p>
          <a:p>
            <a:pPr marL="228600" lvl="3" indent="-228600">
              <a:lnSpc>
                <a:spcPct val="150000"/>
              </a:lnSpc>
              <a:spcBef>
                <a:spcPct val="0"/>
              </a:spcBef>
              <a:buClr>
                <a:srgbClr val="336699"/>
              </a:buClr>
              <a:buFont typeface="+mj-lt"/>
              <a:buAutoNum type="arabicPeriod"/>
            </a:pPr>
            <a:endParaRPr lang="en-US" altLang="zh-CN" sz="1000" dirty="0" smtClean="0">
              <a:solidFill>
                <a:srgbClr val="1F4E79"/>
              </a:solidFill>
              <a:latin typeface="华文黑体_易方达" panose="02010600040101010101" pitchFamily="2" charset="-122"/>
              <a:ea typeface="华文黑体_易方达" panose="02010600040101010101" pitchFamily="2" charset="-122"/>
              <a:cs typeface="Arial" panose="020B0604020202020204" pitchFamily="34" charset="0"/>
            </a:endParaRPr>
          </a:p>
        </p:txBody>
      </p:sp>
      <p:graphicFrame>
        <p:nvGraphicFramePr>
          <p:cNvPr id="15" name="图表 14"/>
          <p:cNvGraphicFramePr>
            <a:graphicFrameLocks/>
          </p:cNvGraphicFramePr>
          <p:nvPr>
            <p:extLst>
              <p:ext uri="{D42A27DB-BD31-4B8C-83A1-F6EECF244321}">
                <p14:modId xmlns:p14="http://schemas.microsoft.com/office/powerpoint/2010/main" val="1317884304"/>
              </p:ext>
            </p:extLst>
          </p:nvPr>
        </p:nvGraphicFramePr>
        <p:xfrm>
          <a:off x="3751604" y="1195694"/>
          <a:ext cx="4960596" cy="158169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表格 15"/>
          <p:cNvGraphicFramePr>
            <a:graphicFrameLocks noGrp="1"/>
          </p:cNvGraphicFramePr>
          <p:nvPr>
            <p:extLst>
              <p:ext uri="{D42A27DB-BD31-4B8C-83A1-F6EECF244321}">
                <p14:modId xmlns:p14="http://schemas.microsoft.com/office/powerpoint/2010/main" val="2364464321"/>
              </p:ext>
            </p:extLst>
          </p:nvPr>
        </p:nvGraphicFramePr>
        <p:xfrm>
          <a:off x="3732336" y="3128594"/>
          <a:ext cx="2778801" cy="1431788"/>
        </p:xfrm>
        <a:graphic>
          <a:graphicData uri="http://schemas.openxmlformats.org/drawingml/2006/table">
            <a:tbl>
              <a:tblPr firstRow="1" firstCol="1" bandRow="1">
                <a:tableStyleId>{2D5ABB26-0587-4C30-8999-92F81FD0307C}</a:tableStyleId>
              </a:tblPr>
              <a:tblGrid>
                <a:gridCol w="443950">
                  <a:extLst>
                    <a:ext uri="{9D8B030D-6E8A-4147-A177-3AD203B41FA5}">
                      <a16:colId xmlns:a16="http://schemas.microsoft.com/office/drawing/2014/main" val="20000"/>
                    </a:ext>
                  </a:extLst>
                </a:gridCol>
                <a:gridCol w="660197">
                  <a:extLst>
                    <a:ext uri="{9D8B030D-6E8A-4147-A177-3AD203B41FA5}">
                      <a16:colId xmlns:a16="http://schemas.microsoft.com/office/drawing/2014/main" val="20001"/>
                    </a:ext>
                  </a:extLst>
                </a:gridCol>
                <a:gridCol w="507228">
                  <a:extLst>
                    <a:ext uri="{9D8B030D-6E8A-4147-A177-3AD203B41FA5}">
                      <a16:colId xmlns:a16="http://schemas.microsoft.com/office/drawing/2014/main" val="20002"/>
                    </a:ext>
                  </a:extLst>
                </a:gridCol>
                <a:gridCol w="487234">
                  <a:extLst>
                    <a:ext uri="{9D8B030D-6E8A-4147-A177-3AD203B41FA5}">
                      <a16:colId xmlns:a16="http://schemas.microsoft.com/office/drawing/2014/main" val="20003"/>
                    </a:ext>
                  </a:extLst>
                </a:gridCol>
                <a:gridCol w="680192">
                  <a:extLst>
                    <a:ext uri="{9D8B030D-6E8A-4147-A177-3AD203B41FA5}">
                      <a16:colId xmlns:a16="http://schemas.microsoft.com/office/drawing/2014/main" val="20004"/>
                    </a:ext>
                  </a:extLst>
                </a:gridCol>
              </a:tblGrid>
              <a:tr h="294558">
                <a:tc>
                  <a:txBody>
                    <a:bodyPr/>
                    <a:lstStyle/>
                    <a:p>
                      <a:pPr algn="ctr"/>
                      <a:endParaRPr lang="zh-CN" sz="700" b="0" dirty="0">
                        <a:solidFill>
                          <a:schemeClr val="bg1"/>
                        </a:solidFill>
                        <a:effectLst/>
                        <a:latin typeface="华文黑体_易方达" panose="02010600040101010101" pitchFamily="2" charset="-122"/>
                        <a:ea typeface="华文黑体_易方达" panose="02010600040101010101" pitchFamily="2" charset="-122"/>
                      </a:endParaRPr>
                    </a:p>
                  </a:txBody>
                  <a:tcPr marL="68580" marR="68580" marT="0" marB="0" anchor="ctr">
                    <a:solidFill>
                      <a:srgbClr val="00BEE6"/>
                    </a:solidFill>
                  </a:tcPr>
                </a:tc>
                <a:tc>
                  <a:txBody>
                    <a:bodyPr/>
                    <a:lstStyle/>
                    <a:p>
                      <a:pPr algn="ctr">
                        <a:spcAft>
                          <a:spcPts val="0"/>
                        </a:spcAft>
                      </a:pPr>
                      <a:r>
                        <a:rPr lang="zh-CN" sz="800" b="0" dirty="0">
                          <a:solidFill>
                            <a:schemeClr val="bg1"/>
                          </a:solidFill>
                          <a:effectLst/>
                          <a:latin typeface="华文黑体_易方达" panose="02010600040101010101" pitchFamily="2" charset="-122"/>
                          <a:ea typeface="华文黑体_易方达" panose="02010600040101010101" pitchFamily="2" charset="-122"/>
                        </a:rPr>
                        <a:t>累计超</a:t>
                      </a:r>
                      <a:r>
                        <a:rPr lang="zh-CN" sz="800" b="0" dirty="0" smtClean="0">
                          <a:solidFill>
                            <a:schemeClr val="bg1"/>
                          </a:solidFill>
                          <a:effectLst/>
                          <a:latin typeface="华文黑体_易方达" panose="02010600040101010101" pitchFamily="2" charset="-122"/>
                          <a:ea typeface="华文黑体_易方达" panose="02010600040101010101" pitchFamily="2" charset="-122"/>
                        </a:rPr>
                        <a:t>额</a:t>
                      </a:r>
                      <a:endParaRPr lang="en-US" altLang="zh-CN" sz="800" b="0" dirty="0" smtClean="0">
                        <a:solidFill>
                          <a:schemeClr val="bg1"/>
                        </a:solidFill>
                        <a:effectLst/>
                        <a:latin typeface="华文黑体_易方达" panose="02010600040101010101" pitchFamily="2" charset="-122"/>
                        <a:ea typeface="华文黑体_易方达" panose="02010600040101010101" pitchFamily="2" charset="-122"/>
                      </a:endParaRPr>
                    </a:p>
                    <a:p>
                      <a:pPr algn="ctr">
                        <a:spcAft>
                          <a:spcPts val="0"/>
                        </a:spcAft>
                      </a:pPr>
                      <a:r>
                        <a:rPr lang="zh-CN" sz="800" b="0" dirty="0" smtClean="0">
                          <a:solidFill>
                            <a:schemeClr val="bg1"/>
                          </a:solidFill>
                          <a:effectLst/>
                          <a:latin typeface="华文黑体_易方达" panose="02010600040101010101" pitchFamily="2" charset="-122"/>
                          <a:ea typeface="华文黑体_易方达" panose="02010600040101010101" pitchFamily="2" charset="-122"/>
                        </a:rPr>
                        <a:t>收益</a:t>
                      </a:r>
                      <a:r>
                        <a:rPr lang="en-US" altLang="zh-CN" sz="800" b="0" dirty="0" smtClean="0">
                          <a:solidFill>
                            <a:schemeClr val="bg1"/>
                          </a:solidFill>
                          <a:effectLst/>
                          <a:latin typeface="华文黑体_易方达" panose="02010600040101010101" pitchFamily="2" charset="-122"/>
                          <a:ea typeface="华文黑体_易方达" panose="02010600040101010101" pitchFamily="2" charset="-122"/>
                        </a:rPr>
                        <a:t>%</a:t>
                      </a:r>
                      <a:endParaRPr lang="zh-CN" sz="800" b="0" dirty="0">
                        <a:solidFill>
                          <a:schemeClr val="bg1"/>
                        </a:solidFill>
                        <a:effectLst/>
                        <a:latin typeface="华文黑体_易方达" panose="02010600040101010101" pitchFamily="2" charset="-122"/>
                        <a:ea typeface="华文黑体_易方达" panose="02010600040101010101" pitchFamily="2" charset="-122"/>
                        <a:cs typeface="宋体" panose="02010600030101010101" pitchFamily="2" charset="-122"/>
                      </a:endParaRPr>
                    </a:p>
                  </a:txBody>
                  <a:tcPr marL="68580" marR="68580" marT="0" marB="0" anchor="ctr">
                    <a:solidFill>
                      <a:srgbClr val="00BEE6"/>
                    </a:solidFill>
                  </a:tcPr>
                </a:tc>
                <a:tc>
                  <a:txBody>
                    <a:bodyPr/>
                    <a:lstStyle/>
                    <a:p>
                      <a:pPr algn="ctr">
                        <a:spcAft>
                          <a:spcPts val="0"/>
                        </a:spcAft>
                      </a:pPr>
                      <a:r>
                        <a:rPr lang="zh-CN" altLang="en-US" sz="800" b="0" dirty="0" smtClean="0">
                          <a:solidFill>
                            <a:schemeClr val="bg1"/>
                          </a:solidFill>
                          <a:effectLst/>
                          <a:latin typeface="华文黑体_易方达" panose="02010600040101010101" pitchFamily="2" charset="-122"/>
                          <a:ea typeface="华文黑体_易方达" panose="02010600040101010101" pitchFamily="2" charset="-122"/>
                        </a:rPr>
                        <a:t>跟踪</a:t>
                      </a:r>
                      <a:endParaRPr lang="en-US" altLang="zh-CN" sz="800" b="0" dirty="0" smtClean="0">
                        <a:solidFill>
                          <a:schemeClr val="bg1"/>
                        </a:solidFill>
                        <a:effectLst/>
                        <a:latin typeface="华文黑体_易方达" panose="02010600040101010101" pitchFamily="2" charset="-122"/>
                        <a:ea typeface="华文黑体_易方达" panose="02010600040101010101" pitchFamily="2" charset="-122"/>
                      </a:endParaRPr>
                    </a:p>
                    <a:p>
                      <a:pPr algn="ctr">
                        <a:spcAft>
                          <a:spcPts val="0"/>
                        </a:spcAft>
                      </a:pPr>
                      <a:r>
                        <a:rPr lang="zh-CN" altLang="en-US" sz="800" b="0" dirty="0" smtClean="0">
                          <a:solidFill>
                            <a:schemeClr val="bg1"/>
                          </a:solidFill>
                          <a:effectLst/>
                          <a:latin typeface="华文黑体_易方达" panose="02010600040101010101" pitchFamily="2" charset="-122"/>
                          <a:ea typeface="华文黑体_易方达" panose="02010600040101010101" pitchFamily="2" charset="-122"/>
                        </a:rPr>
                        <a:t>误差</a:t>
                      </a:r>
                      <a:r>
                        <a:rPr lang="en-US" altLang="zh-CN" sz="800" b="0" dirty="0" smtClean="0">
                          <a:solidFill>
                            <a:schemeClr val="bg1"/>
                          </a:solidFill>
                          <a:effectLst/>
                          <a:latin typeface="华文黑体_易方达" panose="02010600040101010101" pitchFamily="2" charset="-122"/>
                          <a:ea typeface="华文黑体_易方达" panose="02010600040101010101" pitchFamily="2" charset="-122"/>
                        </a:rPr>
                        <a:t>%</a:t>
                      </a:r>
                      <a:endParaRPr lang="zh-CN" sz="800" b="0" dirty="0">
                        <a:solidFill>
                          <a:schemeClr val="bg1"/>
                        </a:solidFill>
                        <a:effectLst/>
                        <a:latin typeface="华文黑体_易方达" panose="02010600040101010101" pitchFamily="2" charset="-122"/>
                        <a:ea typeface="华文黑体_易方达" panose="02010600040101010101" pitchFamily="2" charset="-122"/>
                        <a:cs typeface="宋体" panose="02010600030101010101" pitchFamily="2" charset="-122"/>
                      </a:endParaRPr>
                    </a:p>
                  </a:txBody>
                  <a:tcPr marL="68580" marR="68580" marT="0" marB="0" anchor="ctr">
                    <a:solidFill>
                      <a:srgbClr val="00BEE6"/>
                    </a:solidFill>
                  </a:tcPr>
                </a:tc>
                <a:tc>
                  <a:txBody>
                    <a:bodyPr/>
                    <a:lstStyle/>
                    <a:p>
                      <a:pPr algn="ctr">
                        <a:spcAft>
                          <a:spcPts val="0"/>
                        </a:spcAft>
                      </a:pPr>
                      <a:r>
                        <a:rPr lang="zh-CN" sz="800" b="0" dirty="0" smtClean="0">
                          <a:solidFill>
                            <a:schemeClr val="bg1"/>
                          </a:solidFill>
                          <a:effectLst/>
                          <a:latin typeface="华文黑体_易方达" panose="02010600040101010101" pitchFamily="2" charset="-122"/>
                          <a:ea typeface="华文黑体_易方达" panose="02010600040101010101" pitchFamily="2" charset="-122"/>
                        </a:rPr>
                        <a:t>信息</a:t>
                      </a:r>
                      <a:endParaRPr lang="en-US" altLang="zh-CN" sz="800" b="0" dirty="0" smtClean="0">
                        <a:solidFill>
                          <a:schemeClr val="bg1"/>
                        </a:solidFill>
                        <a:effectLst/>
                        <a:latin typeface="华文黑体_易方达" panose="02010600040101010101" pitchFamily="2" charset="-122"/>
                        <a:ea typeface="华文黑体_易方达" panose="02010600040101010101" pitchFamily="2" charset="-122"/>
                      </a:endParaRPr>
                    </a:p>
                    <a:p>
                      <a:pPr algn="ctr">
                        <a:spcAft>
                          <a:spcPts val="0"/>
                        </a:spcAft>
                      </a:pPr>
                      <a:r>
                        <a:rPr lang="zh-CN" sz="800" b="0" dirty="0" smtClean="0">
                          <a:solidFill>
                            <a:schemeClr val="bg1"/>
                          </a:solidFill>
                          <a:effectLst/>
                          <a:latin typeface="华文黑体_易方达" panose="02010600040101010101" pitchFamily="2" charset="-122"/>
                          <a:ea typeface="华文黑体_易方达" panose="02010600040101010101" pitchFamily="2" charset="-122"/>
                        </a:rPr>
                        <a:t>比率</a:t>
                      </a:r>
                      <a:endParaRPr lang="zh-CN" sz="800" b="0" dirty="0">
                        <a:solidFill>
                          <a:schemeClr val="bg1"/>
                        </a:solidFill>
                        <a:effectLst/>
                        <a:latin typeface="华文黑体_易方达" panose="02010600040101010101" pitchFamily="2" charset="-122"/>
                        <a:ea typeface="华文黑体_易方达" panose="02010600040101010101" pitchFamily="2" charset="-122"/>
                        <a:cs typeface="宋体" panose="02010600030101010101" pitchFamily="2" charset="-122"/>
                      </a:endParaRPr>
                    </a:p>
                  </a:txBody>
                  <a:tcPr marL="68580" marR="68580" marT="0" marB="0" anchor="ctr">
                    <a:solidFill>
                      <a:srgbClr val="00BEE6"/>
                    </a:solidFill>
                  </a:tcPr>
                </a:tc>
                <a:tc>
                  <a:txBody>
                    <a:bodyPr/>
                    <a:lstStyle/>
                    <a:p>
                      <a:pPr algn="ctr">
                        <a:spcAft>
                          <a:spcPts val="0"/>
                        </a:spcAft>
                      </a:pPr>
                      <a:r>
                        <a:rPr lang="zh-CN" altLang="en-US" sz="800" b="0" dirty="0" smtClean="0">
                          <a:solidFill>
                            <a:schemeClr val="bg1"/>
                          </a:solidFill>
                          <a:effectLst/>
                          <a:latin typeface="华文黑体_易方达" panose="02010600040101010101" pitchFamily="2" charset="-122"/>
                          <a:ea typeface="华文黑体_易方达" panose="02010600040101010101" pitchFamily="2" charset="-122"/>
                        </a:rPr>
                        <a:t>同类产品</a:t>
                      </a:r>
                      <a:r>
                        <a:rPr lang="zh-CN" altLang="en-US" sz="800" b="0" smtClean="0">
                          <a:solidFill>
                            <a:schemeClr val="bg1"/>
                          </a:solidFill>
                          <a:effectLst/>
                          <a:latin typeface="华文黑体_易方达" panose="02010600040101010101" pitchFamily="2" charset="-122"/>
                          <a:ea typeface="华文黑体_易方达" panose="02010600040101010101" pitchFamily="2" charset="-122"/>
                        </a:rPr>
                        <a:t>超额收</a:t>
                      </a:r>
                      <a:r>
                        <a:rPr lang="zh-CN" altLang="en-US" sz="800" b="0" dirty="0" smtClean="0">
                          <a:solidFill>
                            <a:schemeClr val="bg1"/>
                          </a:solidFill>
                          <a:effectLst/>
                          <a:latin typeface="华文黑体_易方达" panose="02010600040101010101" pitchFamily="2" charset="-122"/>
                          <a:ea typeface="华文黑体_易方达" panose="02010600040101010101" pitchFamily="2" charset="-122"/>
                        </a:rPr>
                        <a:t>益排名</a:t>
                      </a:r>
                      <a:endParaRPr lang="zh-CN" sz="800" b="0" dirty="0">
                        <a:solidFill>
                          <a:schemeClr val="bg1"/>
                        </a:solidFill>
                        <a:effectLst/>
                        <a:latin typeface="华文黑体_易方达" panose="02010600040101010101" pitchFamily="2" charset="-122"/>
                        <a:ea typeface="华文黑体_易方达" panose="02010600040101010101" pitchFamily="2" charset="-122"/>
                        <a:cs typeface="宋体" panose="02010600030101010101" pitchFamily="2" charset="-122"/>
                      </a:endParaRPr>
                    </a:p>
                  </a:txBody>
                  <a:tcPr marL="68580" marR="68580" marT="0" marB="0" anchor="ctr">
                    <a:solidFill>
                      <a:srgbClr val="00BEE6"/>
                    </a:solidFill>
                  </a:tcPr>
                </a:tc>
                <a:extLst>
                  <a:ext uri="{0D108BD9-81ED-4DB2-BD59-A6C34878D82A}">
                    <a16:rowId xmlns:a16="http://schemas.microsoft.com/office/drawing/2014/main" val="10000"/>
                  </a:ext>
                </a:extLst>
              </a:tr>
              <a:tr h="184774">
                <a:tc>
                  <a:txBody>
                    <a:bodyPr/>
                    <a:lstStyle/>
                    <a:p>
                      <a:pPr algn="ctr">
                        <a:spcAft>
                          <a:spcPts val="0"/>
                        </a:spcAft>
                      </a:pPr>
                      <a:r>
                        <a:rPr lang="en-US" sz="700" dirty="0" smtClean="0">
                          <a:solidFill>
                            <a:schemeClr val="tx1"/>
                          </a:solidFill>
                          <a:effectLst/>
                          <a:latin typeface="Arial" panose="020B0604020202020204" pitchFamily="34" charset="0"/>
                          <a:ea typeface="华文黑体_易方达" panose="02010600040101010101" pitchFamily="2" charset="-122"/>
                          <a:cs typeface="Arial" panose="020B0604020202020204" pitchFamily="34" charset="0"/>
                        </a:rPr>
                        <a:t>2012</a:t>
                      </a:r>
                      <a:endParaRPr lang="zh-CN" sz="700" i="0" dirty="0">
                        <a:solidFill>
                          <a:schemeClr val="tx1"/>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algn="ctr">
                        <a:spcAft>
                          <a:spcPts val="0"/>
                        </a:spcAft>
                      </a:pPr>
                      <a:r>
                        <a:rPr lang="en-US" sz="700" dirty="0" smtClean="0">
                          <a:solidFill>
                            <a:schemeClr val="tx1"/>
                          </a:solidFill>
                          <a:effectLst/>
                          <a:latin typeface="Arial" panose="020B0604020202020204" pitchFamily="34" charset="0"/>
                          <a:ea typeface="华文黑体_易方达" panose="02010600040101010101" pitchFamily="2" charset="-122"/>
                          <a:cs typeface="Arial" panose="020B0604020202020204" pitchFamily="34" charset="0"/>
                        </a:rPr>
                        <a:t>7.6</a:t>
                      </a:r>
                      <a:r>
                        <a:rPr lang="en-US" altLang="zh-CN" sz="700" dirty="0" smtClean="0">
                          <a:solidFill>
                            <a:schemeClr val="tx1"/>
                          </a:solidFill>
                          <a:effectLst/>
                          <a:latin typeface="Arial" panose="020B0604020202020204" pitchFamily="34" charset="0"/>
                          <a:ea typeface="华文黑体_易方达" panose="02010600040101010101" pitchFamily="2" charset="-122"/>
                          <a:cs typeface="Arial" panose="020B0604020202020204" pitchFamily="34" charset="0"/>
                        </a:rPr>
                        <a:t>3</a:t>
                      </a:r>
                      <a:endParaRPr lang="zh-CN" sz="700" dirty="0">
                        <a:solidFill>
                          <a:schemeClr val="tx1"/>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algn="ctr">
                        <a:spcAft>
                          <a:spcPts val="0"/>
                        </a:spcAft>
                      </a:pPr>
                      <a:r>
                        <a:rPr lang="en-US" sz="700" dirty="0" smtClean="0">
                          <a:solidFill>
                            <a:schemeClr val="tx1"/>
                          </a:solidFill>
                          <a:effectLst/>
                          <a:latin typeface="Arial" panose="020B0604020202020204" pitchFamily="34" charset="0"/>
                          <a:ea typeface="华文黑体_易方达" panose="02010600040101010101" pitchFamily="2" charset="-122"/>
                          <a:cs typeface="Arial" panose="020B0604020202020204" pitchFamily="34" charset="0"/>
                        </a:rPr>
                        <a:t>13.1</a:t>
                      </a:r>
                      <a:r>
                        <a:rPr lang="en-US" altLang="zh-CN" sz="700" dirty="0" smtClean="0">
                          <a:solidFill>
                            <a:schemeClr val="tx1"/>
                          </a:solidFill>
                          <a:effectLst/>
                          <a:latin typeface="Arial" panose="020B0604020202020204" pitchFamily="34" charset="0"/>
                          <a:ea typeface="华文黑体_易方达" panose="02010600040101010101" pitchFamily="2" charset="-122"/>
                          <a:cs typeface="Arial" panose="020B0604020202020204" pitchFamily="34" charset="0"/>
                        </a:rPr>
                        <a:t>3</a:t>
                      </a:r>
                      <a:endParaRPr lang="zh-CN" sz="700" dirty="0">
                        <a:solidFill>
                          <a:schemeClr val="tx1"/>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algn="ctr">
                        <a:spcAft>
                          <a:spcPts val="0"/>
                        </a:spcAft>
                      </a:pPr>
                      <a:r>
                        <a:rPr lang="en-US" sz="700" dirty="0">
                          <a:solidFill>
                            <a:schemeClr val="tx1"/>
                          </a:solidFill>
                          <a:effectLst/>
                          <a:latin typeface="Arial" panose="020B0604020202020204" pitchFamily="34" charset="0"/>
                          <a:ea typeface="华文黑体_易方达" panose="02010600040101010101" pitchFamily="2" charset="-122"/>
                          <a:cs typeface="Arial" panose="020B0604020202020204" pitchFamily="34" charset="0"/>
                        </a:rPr>
                        <a:t>1.09</a:t>
                      </a:r>
                      <a:endParaRPr lang="zh-CN" sz="700" dirty="0">
                        <a:solidFill>
                          <a:schemeClr val="tx1"/>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marL="0" algn="ctr" defTabSz="459966" rtl="0" eaLnBrk="1" latinLnBrk="0" hangingPunct="1">
                        <a:lnSpc>
                          <a:spcPct val="150000"/>
                        </a:lnSpc>
                        <a:spcBef>
                          <a:spcPts val="600"/>
                        </a:spcBef>
                        <a:spcAft>
                          <a:spcPts val="0"/>
                        </a:spcAft>
                      </a:pPr>
                      <a:r>
                        <a:rPr lang="en-US" altLang="zh-CN" sz="700" kern="1200" dirty="0" smtClean="0">
                          <a:solidFill>
                            <a:schemeClr val="tx1"/>
                          </a:solidFill>
                          <a:effectLst/>
                          <a:latin typeface="Arial" panose="020B0604020202020204" pitchFamily="34" charset="0"/>
                          <a:ea typeface="华文黑体_易方达" panose="02010600040101010101" pitchFamily="2" charset="-122"/>
                          <a:cs typeface="Arial" panose="020B0604020202020204" pitchFamily="34" charset="0"/>
                        </a:rPr>
                        <a:t>-</a:t>
                      </a:r>
                      <a:endParaRPr lang="zh-CN" sz="700" kern="1200" dirty="0">
                        <a:solidFill>
                          <a:schemeClr val="tx1"/>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extLst>
                  <a:ext uri="{0D108BD9-81ED-4DB2-BD59-A6C34878D82A}">
                    <a16:rowId xmlns:a16="http://schemas.microsoft.com/office/drawing/2014/main" val="10001"/>
                  </a:ext>
                </a:extLst>
              </a:tr>
              <a:tr h="184774">
                <a:tc>
                  <a:txBody>
                    <a:bodyPr/>
                    <a:lstStyle/>
                    <a:p>
                      <a:pPr algn="ctr">
                        <a:spcAft>
                          <a:spcPts val="0"/>
                        </a:spcAft>
                      </a:pPr>
                      <a:r>
                        <a:rPr lang="en-US" sz="700" dirty="0">
                          <a:effectLst/>
                          <a:latin typeface="Arial" panose="020B0604020202020204" pitchFamily="34" charset="0"/>
                          <a:ea typeface="华文黑体_易方达" panose="02010600040101010101" pitchFamily="2" charset="-122"/>
                          <a:cs typeface="Arial" panose="020B0604020202020204" pitchFamily="34" charset="0"/>
                        </a:rPr>
                        <a:t>2013</a:t>
                      </a:r>
                      <a:endParaRPr lang="zh-CN" sz="700" i="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3.4</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5</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2.0</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0</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1.8</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2</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marL="0" algn="ctr" defTabSz="459966" rtl="0" eaLnBrk="1" latinLnBrk="0" hangingPunct="1">
                        <a:lnSpc>
                          <a:spcPct val="150000"/>
                        </a:lnSpc>
                        <a:spcBef>
                          <a:spcPts val="600"/>
                        </a:spcBef>
                        <a:spcAft>
                          <a:spcPts val="0"/>
                        </a:spcAft>
                      </a:pPr>
                      <a:r>
                        <a:rPr lang="en-US" sz="700" kern="1200" dirty="0" smtClean="0">
                          <a:effectLst/>
                          <a:latin typeface="Arial" panose="020B0604020202020204" pitchFamily="34" charset="0"/>
                          <a:ea typeface="华文黑体_易方达" panose="02010600040101010101" pitchFamily="2" charset="-122"/>
                          <a:cs typeface="Arial" panose="020B0604020202020204" pitchFamily="34" charset="0"/>
                        </a:rPr>
                        <a:t>6/26</a:t>
                      </a:r>
                      <a:endParaRPr 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10002"/>
                  </a:ext>
                </a:extLst>
              </a:tr>
              <a:tr h="184774">
                <a:tc>
                  <a:txBody>
                    <a:bodyPr/>
                    <a:lstStyle/>
                    <a:p>
                      <a:pPr algn="ctr">
                        <a:spcAft>
                          <a:spcPts val="0"/>
                        </a:spcAft>
                      </a:pPr>
                      <a:r>
                        <a:rPr lang="en-US" sz="700" dirty="0">
                          <a:effectLst/>
                          <a:latin typeface="Arial" panose="020B0604020202020204" pitchFamily="34" charset="0"/>
                          <a:ea typeface="华文黑体_易方达" panose="02010600040101010101" pitchFamily="2" charset="-122"/>
                          <a:cs typeface="Arial" panose="020B0604020202020204" pitchFamily="34" charset="0"/>
                        </a:rPr>
                        <a:t>2014</a:t>
                      </a:r>
                      <a:endParaRPr lang="zh-CN" sz="700" i="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7.</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25</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2.</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57</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1.</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78</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marL="0" algn="ctr" defTabSz="459966" rtl="0" eaLnBrk="1" latinLnBrk="0" hangingPunct="1">
                        <a:lnSpc>
                          <a:spcPct val="150000"/>
                        </a:lnSpc>
                        <a:spcBef>
                          <a:spcPts val="600"/>
                        </a:spcBef>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2/31</a:t>
                      </a:r>
                      <a:endParaRPr 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extLst>
                  <a:ext uri="{0D108BD9-81ED-4DB2-BD59-A6C34878D82A}">
                    <a16:rowId xmlns:a16="http://schemas.microsoft.com/office/drawing/2014/main" val="10003"/>
                  </a:ext>
                </a:extLst>
              </a:tr>
              <a:tr h="184774">
                <a:tc>
                  <a:txBody>
                    <a:bodyPr/>
                    <a:lstStyle/>
                    <a:p>
                      <a:pPr algn="ctr">
                        <a:spcAft>
                          <a:spcPts val="0"/>
                        </a:spcAft>
                      </a:pPr>
                      <a:r>
                        <a:rPr lang="en-US" sz="700" dirty="0">
                          <a:effectLst/>
                          <a:latin typeface="Arial" panose="020B0604020202020204" pitchFamily="34" charset="0"/>
                          <a:ea typeface="华文黑体_易方达" panose="02010600040101010101" pitchFamily="2" charset="-122"/>
                          <a:cs typeface="Arial" panose="020B0604020202020204" pitchFamily="34" charset="0"/>
                        </a:rPr>
                        <a:t>2015</a:t>
                      </a:r>
                      <a:endParaRPr lang="zh-CN" sz="700" i="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algn="ctr">
                        <a:spcAft>
                          <a:spcPts val="0"/>
                        </a:spcAft>
                      </a:pP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6.97</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3.</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35</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2.</a:t>
                      </a:r>
                      <a:r>
                        <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rPr>
                        <a:t>03</a:t>
                      </a:r>
                      <a:endParaRPr lang="zh-CN" sz="7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marL="0" algn="ctr" defTabSz="459966" rtl="0" eaLnBrk="1" latinLnBrk="0" hangingPunct="1">
                        <a:lnSpc>
                          <a:spcPct val="150000"/>
                        </a:lnSpc>
                        <a:spcBef>
                          <a:spcPts val="600"/>
                        </a:spcBef>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10/33</a:t>
                      </a:r>
                      <a:endParaRPr 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extLst>
                  <a:ext uri="{0D108BD9-81ED-4DB2-BD59-A6C34878D82A}">
                    <a16:rowId xmlns:a16="http://schemas.microsoft.com/office/drawing/2014/main" val="10004"/>
                  </a:ext>
                </a:extLst>
              </a:tr>
              <a:tr h="184774">
                <a:tc>
                  <a:txBody>
                    <a:bodyPr/>
                    <a:lstStyle/>
                    <a:p>
                      <a:pPr algn="ctr">
                        <a:spcAft>
                          <a:spcPts val="0"/>
                        </a:spcAft>
                      </a:pPr>
                      <a:r>
                        <a:rPr lang="en-US" sz="700" dirty="0" smtClean="0">
                          <a:effectLst/>
                          <a:latin typeface="Arial" panose="020B0604020202020204" pitchFamily="34" charset="0"/>
                          <a:ea typeface="华文黑体_易方达" panose="02010600040101010101" pitchFamily="2" charset="-122"/>
                          <a:cs typeface="Arial" panose="020B0604020202020204" pitchFamily="34" charset="0"/>
                        </a:rPr>
                        <a:t>2016</a:t>
                      </a:r>
                      <a:endParaRPr lang="zh-CN" sz="700" i="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solidFill>
                      <a:srgbClr val="F2F2F2"/>
                    </a:solidFill>
                  </a:tcP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8.82</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solidFill>
                      <a:srgbClr val="F2F2F2"/>
                    </a:solidFill>
                  </a:tcP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2.99</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solidFill>
                      <a:srgbClr val="F2F2F2"/>
                    </a:solidFill>
                  </a:tcP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3.16</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solidFill>
                      <a:srgbClr val="F2F2F2"/>
                    </a:solidFill>
                  </a:tcP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6/39</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solidFill>
                      <a:srgbClr val="F2F2F2"/>
                    </a:solidFill>
                  </a:tcPr>
                </a:tc>
                <a:extLst>
                  <a:ext uri="{0D108BD9-81ED-4DB2-BD59-A6C34878D82A}">
                    <a16:rowId xmlns:a16="http://schemas.microsoft.com/office/drawing/2014/main" val="10005"/>
                  </a:ext>
                </a:extLst>
              </a:tr>
              <a:tr h="200148">
                <a:tc>
                  <a:txBody>
                    <a:bodyPr/>
                    <a:lstStyle/>
                    <a:p>
                      <a:pPr algn="ctr">
                        <a:spcAft>
                          <a:spcPts val="0"/>
                        </a:spcAft>
                      </a:pPr>
                      <a:r>
                        <a:rPr lang="zh-CN" altLang="en-US" sz="700" dirty="0" smtClean="0">
                          <a:effectLst/>
                          <a:latin typeface="Arial" panose="020B0604020202020204" pitchFamily="34" charset="0"/>
                          <a:ea typeface="华文黑体_易方达" panose="02010600040101010101" pitchFamily="2" charset="-122"/>
                          <a:cs typeface="Arial" panose="020B0604020202020204" pitchFamily="34" charset="0"/>
                        </a:rPr>
                        <a:t>成立</a:t>
                      </a:r>
                      <a:endParaRPr lang="en-US" altLang="zh-CN" sz="700" dirty="0" smtClean="0">
                        <a:effectLst/>
                        <a:latin typeface="Arial" panose="020B0604020202020204" pitchFamily="34" charset="0"/>
                        <a:ea typeface="华文黑体_易方达" panose="02010600040101010101" pitchFamily="2" charset="-122"/>
                        <a:cs typeface="Arial" panose="020B0604020202020204" pitchFamily="34" charset="0"/>
                      </a:endParaRPr>
                    </a:p>
                    <a:p>
                      <a:pPr algn="ctr">
                        <a:spcAft>
                          <a:spcPts val="0"/>
                        </a:spcAft>
                      </a:pPr>
                      <a:r>
                        <a:rPr lang="zh-CN" altLang="en-US" sz="700" dirty="0" smtClean="0">
                          <a:effectLst/>
                          <a:latin typeface="Arial" panose="020B0604020202020204" pitchFamily="34" charset="0"/>
                          <a:ea typeface="华文黑体_易方达" panose="02010600040101010101" pitchFamily="2" charset="-122"/>
                          <a:cs typeface="Arial" panose="020B0604020202020204" pitchFamily="34" charset="0"/>
                        </a:rPr>
                        <a:t>以来</a:t>
                      </a:r>
                      <a:endParaRPr lang="zh-CN" sz="700" b="1"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68580" marR="68580" marT="0" marB="0" anchor="ct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51.48</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5.06</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1.42</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tc>
                <a:tc>
                  <a:txBody>
                    <a:bodyPr/>
                    <a:lstStyle/>
                    <a:p>
                      <a:pPr marL="0" algn="ctr" defTabSz="459966" rtl="0" eaLnBrk="1" fontAlgn="ctr" latinLnBrk="0" hangingPunct="1">
                        <a:spcAft>
                          <a:spcPts val="0"/>
                        </a:spcAft>
                      </a:pPr>
                      <a:r>
                        <a:rPr lang="en-US" altLang="zh-CN" sz="700" kern="1200" dirty="0" smtClean="0">
                          <a:effectLst/>
                          <a:latin typeface="Arial" panose="020B0604020202020204" pitchFamily="34" charset="0"/>
                          <a:ea typeface="华文黑体_易方达" panose="02010600040101010101" pitchFamily="2" charset="-122"/>
                          <a:cs typeface="Arial" panose="020B0604020202020204" pitchFamily="34" charset="0"/>
                        </a:rPr>
                        <a:t>2/25</a:t>
                      </a:r>
                      <a:endParaRPr lang="en-US" altLang="zh-CN" sz="700" kern="1200" dirty="0">
                        <a:solidFill>
                          <a:srgbClr val="3C3C3C"/>
                        </a:solidFill>
                        <a:effectLst/>
                        <a:latin typeface="Arial" panose="020B0604020202020204" pitchFamily="34" charset="0"/>
                        <a:ea typeface="华文黑体_易方达" panose="02010600040101010101" pitchFamily="2" charset="-122"/>
                        <a:cs typeface="Arial" panose="020B0604020202020204" pitchFamily="34" charset="0"/>
                      </a:endParaRPr>
                    </a:p>
                  </a:txBody>
                  <a:tcPr marL="0" marR="0" marT="0" marB="0" anchor="ctr"/>
                </a:tc>
                <a:extLst>
                  <a:ext uri="{0D108BD9-81ED-4DB2-BD59-A6C34878D82A}">
                    <a16:rowId xmlns:a16="http://schemas.microsoft.com/office/drawing/2014/main" val="10006"/>
                  </a:ext>
                </a:extLst>
              </a:tr>
            </a:tbl>
          </a:graphicData>
        </a:graphic>
      </p:graphicFrame>
      <p:graphicFrame>
        <p:nvGraphicFramePr>
          <p:cNvPr id="17" name="图表 16"/>
          <p:cNvGraphicFramePr>
            <a:graphicFrameLocks/>
          </p:cNvGraphicFramePr>
          <p:nvPr>
            <p:extLst>
              <p:ext uri="{D42A27DB-BD31-4B8C-83A1-F6EECF244321}">
                <p14:modId xmlns:p14="http://schemas.microsoft.com/office/powerpoint/2010/main" val="4055734023"/>
              </p:ext>
            </p:extLst>
          </p:nvPr>
        </p:nvGraphicFramePr>
        <p:xfrm>
          <a:off x="6686452" y="3157654"/>
          <a:ext cx="2102766" cy="1539394"/>
        </p:xfrm>
        <a:graphic>
          <a:graphicData uri="http://schemas.openxmlformats.org/drawingml/2006/chart">
            <c:chart xmlns:c="http://schemas.openxmlformats.org/drawingml/2006/chart" xmlns:r="http://schemas.openxmlformats.org/officeDocument/2006/relationships" r:id="rId4"/>
          </a:graphicData>
        </a:graphic>
      </p:graphicFrame>
      <p:sp>
        <p:nvSpPr>
          <p:cNvPr id="18" name="文本框 17"/>
          <p:cNvSpPr txBox="1">
            <a:spLocks noChangeArrowheads="1"/>
          </p:cNvSpPr>
          <p:nvPr/>
        </p:nvSpPr>
        <p:spPr bwMode="auto">
          <a:xfrm>
            <a:off x="6584535" y="2845826"/>
            <a:ext cx="2306601" cy="296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defTabSz="1398588">
              <a:spcBef>
                <a:spcPct val="20000"/>
              </a:spcBef>
              <a:buClr>
                <a:srgbClr val="003366"/>
              </a:buClr>
              <a:buSzPct val="60000"/>
              <a:buFont typeface="Wingdings" panose="05000000000000000000" pitchFamily="2" charset="2"/>
              <a:buChar char="l"/>
              <a:defRPr sz="2400" b="1">
                <a:solidFill>
                  <a:schemeClr val="tx1"/>
                </a:solidFill>
                <a:latin typeface="楷体_GB2312" pitchFamily="49" charset="-122"/>
                <a:ea typeface="楷体_GB2312" pitchFamily="49" charset="-122"/>
              </a:defRPr>
            </a:lvl1pPr>
            <a:lvl2pPr marL="742950" indent="-285750" algn="just" defTabSz="1398588">
              <a:spcBef>
                <a:spcPct val="20000"/>
              </a:spcBef>
              <a:buClr>
                <a:srgbClr val="003366"/>
              </a:buClr>
              <a:buSzPct val="30000"/>
              <a:buFont typeface="Wingdings" panose="05000000000000000000" pitchFamily="2" charset="2"/>
              <a:buChar char="u"/>
              <a:defRPr sz="2200">
                <a:solidFill>
                  <a:schemeClr val="tx1"/>
                </a:solidFill>
                <a:latin typeface="楷体_GB2312" pitchFamily="49" charset="-122"/>
                <a:ea typeface="楷体_GB2312" pitchFamily="49" charset="-122"/>
              </a:defRPr>
            </a:lvl2pPr>
            <a:lvl3pPr marL="1143000" indent="-228600" defTabSz="1398588">
              <a:spcBef>
                <a:spcPct val="20000"/>
              </a:spcBef>
              <a:buClr>
                <a:srgbClr val="FF0000"/>
              </a:buClr>
              <a:buSzPct val="45000"/>
              <a:buFont typeface="Monotype Sorts" charset="2"/>
              <a:buChar char="l"/>
              <a:defRPr sz="2000">
                <a:solidFill>
                  <a:schemeClr val="tx1"/>
                </a:solidFill>
                <a:latin typeface="楷体_GB2312" pitchFamily="49" charset="-122"/>
                <a:ea typeface="楷体_GB2312" pitchFamily="49" charset="-122"/>
              </a:defRPr>
            </a:lvl3pPr>
            <a:lvl4pPr defTabSz="1398588">
              <a:spcBef>
                <a:spcPct val="20000"/>
              </a:spcBef>
              <a:buClr>
                <a:srgbClr val="CC0000"/>
              </a:buClr>
              <a:buSzPct val="100000"/>
              <a:buFont typeface="Symbol" panose="05050102010706020507" pitchFamily="18" charset="2"/>
              <a:buChar char="-"/>
              <a:defRPr>
                <a:solidFill>
                  <a:srgbClr val="003366"/>
                </a:solidFill>
                <a:latin typeface="楷体_GB2312" pitchFamily="49" charset="-122"/>
                <a:ea typeface="楷体_GB2312" pitchFamily="49" charset="-122"/>
              </a:defRPr>
            </a:lvl4pPr>
            <a:lvl5pPr marL="2057400" indent="-228600" defTabSz="1398588">
              <a:spcBef>
                <a:spcPct val="20000"/>
              </a:spcBef>
              <a:buClr>
                <a:srgbClr val="FF0000"/>
              </a:buClr>
              <a:buSzPct val="40000"/>
              <a:buFont typeface="Monotype Sorts" charset="2"/>
              <a:buChar char="l"/>
              <a:defRPr sz="1600">
                <a:solidFill>
                  <a:srgbClr val="003366"/>
                </a:solidFill>
                <a:latin typeface="楷体_GB2312" pitchFamily="49" charset="-122"/>
                <a:ea typeface="楷体_GB2312" pitchFamily="49" charset="-122"/>
              </a:defRPr>
            </a:lvl5pPr>
            <a:lvl6pPr marL="25146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6pPr>
            <a:lvl7pPr marL="29718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7pPr>
            <a:lvl8pPr marL="34290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8pPr>
            <a:lvl9pPr marL="38862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9pPr>
          </a:lstStyle>
          <a:p>
            <a:pPr marL="0" lvl="3">
              <a:lnSpc>
                <a:spcPct val="150000"/>
              </a:lnSpc>
              <a:spcBef>
                <a:spcPct val="0"/>
              </a:spcBef>
              <a:buClr>
                <a:srgbClr val="336699"/>
              </a:buClr>
              <a:buFontTx/>
              <a:buNone/>
            </a:pPr>
            <a:r>
              <a:rPr lang="zh-CN" altLang="en-US" sz="1000" dirty="0" smtClean="0">
                <a:solidFill>
                  <a:schemeClr val="accent1"/>
                </a:solidFill>
                <a:latin typeface="华文黑体_易方达" panose="02010600040101010101" pitchFamily="2" charset="-122"/>
                <a:ea typeface="华文黑体_易方达" panose="02010600040101010101" pitchFamily="2" charset="-122"/>
                <a:cs typeface="Arial" panose="020B0604020202020204" pitchFamily="34" charset="0"/>
              </a:rPr>
              <a:t>市场同类基金年化超额收益风险对比</a:t>
            </a:r>
            <a:r>
              <a:rPr lang="en-US" altLang="zh-CN" sz="1000" dirty="0">
                <a:solidFill>
                  <a:schemeClr val="accent1"/>
                </a:solidFill>
                <a:latin typeface="华文黑体_易方达" panose="02010600040101010101" pitchFamily="2" charset="-122"/>
                <a:ea typeface="华文黑体_易方达" panose="02010600040101010101" pitchFamily="2" charset="-122"/>
                <a:cs typeface="Arial" panose="020B0604020202020204" pitchFamily="34" charset="0"/>
              </a:rPr>
              <a:t>*</a:t>
            </a:r>
            <a:endParaRPr lang="zh-CN" altLang="en-US" sz="1000" dirty="0">
              <a:solidFill>
                <a:schemeClr val="accent1"/>
              </a:solidFill>
              <a:latin typeface="华文黑体_易方达" panose="02010600040101010101" pitchFamily="2" charset="-122"/>
              <a:ea typeface="华文黑体_易方达" panose="02010600040101010101" pitchFamily="2" charset="-122"/>
              <a:cs typeface="Arial" panose="020B0604020202020204" pitchFamily="34" charset="0"/>
            </a:endParaRPr>
          </a:p>
        </p:txBody>
      </p:sp>
      <p:sp>
        <p:nvSpPr>
          <p:cNvPr id="19" name="矩形 18"/>
          <p:cNvSpPr/>
          <p:nvPr/>
        </p:nvSpPr>
        <p:spPr>
          <a:xfrm>
            <a:off x="323850" y="4406750"/>
            <a:ext cx="2932223" cy="307777"/>
          </a:xfrm>
          <a:prstGeom prst="rect">
            <a:avLst/>
          </a:prstGeom>
        </p:spPr>
        <p:txBody>
          <a:bodyPr wrap="square">
            <a:spAutoFit/>
          </a:bodyPr>
          <a:lstStyle/>
          <a:p>
            <a:r>
              <a:rPr lang="zh-CN" altLang="en-US" sz="700" dirty="0" smtClean="0">
                <a:solidFill>
                  <a:srgbClr val="505050"/>
                </a:solidFill>
                <a:latin typeface="华文黑体_易方达" panose="02010600040101010101" pitchFamily="2" charset="-122"/>
                <a:ea typeface="华文黑体_易方达" panose="02010600040101010101" pitchFamily="2" charset="-122"/>
              </a:rPr>
              <a:t>注：（</a:t>
            </a:r>
            <a:r>
              <a:rPr lang="en-US" altLang="zh-CN" sz="700" dirty="0" smtClean="0">
                <a:solidFill>
                  <a:srgbClr val="505050"/>
                </a:solidFill>
                <a:latin typeface="华文黑体_易方达" panose="02010600040101010101" pitchFamily="2" charset="-122"/>
                <a:ea typeface="华文黑体_易方达" panose="02010600040101010101" pitchFamily="2" charset="-122"/>
              </a:rPr>
              <a:t>1</a:t>
            </a:r>
            <a:r>
              <a:rPr lang="zh-CN" altLang="en-US" sz="700" dirty="0" smtClean="0">
                <a:solidFill>
                  <a:srgbClr val="505050"/>
                </a:solidFill>
                <a:latin typeface="华文黑体_易方达" panose="02010600040101010101" pitchFamily="2" charset="-122"/>
                <a:ea typeface="华文黑体_易方达" panose="02010600040101010101" pitchFamily="2" charset="-122"/>
              </a:rPr>
              <a:t>）</a:t>
            </a:r>
            <a:r>
              <a:rPr lang="en-US" altLang="zh-CN" sz="700" dirty="0" smtClean="0">
                <a:solidFill>
                  <a:srgbClr val="505050"/>
                </a:solidFill>
                <a:latin typeface="华文黑体_易方达" panose="02010600040101010101" pitchFamily="2" charset="-122"/>
                <a:ea typeface="华文黑体_易方达" panose="02010600040101010101" pitchFamily="2" charset="-122"/>
              </a:rPr>
              <a:t>*</a:t>
            </a:r>
            <a:r>
              <a:rPr lang="zh-CN" altLang="en-US" sz="700" dirty="0" smtClean="0">
                <a:solidFill>
                  <a:srgbClr val="505050"/>
                </a:solidFill>
                <a:latin typeface="华文黑体_易方达" panose="02010600040101010101" pitchFamily="2" charset="-122"/>
                <a:ea typeface="华文黑体_易方达" panose="02010600040101010101" pitchFamily="2" charset="-122"/>
              </a:rPr>
              <a:t>选取同期已成立的公募指数增强型基金进行统计</a:t>
            </a:r>
            <a:endParaRPr lang="en-US" altLang="zh-CN" sz="700" dirty="0" smtClean="0">
              <a:solidFill>
                <a:srgbClr val="505050"/>
              </a:solidFill>
              <a:latin typeface="华文黑体_易方达" panose="02010600040101010101" pitchFamily="2" charset="-122"/>
              <a:ea typeface="华文黑体_易方达" panose="02010600040101010101" pitchFamily="2" charset="-122"/>
            </a:endParaRPr>
          </a:p>
          <a:p>
            <a:r>
              <a:rPr lang="zh-CN" altLang="en-US" sz="700" dirty="0" smtClean="0">
                <a:solidFill>
                  <a:srgbClr val="505050"/>
                </a:solidFill>
                <a:latin typeface="华文黑体_易方达" panose="02010600040101010101" pitchFamily="2" charset="-122"/>
                <a:ea typeface="华文黑体_易方达" panose="02010600040101010101" pitchFamily="2" charset="-122"/>
              </a:rPr>
              <a:t>        （</a:t>
            </a:r>
            <a:r>
              <a:rPr lang="en-US" altLang="zh-CN" sz="700" dirty="0" smtClean="0">
                <a:solidFill>
                  <a:srgbClr val="505050"/>
                </a:solidFill>
                <a:latin typeface="华文黑体_易方达" panose="02010600040101010101" pitchFamily="2" charset="-122"/>
                <a:ea typeface="华文黑体_易方达" panose="02010600040101010101" pitchFamily="2" charset="-122"/>
              </a:rPr>
              <a:t>2</a:t>
            </a:r>
            <a:r>
              <a:rPr lang="zh-CN" altLang="en-US" sz="700" dirty="0" smtClean="0">
                <a:solidFill>
                  <a:srgbClr val="505050"/>
                </a:solidFill>
                <a:latin typeface="华文黑体_易方达" panose="02010600040101010101" pitchFamily="2" charset="-122"/>
                <a:ea typeface="华文黑体_易方达" panose="02010600040101010101" pitchFamily="2" charset="-122"/>
              </a:rPr>
              <a:t>）数据来</a:t>
            </a:r>
            <a:r>
              <a:rPr lang="zh-CN" altLang="en-US" sz="700" dirty="0">
                <a:solidFill>
                  <a:srgbClr val="505050"/>
                </a:solidFill>
                <a:latin typeface="华文黑体_易方达" panose="02010600040101010101" pitchFamily="2" charset="-122"/>
                <a:ea typeface="华文黑体_易方达" panose="02010600040101010101" pitchFamily="2" charset="-122"/>
              </a:rPr>
              <a:t>自</a:t>
            </a:r>
            <a:r>
              <a:rPr lang="en-US" altLang="zh-CN" sz="700" dirty="0" smtClean="0">
                <a:solidFill>
                  <a:srgbClr val="505050"/>
                </a:solidFill>
                <a:latin typeface="华文黑体_易方达" panose="02010600040101010101" pitchFamily="2" charset="-122"/>
                <a:ea typeface="华文黑体_易方达" panose="02010600040101010101" pitchFamily="2" charset="-122"/>
              </a:rPr>
              <a:t>Wind</a:t>
            </a:r>
            <a:r>
              <a:rPr lang="zh-CN" altLang="en-US" sz="700" dirty="0" smtClean="0">
                <a:solidFill>
                  <a:srgbClr val="505050"/>
                </a:solidFill>
                <a:latin typeface="华文黑体_易方达" panose="02010600040101010101" pitchFamily="2" charset="-122"/>
                <a:ea typeface="华文黑体_易方达" panose="02010600040101010101" pitchFamily="2" charset="-122"/>
              </a:rPr>
              <a:t>，易方达量化投研系统</a:t>
            </a:r>
            <a:endParaRPr lang="en-US" altLang="zh-CN" sz="700" dirty="0">
              <a:solidFill>
                <a:srgbClr val="505050"/>
              </a:solidFill>
              <a:latin typeface="华文黑体_易方达" panose="02010600040101010101" pitchFamily="2" charset="-122"/>
              <a:ea typeface="华文黑体_易方达" panose="02010600040101010101" pitchFamily="2" charset="-122"/>
            </a:endParaRPr>
          </a:p>
        </p:txBody>
      </p:sp>
      <p:sp>
        <p:nvSpPr>
          <p:cNvPr id="3" name="矩形 2"/>
          <p:cNvSpPr/>
          <p:nvPr/>
        </p:nvSpPr>
        <p:spPr>
          <a:xfrm>
            <a:off x="-1649338" y="0"/>
            <a:ext cx="1584987" cy="707886"/>
          </a:xfrm>
          <a:prstGeom prst="rect">
            <a:avLst/>
          </a:prstGeom>
          <a:solidFill>
            <a:schemeClr val="accent5"/>
          </a:solidFill>
          <a:ln>
            <a:noFill/>
          </a:ln>
        </p:spPr>
        <p:txBody>
          <a:bodyPr wrap="square">
            <a:spAutoFit/>
          </a:bodyPr>
          <a:lstStyle/>
          <a:p>
            <a:pPr lvl="0" eaLnBrk="0" hangingPunct="0"/>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为</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了适应不同情况，允许调整文字、图表区域的比</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例；图表和文字仍需遵循相应规范要求</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0" name="文本框 9"/>
          <p:cNvSpPr txBox="1">
            <a:spLocks noChangeArrowheads="1"/>
          </p:cNvSpPr>
          <p:nvPr/>
        </p:nvSpPr>
        <p:spPr bwMode="auto">
          <a:xfrm>
            <a:off x="3868566" y="2832360"/>
            <a:ext cx="2506341"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lgn="just" defTabSz="1398588">
              <a:spcBef>
                <a:spcPct val="20000"/>
              </a:spcBef>
              <a:buClr>
                <a:srgbClr val="003366"/>
              </a:buClr>
              <a:buSzPct val="60000"/>
              <a:buFont typeface="Wingdings" panose="05000000000000000000" pitchFamily="2" charset="2"/>
              <a:buChar char="l"/>
              <a:defRPr sz="2400" b="1">
                <a:solidFill>
                  <a:schemeClr val="tx1"/>
                </a:solidFill>
                <a:latin typeface="楷体_GB2312" pitchFamily="49" charset="-122"/>
                <a:ea typeface="楷体_GB2312" pitchFamily="49" charset="-122"/>
              </a:defRPr>
            </a:lvl1pPr>
            <a:lvl2pPr marL="742950" indent="-285750" algn="just" defTabSz="1398588">
              <a:spcBef>
                <a:spcPct val="20000"/>
              </a:spcBef>
              <a:buClr>
                <a:srgbClr val="003366"/>
              </a:buClr>
              <a:buSzPct val="30000"/>
              <a:buFont typeface="Wingdings" panose="05000000000000000000" pitchFamily="2" charset="2"/>
              <a:buChar char="u"/>
              <a:defRPr sz="2200">
                <a:solidFill>
                  <a:schemeClr val="tx1"/>
                </a:solidFill>
                <a:latin typeface="楷体_GB2312" pitchFamily="49" charset="-122"/>
                <a:ea typeface="楷体_GB2312" pitchFamily="49" charset="-122"/>
              </a:defRPr>
            </a:lvl2pPr>
            <a:lvl3pPr marL="1143000" indent="-228600" defTabSz="1398588">
              <a:spcBef>
                <a:spcPct val="20000"/>
              </a:spcBef>
              <a:buClr>
                <a:srgbClr val="FF0000"/>
              </a:buClr>
              <a:buSzPct val="45000"/>
              <a:buFont typeface="Monotype Sorts" charset="2"/>
              <a:buChar char="l"/>
              <a:defRPr sz="2000">
                <a:solidFill>
                  <a:schemeClr val="tx1"/>
                </a:solidFill>
                <a:latin typeface="楷体_GB2312" pitchFamily="49" charset="-122"/>
                <a:ea typeface="楷体_GB2312" pitchFamily="49" charset="-122"/>
              </a:defRPr>
            </a:lvl3pPr>
            <a:lvl4pPr defTabSz="1398588">
              <a:spcBef>
                <a:spcPct val="20000"/>
              </a:spcBef>
              <a:buClr>
                <a:srgbClr val="CC0000"/>
              </a:buClr>
              <a:buSzPct val="100000"/>
              <a:buFont typeface="Symbol" panose="05050102010706020507" pitchFamily="18" charset="2"/>
              <a:buChar char="-"/>
              <a:defRPr>
                <a:solidFill>
                  <a:srgbClr val="003366"/>
                </a:solidFill>
                <a:latin typeface="楷体_GB2312" pitchFamily="49" charset="-122"/>
                <a:ea typeface="楷体_GB2312" pitchFamily="49" charset="-122"/>
              </a:defRPr>
            </a:lvl4pPr>
            <a:lvl5pPr marL="2057400" indent="-228600" defTabSz="1398588">
              <a:spcBef>
                <a:spcPct val="20000"/>
              </a:spcBef>
              <a:buClr>
                <a:srgbClr val="FF0000"/>
              </a:buClr>
              <a:buSzPct val="40000"/>
              <a:buFont typeface="Monotype Sorts" charset="2"/>
              <a:buChar char="l"/>
              <a:defRPr sz="1600">
                <a:solidFill>
                  <a:srgbClr val="003366"/>
                </a:solidFill>
                <a:latin typeface="楷体_GB2312" pitchFamily="49" charset="-122"/>
                <a:ea typeface="楷体_GB2312" pitchFamily="49" charset="-122"/>
              </a:defRPr>
            </a:lvl5pPr>
            <a:lvl6pPr marL="25146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6pPr>
            <a:lvl7pPr marL="29718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7pPr>
            <a:lvl8pPr marL="34290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8pPr>
            <a:lvl9pPr marL="3886200" indent="-228600" defTabSz="1398588"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9pPr>
          </a:lstStyle>
          <a:p>
            <a:pPr marL="0" lvl="3">
              <a:lnSpc>
                <a:spcPct val="150000"/>
              </a:lnSpc>
              <a:spcBef>
                <a:spcPct val="0"/>
              </a:spcBef>
              <a:buClr>
                <a:srgbClr val="336699"/>
              </a:buClr>
              <a:buFontTx/>
              <a:buNone/>
            </a:pPr>
            <a:r>
              <a:rPr lang="zh-CN" altLang="en-US" sz="1000" dirty="0" smtClean="0">
                <a:solidFill>
                  <a:schemeClr val="accent1"/>
                </a:solidFill>
                <a:latin typeface="华文黑体_易方达" panose="02010600040101010101" pitchFamily="2" charset="-122"/>
                <a:ea typeface="华文黑体_易方达" panose="02010600040101010101" pitchFamily="2" charset="-122"/>
                <a:cs typeface="Arial" panose="020B0604020202020204" pitchFamily="34" charset="0"/>
              </a:rPr>
              <a:t>易方达沪深</a:t>
            </a:r>
            <a:r>
              <a:rPr lang="en-US" altLang="zh-CN" sz="1000" dirty="0" smtClean="0">
                <a:solidFill>
                  <a:schemeClr val="accent1"/>
                </a:solidFill>
                <a:latin typeface="华文黑体_易方达" panose="02010600040101010101" pitchFamily="2" charset="-122"/>
                <a:ea typeface="华文黑体_易方达" panose="02010600040101010101" pitchFamily="2" charset="-122"/>
                <a:cs typeface="Arial" panose="020B0604020202020204" pitchFamily="34" charset="0"/>
              </a:rPr>
              <a:t>300</a:t>
            </a:r>
            <a:r>
              <a:rPr lang="zh-CN" altLang="en-US" sz="1000" dirty="0" smtClean="0">
                <a:solidFill>
                  <a:schemeClr val="accent1"/>
                </a:solidFill>
                <a:latin typeface="华文黑体_易方达" panose="02010600040101010101" pitchFamily="2" charset="-122"/>
                <a:ea typeface="华文黑体_易方达" panose="02010600040101010101" pitchFamily="2" charset="-122"/>
                <a:cs typeface="Arial" panose="020B0604020202020204" pitchFamily="34" charset="0"/>
              </a:rPr>
              <a:t>量化增强基金各指标列示</a:t>
            </a:r>
            <a:endParaRPr lang="zh-CN" altLang="en-US" sz="1000" dirty="0">
              <a:solidFill>
                <a:schemeClr val="accent1"/>
              </a:solidFill>
              <a:latin typeface="华文黑体_易方达" panose="02010600040101010101" pitchFamily="2" charset="-122"/>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641030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标题 3"/>
          <p:cNvSpPr>
            <a:spLocks noGrp="1"/>
          </p:cNvSpPr>
          <p:nvPr>
            <p:ph type="title" idx="4294967295"/>
          </p:nvPr>
        </p:nvSpPr>
        <p:spPr>
          <a:xfrm>
            <a:off x="363151" y="211632"/>
            <a:ext cx="5263926" cy="268047"/>
          </a:xfrm>
          <a:noFill/>
          <a:ln>
            <a:noFill/>
          </a:ln>
        </p:spPr>
        <p:txBody>
          <a:bodyPr vert="horz" wrap="square" lIns="0" tIns="0" rIns="0" bIns="45720" numCol="1" anchor="t" anchorCtr="0" compatLnSpc="1">
            <a:prstTxWarp prst="textNoShape">
              <a:avLst/>
            </a:prstTxWarp>
          </a:bodyPr>
          <a:lstStyle/>
          <a:p>
            <a:r>
              <a:rPr lang="zh-CN" altLang="en-US" sz="2300" b="1" dirty="0">
                <a:latin typeface="华文黑体_易方达" panose="02010600040101010101" pitchFamily="2" charset="-122"/>
                <a:ea typeface="华文黑体_易方达" panose="02010600040101010101" pitchFamily="2" charset="-122"/>
              </a:rPr>
              <a:t>图表较长时</a:t>
            </a:r>
          </a:p>
        </p:txBody>
      </p:sp>
      <p:sp>
        <p:nvSpPr>
          <p:cNvPr id="14341" name="矩形 4"/>
          <p:cNvSpPr>
            <a:spLocks noChangeArrowheads="1"/>
          </p:cNvSpPr>
          <p:nvPr/>
        </p:nvSpPr>
        <p:spPr bwMode="auto">
          <a:xfrm>
            <a:off x="323850" y="1133749"/>
            <a:ext cx="5708374" cy="39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8229" tIns="24115" rIns="48229" bIns="24115">
            <a:spAutoFit/>
          </a:bodyPr>
          <a:lstStyle>
            <a:lvl1pPr marL="342900" indent="-342900" algn="just" defTabSz="812800">
              <a:spcBef>
                <a:spcPct val="20000"/>
              </a:spcBef>
              <a:buClr>
                <a:srgbClr val="003366"/>
              </a:buClr>
              <a:buSzPct val="60000"/>
              <a:buFont typeface="Wingdings" panose="05000000000000000000" pitchFamily="2" charset="2"/>
              <a:buChar char="l"/>
              <a:defRPr sz="2400" b="1">
                <a:solidFill>
                  <a:schemeClr val="tx1"/>
                </a:solidFill>
                <a:latin typeface="楷体_GB2312" pitchFamily="49" charset="-122"/>
                <a:ea typeface="楷体_GB2312" pitchFamily="49" charset="-122"/>
              </a:defRPr>
            </a:lvl1pPr>
            <a:lvl2pPr marL="342900" indent="-342900" algn="just" defTabSz="812800">
              <a:spcBef>
                <a:spcPct val="20000"/>
              </a:spcBef>
              <a:buClr>
                <a:srgbClr val="003366"/>
              </a:buClr>
              <a:buSzPct val="30000"/>
              <a:buFont typeface="Wingdings" panose="05000000000000000000" pitchFamily="2" charset="2"/>
              <a:buChar char="u"/>
              <a:defRPr sz="2200">
                <a:solidFill>
                  <a:schemeClr val="tx1"/>
                </a:solidFill>
                <a:latin typeface="楷体_GB2312" pitchFamily="49" charset="-122"/>
                <a:ea typeface="楷体_GB2312" pitchFamily="49" charset="-122"/>
              </a:defRPr>
            </a:lvl2pPr>
            <a:lvl3pPr marL="1143000" indent="-228600" defTabSz="812800">
              <a:spcBef>
                <a:spcPct val="20000"/>
              </a:spcBef>
              <a:buClr>
                <a:srgbClr val="FF0000"/>
              </a:buClr>
              <a:buSzPct val="45000"/>
              <a:buFont typeface="Monotype Sorts" charset="2"/>
              <a:buChar char="l"/>
              <a:defRPr sz="2000">
                <a:solidFill>
                  <a:schemeClr val="tx1"/>
                </a:solidFill>
                <a:latin typeface="楷体_GB2312" pitchFamily="49" charset="-122"/>
                <a:ea typeface="楷体_GB2312" pitchFamily="49" charset="-122"/>
              </a:defRPr>
            </a:lvl3pPr>
            <a:lvl4pPr marL="1600200" indent="-228600" defTabSz="812800">
              <a:spcBef>
                <a:spcPct val="20000"/>
              </a:spcBef>
              <a:buClr>
                <a:srgbClr val="CC0000"/>
              </a:buClr>
              <a:buSzPct val="100000"/>
              <a:buFont typeface="Symbol" panose="05050102010706020507" pitchFamily="18" charset="2"/>
              <a:buChar char="-"/>
              <a:defRPr>
                <a:solidFill>
                  <a:srgbClr val="003366"/>
                </a:solidFill>
                <a:latin typeface="楷体_GB2312" pitchFamily="49" charset="-122"/>
                <a:ea typeface="楷体_GB2312" pitchFamily="49" charset="-122"/>
              </a:defRPr>
            </a:lvl4pPr>
            <a:lvl5pPr marL="2057400" indent="-228600" defTabSz="812800">
              <a:spcBef>
                <a:spcPct val="20000"/>
              </a:spcBef>
              <a:buClr>
                <a:srgbClr val="FF0000"/>
              </a:buClr>
              <a:buSzPct val="40000"/>
              <a:buFont typeface="Monotype Sorts" charset="2"/>
              <a:buChar char="l"/>
              <a:defRPr sz="1600">
                <a:solidFill>
                  <a:srgbClr val="003366"/>
                </a:solidFill>
                <a:latin typeface="楷体_GB2312" pitchFamily="49" charset="-122"/>
                <a:ea typeface="楷体_GB2312" pitchFamily="49" charset="-122"/>
              </a:defRPr>
            </a:lvl5pPr>
            <a:lvl6pPr marL="2514600" indent="-228600" defTabSz="8128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6pPr>
            <a:lvl7pPr marL="2971800" indent="-228600" defTabSz="8128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7pPr>
            <a:lvl8pPr marL="3429000" indent="-228600" defTabSz="8128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8pPr>
            <a:lvl9pPr marL="3886200" indent="-228600" defTabSz="8128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9pPr>
          </a:lstStyle>
          <a:p>
            <a:pPr marL="0" lvl="1" indent="0" algn="l" defTabSz="457200" eaLnBrk="0" hangingPunct="0">
              <a:lnSpc>
                <a:spcPct val="150000"/>
              </a:lnSpc>
              <a:spcBef>
                <a:spcPts val="0"/>
              </a:spcBef>
              <a:buSzPct val="60000"/>
              <a:buNone/>
              <a:defRPr/>
            </a:pPr>
            <a:r>
              <a:rPr lang="zh-CN" altLang="en-US"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从</a:t>
            </a:r>
            <a:r>
              <a:rPr lang="zh-CN" altLang="en-US" sz="15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创业“筹备组”</a:t>
            </a:r>
            <a:r>
              <a:rPr lang="en-US" altLang="zh-CN" sz="15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6</a:t>
            </a:r>
            <a:r>
              <a:rPr lang="zh-CN" altLang="en-US" sz="15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人发展</a:t>
            </a:r>
            <a:r>
              <a:rPr lang="zh-CN" altLang="en-US"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到</a:t>
            </a:r>
            <a:r>
              <a:rPr lang="en-US" altLang="zh-CN"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2017</a:t>
            </a:r>
            <a:r>
              <a:rPr lang="zh-CN" altLang="en-US"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年</a:t>
            </a:r>
            <a:r>
              <a:rPr lang="en-US" altLang="zh-CN"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7</a:t>
            </a:r>
            <a:r>
              <a:rPr lang="zh-CN" altLang="en-US"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月底的</a:t>
            </a:r>
            <a:r>
              <a:rPr lang="en-US" altLang="zh-CN"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654</a:t>
            </a:r>
            <a:r>
              <a:rPr lang="zh-CN" altLang="en-US" sz="15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endParaRPr lang="zh-CN" altLang="en-US" sz="15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graphicFrame>
        <p:nvGraphicFramePr>
          <p:cNvPr id="4" name="图表 3"/>
          <p:cNvGraphicFramePr>
            <a:graphicFrameLocks noGrp="1"/>
          </p:cNvGraphicFramePr>
          <p:nvPr>
            <p:extLst>
              <p:ext uri="{D42A27DB-BD31-4B8C-83A1-F6EECF244321}">
                <p14:modId xmlns:p14="http://schemas.microsoft.com/office/powerpoint/2010/main" val="3733947934"/>
              </p:ext>
            </p:extLst>
          </p:nvPr>
        </p:nvGraphicFramePr>
        <p:xfrm>
          <a:off x="363151" y="1764254"/>
          <a:ext cx="8388350" cy="2624866"/>
        </p:xfrm>
        <a:graphic>
          <a:graphicData uri="http://schemas.openxmlformats.org/drawingml/2006/chart">
            <c:chart xmlns:c="http://schemas.openxmlformats.org/drawingml/2006/chart" xmlns:r="http://schemas.openxmlformats.org/officeDocument/2006/relationships" r:id="rId2"/>
          </a:graphicData>
        </a:graphic>
      </p:graphicFrame>
      <p:sp>
        <p:nvSpPr>
          <p:cNvPr id="5" name="文本框 7"/>
          <p:cNvSpPr txBox="1">
            <a:spLocks noChangeArrowheads="1"/>
          </p:cNvSpPr>
          <p:nvPr/>
        </p:nvSpPr>
        <p:spPr bwMode="auto">
          <a:xfrm>
            <a:off x="299446" y="4471462"/>
            <a:ext cx="4479704"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just">
              <a:spcBef>
                <a:spcPct val="20000"/>
              </a:spcBef>
              <a:buClr>
                <a:srgbClr val="003366"/>
              </a:buClr>
              <a:buSzPct val="60000"/>
              <a:buFont typeface="Wingdings" panose="05000000000000000000" pitchFamily="2" charset="2"/>
              <a:buChar char="l"/>
              <a:defRPr sz="2400" b="1">
                <a:solidFill>
                  <a:schemeClr val="tx1"/>
                </a:solidFill>
                <a:latin typeface="楷体_GB2312" pitchFamily="49" charset="-122"/>
                <a:ea typeface="楷体_GB2312" pitchFamily="49" charset="-122"/>
              </a:defRPr>
            </a:lvl1pPr>
            <a:lvl2pPr marL="742950" indent="-285750" algn="just">
              <a:spcBef>
                <a:spcPct val="20000"/>
              </a:spcBef>
              <a:buClr>
                <a:srgbClr val="003366"/>
              </a:buClr>
              <a:buSzPct val="30000"/>
              <a:buFont typeface="Wingdings" panose="05000000000000000000" pitchFamily="2" charset="2"/>
              <a:buChar char="u"/>
              <a:defRPr sz="2200">
                <a:solidFill>
                  <a:schemeClr val="tx1"/>
                </a:solidFill>
                <a:latin typeface="楷体_GB2312" pitchFamily="49" charset="-122"/>
                <a:ea typeface="楷体_GB2312" pitchFamily="49" charset="-122"/>
              </a:defRPr>
            </a:lvl2pPr>
            <a:lvl3pPr marL="1143000" indent="-228600">
              <a:spcBef>
                <a:spcPct val="20000"/>
              </a:spcBef>
              <a:buClr>
                <a:srgbClr val="FF0000"/>
              </a:buClr>
              <a:buSzPct val="45000"/>
              <a:buFont typeface="Monotype Sorts" charset="2"/>
              <a:buChar char="l"/>
              <a:defRPr sz="2000">
                <a:solidFill>
                  <a:schemeClr val="tx1"/>
                </a:solidFill>
                <a:latin typeface="楷体_GB2312" pitchFamily="49" charset="-122"/>
                <a:ea typeface="楷体_GB2312" pitchFamily="49" charset="-122"/>
              </a:defRPr>
            </a:lvl3pPr>
            <a:lvl4pPr marL="1600200" indent="-228600">
              <a:spcBef>
                <a:spcPct val="20000"/>
              </a:spcBef>
              <a:buClr>
                <a:srgbClr val="CC0000"/>
              </a:buClr>
              <a:buSzPct val="100000"/>
              <a:buFont typeface="Symbol" panose="05050102010706020507" pitchFamily="18" charset="2"/>
              <a:buChar char="-"/>
              <a:defRPr>
                <a:solidFill>
                  <a:srgbClr val="003366"/>
                </a:solidFill>
                <a:latin typeface="楷体_GB2312" pitchFamily="49" charset="-122"/>
                <a:ea typeface="楷体_GB2312" pitchFamily="49" charset="-122"/>
              </a:defRPr>
            </a:lvl4pPr>
            <a:lvl5pPr marL="2057400" indent="-228600">
              <a:spcBef>
                <a:spcPct val="20000"/>
              </a:spcBef>
              <a:buClr>
                <a:srgbClr val="FF0000"/>
              </a:buClr>
              <a:buSzPct val="40000"/>
              <a:buFont typeface="Monotype Sorts" charset="2"/>
              <a:buChar char="l"/>
              <a:defRPr sz="1600">
                <a:solidFill>
                  <a:srgbClr val="003366"/>
                </a:solidFill>
                <a:latin typeface="楷体_GB2312" pitchFamily="49" charset="-122"/>
                <a:ea typeface="楷体_GB2312" pitchFamily="49" charset="-122"/>
              </a:defRPr>
            </a:lvl5pPr>
            <a:lvl6pPr marL="2514600" indent="-2286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6pPr>
            <a:lvl7pPr marL="2971800" indent="-2286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7pPr>
            <a:lvl8pPr marL="3429000" indent="-2286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8pPr>
            <a:lvl9pPr marL="3886200" indent="-228600" eaLnBrk="0" fontAlgn="base" hangingPunct="0">
              <a:spcBef>
                <a:spcPct val="20000"/>
              </a:spcBef>
              <a:spcAft>
                <a:spcPct val="0"/>
              </a:spcAft>
              <a:buClr>
                <a:srgbClr val="FF0000"/>
              </a:buClr>
              <a:buSzPct val="40000"/>
              <a:buFont typeface="Monotype Sorts" charset="2"/>
              <a:buChar char="l"/>
              <a:defRPr sz="1600">
                <a:solidFill>
                  <a:srgbClr val="003366"/>
                </a:solidFill>
                <a:latin typeface="楷体_GB2312" pitchFamily="49" charset="-122"/>
                <a:ea typeface="楷体_GB2312" pitchFamily="49" charset="-122"/>
              </a:defRPr>
            </a:lvl9pPr>
          </a:lstStyle>
          <a:p>
            <a:pPr algn="l">
              <a:spcBef>
                <a:spcPct val="0"/>
              </a:spcBef>
              <a:buClrTx/>
              <a:buSzTx/>
              <a:buFontTx/>
              <a:buNone/>
            </a:pPr>
            <a:r>
              <a:rPr lang="zh-CN" altLang="en-US" sz="800" b="0" dirty="0">
                <a:solidFill>
                  <a:schemeClr val="bg2">
                    <a:lumMod val="50000"/>
                  </a:schemeClr>
                </a:solidFill>
                <a:latin typeface="Arial" panose="020B0604020202020204" pitchFamily="34" charset="0"/>
                <a:ea typeface="华文黑体_易方达" panose="02010600040101010101" pitchFamily="2" charset="-122"/>
                <a:cs typeface="Arial" panose="020B0604020202020204" pitchFamily="34" charset="0"/>
              </a:rPr>
              <a:t>注：数据截至</a:t>
            </a:r>
            <a:r>
              <a:rPr lang="en-US" altLang="zh-CN" sz="800" b="0" dirty="0">
                <a:solidFill>
                  <a:schemeClr val="bg2">
                    <a:lumMod val="50000"/>
                  </a:schemeClr>
                </a:solidFill>
                <a:latin typeface="Arial" panose="020B0604020202020204" pitchFamily="34" charset="0"/>
                <a:ea typeface="华文黑体_易方达" panose="02010600040101010101" pitchFamily="2" charset="-122"/>
                <a:cs typeface="Arial" panose="020B0604020202020204" pitchFamily="34" charset="0"/>
              </a:rPr>
              <a:t>2017</a:t>
            </a:r>
            <a:r>
              <a:rPr lang="zh-CN" altLang="en-US" sz="800" b="0" dirty="0" smtClean="0">
                <a:solidFill>
                  <a:schemeClr val="bg2">
                    <a:lumMod val="50000"/>
                  </a:schemeClr>
                </a:solidFill>
                <a:latin typeface="Arial" panose="020B0604020202020204" pitchFamily="34" charset="0"/>
                <a:ea typeface="华文黑体_易方达" panose="02010600040101010101" pitchFamily="2" charset="-122"/>
                <a:cs typeface="Arial" panose="020B0604020202020204" pitchFamily="34" charset="0"/>
              </a:rPr>
              <a:t>年</a:t>
            </a:r>
            <a:r>
              <a:rPr lang="en-US" altLang="zh-CN" sz="800" b="0" dirty="0">
                <a:solidFill>
                  <a:schemeClr val="bg2">
                    <a:lumMod val="50000"/>
                  </a:schemeClr>
                </a:solidFill>
                <a:latin typeface="Arial" panose="020B0604020202020204" pitchFamily="34" charset="0"/>
                <a:ea typeface="华文黑体_易方达" panose="02010600040101010101" pitchFamily="2" charset="-122"/>
                <a:cs typeface="Arial" panose="020B0604020202020204" pitchFamily="34" charset="0"/>
              </a:rPr>
              <a:t>7</a:t>
            </a:r>
            <a:r>
              <a:rPr lang="zh-CN" altLang="en-US" sz="800" b="0" dirty="0" smtClean="0">
                <a:solidFill>
                  <a:schemeClr val="bg2">
                    <a:lumMod val="50000"/>
                  </a:schemeClr>
                </a:solidFill>
                <a:latin typeface="Arial" panose="020B0604020202020204" pitchFamily="34" charset="0"/>
                <a:ea typeface="华文黑体_易方达" panose="02010600040101010101" pitchFamily="2" charset="-122"/>
                <a:cs typeface="Arial" panose="020B0604020202020204" pitchFamily="34" charset="0"/>
              </a:rPr>
              <a:t>月</a:t>
            </a:r>
            <a:r>
              <a:rPr lang="zh-CN" altLang="en-US" sz="800" b="0" dirty="0">
                <a:solidFill>
                  <a:schemeClr val="bg2">
                    <a:lumMod val="50000"/>
                  </a:schemeClr>
                </a:solidFill>
                <a:latin typeface="Arial" panose="020B0604020202020204" pitchFamily="34" charset="0"/>
                <a:ea typeface="华文黑体_易方达" panose="02010600040101010101" pitchFamily="2" charset="-122"/>
                <a:cs typeface="Arial" panose="020B0604020202020204" pitchFamily="34" charset="0"/>
              </a:rPr>
              <a:t>底</a:t>
            </a:r>
          </a:p>
        </p:txBody>
      </p:sp>
      <p:sp>
        <p:nvSpPr>
          <p:cNvPr id="2" name="矩形 1"/>
          <p:cNvSpPr/>
          <p:nvPr/>
        </p:nvSpPr>
        <p:spPr bwMode="auto">
          <a:xfrm>
            <a:off x="8175812" y="4163208"/>
            <a:ext cx="430306" cy="308254"/>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defRPr lang="zh-CN" altLang="en-US" sz="8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altLang="zh-CN" sz="800" dirty="0">
                <a:solidFill>
                  <a:schemeClr val="tx1">
                    <a:lumMod val="65000"/>
                    <a:lumOff val="35000"/>
                  </a:schemeClr>
                </a:solidFill>
                <a:latin typeface="Arial" panose="020B0604020202020204" pitchFamily="34" charset="0"/>
                <a:ea typeface="+mn-ea"/>
                <a:cs typeface="Arial" panose="020B0604020202020204" pitchFamily="34" charset="0"/>
              </a:rPr>
              <a:t>2017</a:t>
            </a:r>
            <a:endParaRPr lang="zh-CN" altLang="en-US" sz="800" dirty="0">
              <a:solidFill>
                <a:schemeClr val="tx1">
                  <a:lumMod val="65000"/>
                  <a:lumOff val="35000"/>
                </a:schemeClr>
              </a:solidFill>
              <a:latin typeface="Arial" panose="020B0604020202020204" pitchFamily="34" charset="0"/>
              <a:ea typeface="+mn-ea"/>
              <a:cs typeface="Arial" panose="020B0604020202020204" pitchFamily="34" charset="0"/>
            </a:endParaRPr>
          </a:p>
        </p:txBody>
      </p:sp>
      <p:sp>
        <p:nvSpPr>
          <p:cNvPr id="3" name="矩形 2"/>
          <p:cNvSpPr/>
          <p:nvPr/>
        </p:nvSpPr>
        <p:spPr bwMode="auto">
          <a:xfrm>
            <a:off x="8304904" y="2334409"/>
            <a:ext cx="150607" cy="333487"/>
          </a:xfrm>
          <a:prstGeom prst="rect">
            <a:avLst/>
          </a:prstGeom>
          <a:solidFill>
            <a:srgbClr val="00509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Arial" charset="0"/>
              <a:ea typeface="ＭＳ Ｐゴシック" charset="-128"/>
              <a:cs typeface="ＭＳ Ｐゴシック" charset="-128"/>
            </a:endParaRPr>
          </a:p>
        </p:txBody>
      </p:sp>
      <p:sp>
        <p:nvSpPr>
          <p:cNvPr id="9" name="椭圆 8"/>
          <p:cNvSpPr/>
          <p:nvPr/>
        </p:nvSpPr>
        <p:spPr bwMode="auto">
          <a:xfrm>
            <a:off x="3817336" y="1851433"/>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900" b="1"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2</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0" name="椭圆 9"/>
          <p:cNvSpPr/>
          <p:nvPr/>
        </p:nvSpPr>
        <p:spPr bwMode="auto">
          <a:xfrm>
            <a:off x="140869" y="4443477"/>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900" b="1" dirty="0" smtClean="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3</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2" name="矩形 11"/>
          <p:cNvSpPr/>
          <p:nvPr/>
        </p:nvSpPr>
        <p:spPr bwMode="auto">
          <a:xfrm>
            <a:off x="-1828801" y="-8546"/>
            <a:ext cx="1768979" cy="2094874"/>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文字区域</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可调整为“上文下图”格式，上方为文字区域，</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制作时注意文字简洁，分级不宜过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多。一般情况为华</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文黑体，</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15</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号，深灰（</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2.</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图表区</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域</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下方为图表区域，图</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表</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等需遵</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循统一规范制作（具体</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见</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后</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3.</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备</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注</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项</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所有备注中</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文为华文黑体，英文</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7</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号，灰色（</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1" name="椭圆 10"/>
          <p:cNvSpPr/>
          <p:nvPr/>
        </p:nvSpPr>
        <p:spPr bwMode="auto">
          <a:xfrm>
            <a:off x="131433" y="1270736"/>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dirty="0" smtClean="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rPr>
              <a:t>1</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val="2084496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b="0" i="0" baseline="0">
                <a:solidFill>
                  <a:srgbClr val="005096"/>
                </a:solidFill>
                <a:latin typeface="Arial"/>
                <a:ea typeface="华文黑体"/>
                <a:cs typeface="华文细黑"/>
              </a:defRPr>
            </a:lvl1pPr>
            <a:lvl2pPr algn="l" rtl="0" fontAlgn="base">
              <a:spcBef>
                <a:spcPct val="0"/>
              </a:spcBef>
              <a:spcAft>
                <a:spcPct val="0"/>
              </a:spcAft>
              <a:defRPr sz="3600">
                <a:solidFill>
                  <a:schemeClr val="tx1"/>
                </a:solidFill>
                <a:latin typeface="黑体" charset="-122"/>
                <a:ea typeface="黑体" charset="0"/>
                <a:cs typeface="ＭＳ Ｐゴシック" charset="-128"/>
              </a:defRPr>
            </a:lvl2pPr>
            <a:lvl3pPr algn="l" rtl="0" fontAlgn="base">
              <a:spcBef>
                <a:spcPct val="0"/>
              </a:spcBef>
              <a:spcAft>
                <a:spcPct val="0"/>
              </a:spcAft>
              <a:defRPr sz="3600">
                <a:solidFill>
                  <a:schemeClr val="tx1"/>
                </a:solidFill>
                <a:latin typeface="黑体" charset="-122"/>
                <a:ea typeface="黑体" charset="0"/>
                <a:cs typeface="ＭＳ Ｐゴシック" charset="-128"/>
              </a:defRPr>
            </a:lvl3pPr>
            <a:lvl4pPr algn="l" rtl="0" fontAlgn="base">
              <a:spcBef>
                <a:spcPct val="0"/>
              </a:spcBef>
              <a:spcAft>
                <a:spcPct val="0"/>
              </a:spcAft>
              <a:defRPr sz="3600">
                <a:solidFill>
                  <a:schemeClr val="tx1"/>
                </a:solidFill>
                <a:latin typeface="黑体" charset="-122"/>
                <a:ea typeface="黑体" charset="0"/>
                <a:cs typeface="ＭＳ Ｐゴシック" charset="-128"/>
              </a:defRPr>
            </a:lvl4pPr>
            <a:lvl5pPr algn="l" rtl="0" fontAlgn="base">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a:lstStyle>
          <a:p>
            <a:r>
              <a:rPr lang="zh-CN" altLang="en-US" sz="23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a:t>
            </a:r>
            <a:endParaRPr lang="en-US" sz="23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2962792555"/>
              </p:ext>
            </p:extLst>
          </p:nvPr>
        </p:nvGraphicFramePr>
        <p:xfrm>
          <a:off x="323850" y="1050267"/>
          <a:ext cx="8033937" cy="3675560"/>
        </p:xfrm>
        <a:graphic>
          <a:graphicData uri="http://schemas.openxmlformats.org/drawingml/2006/table">
            <a:tbl>
              <a:tblPr firstRow="1" bandRow="1">
                <a:tableStyleId>{5C22544A-7EE6-4342-B048-85BDC9FD1C3A}</a:tableStyleId>
              </a:tblPr>
              <a:tblGrid>
                <a:gridCol w="1173973">
                  <a:extLst>
                    <a:ext uri="{9D8B030D-6E8A-4147-A177-3AD203B41FA5}">
                      <a16:colId xmlns:a16="http://schemas.microsoft.com/office/drawing/2014/main" val="20000"/>
                    </a:ext>
                  </a:extLst>
                </a:gridCol>
                <a:gridCol w="6859964">
                  <a:extLst>
                    <a:ext uri="{9D8B030D-6E8A-4147-A177-3AD203B41FA5}">
                      <a16:colId xmlns:a16="http://schemas.microsoft.com/office/drawing/2014/main" val="20001"/>
                    </a:ext>
                  </a:extLst>
                </a:gridCol>
              </a:tblGrid>
              <a:tr h="525080">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01.</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封面</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0"/>
                  </a:ext>
                </a:extLst>
              </a:tr>
              <a:tr h="525080">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02.</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目录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1"/>
                  </a:ext>
                </a:extLst>
              </a:tr>
              <a:tr h="525080">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03.</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纯文字页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2"/>
                  </a:ext>
                </a:extLst>
              </a:tr>
              <a:tr h="525080">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04.</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文字与图表结合页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3"/>
                  </a:ext>
                </a:extLst>
              </a:tr>
              <a:tr h="525080">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05.</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图表</a:t>
                      </a:r>
                      <a:endParaRPr lang="zh-CN" altLang="en-US" sz="1800" b="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4"/>
                  </a:ext>
                </a:extLst>
              </a:tr>
              <a:tr h="52508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06.</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风险提示及免责声明</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5"/>
                  </a:ext>
                </a:extLst>
              </a:tr>
              <a:tr h="52508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07.</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封底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3759955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b="1" dirty="0" smtClean="0">
                <a:latin typeface="华文黑体_易方达" panose="02010600040101010101" pitchFamily="2" charset="-122"/>
                <a:ea typeface="华文黑体_易方达" panose="02010600040101010101" pitchFamily="2" charset="-122"/>
              </a:rPr>
              <a:t>颜色规范</a:t>
            </a:r>
            <a:endParaRPr lang="zh-CN" altLang="en-US" b="1" dirty="0">
              <a:latin typeface="华文黑体_易方达" panose="02010600040101010101" pitchFamily="2" charset="-122"/>
              <a:ea typeface="华文黑体_易方达" panose="02010600040101010101" pitchFamily="2" charset="-122"/>
            </a:endParaRPr>
          </a:p>
        </p:txBody>
      </p:sp>
      <p:sp>
        <p:nvSpPr>
          <p:cNvPr id="5" name="内容占位符 4"/>
          <p:cNvSpPr>
            <a:spLocks noGrp="1"/>
          </p:cNvSpPr>
          <p:nvPr>
            <p:ph idx="10"/>
          </p:nvPr>
        </p:nvSpPr>
        <p:spPr>
          <a:xfrm>
            <a:off x="247829" y="1241425"/>
            <a:ext cx="8597069" cy="4333269"/>
          </a:xfrm>
          <a:noFill/>
          <a:ln w="19050" cap="flat" cmpd="sng" algn="ctr">
            <a:noFill/>
            <a:prstDash val="sys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171450" indent="-171450" eaLnBrk="0" hangingPunct="0">
              <a:spcBef>
                <a:spcPct val="0"/>
              </a:spcBef>
              <a:buFont typeface="Arial" panose="020B0604020202020204" pitchFamily="34" charset="0"/>
              <a:buChar char="•"/>
            </a:pPr>
            <a:r>
              <a:rPr lang="zh-CN" altLang="en-US" sz="1200" kern="1200" dirty="0" smtClean="0">
                <a:solidFill>
                  <a:schemeClr val="accent4"/>
                </a:solidFill>
                <a:latin typeface="Arial" panose="020B0604020202020204" pitchFamily="34" charset="0"/>
                <a:cs typeface="Arial" panose="020B0604020202020204" pitchFamily="34" charset="0"/>
              </a:rPr>
              <a:t>图</a:t>
            </a:r>
            <a:r>
              <a:rPr lang="zh-CN" altLang="en-US" sz="1200" kern="1200" dirty="0">
                <a:solidFill>
                  <a:schemeClr val="accent4"/>
                </a:solidFill>
                <a:latin typeface="Arial" panose="020B0604020202020204" pitchFamily="34" charset="0"/>
                <a:cs typeface="Arial" panose="020B0604020202020204" pitchFamily="34" charset="0"/>
              </a:rPr>
              <a:t>表等配色以</a:t>
            </a:r>
            <a:r>
              <a:rPr lang="en-US" altLang="zh-CN" sz="1200" kern="1200" dirty="0">
                <a:solidFill>
                  <a:schemeClr val="accent4"/>
                </a:solidFill>
                <a:latin typeface="Arial" panose="020B0604020202020204" pitchFamily="34" charset="0"/>
                <a:cs typeface="Arial" panose="020B0604020202020204" pitchFamily="34" charset="0"/>
              </a:rPr>
              <a:t>VI</a:t>
            </a:r>
            <a:r>
              <a:rPr lang="zh-CN" altLang="en-US" sz="1200" kern="1200" dirty="0">
                <a:solidFill>
                  <a:schemeClr val="accent4"/>
                </a:solidFill>
                <a:latin typeface="Arial" panose="020B0604020202020204" pitchFamily="34" charset="0"/>
                <a:cs typeface="Arial" panose="020B0604020202020204" pitchFamily="34" charset="0"/>
              </a:rPr>
              <a:t>颜色系统为基准，考虑到</a:t>
            </a:r>
            <a:r>
              <a:rPr lang="en-US" altLang="zh-CN" sz="1200" kern="1200" dirty="0">
                <a:solidFill>
                  <a:schemeClr val="accent4"/>
                </a:solidFill>
                <a:latin typeface="Arial" panose="020B0604020202020204" pitchFamily="34" charset="0"/>
                <a:cs typeface="Arial" panose="020B0604020202020204" pitchFamily="34" charset="0"/>
              </a:rPr>
              <a:t>ppt</a:t>
            </a:r>
            <a:r>
              <a:rPr lang="zh-CN" altLang="en-US" sz="1200" kern="1200" dirty="0">
                <a:solidFill>
                  <a:schemeClr val="accent4"/>
                </a:solidFill>
                <a:latin typeface="Arial" panose="020B0604020202020204" pitchFamily="34" charset="0"/>
                <a:cs typeface="Arial" panose="020B0604020202020204" pitchFamily="34" charset="0"/>
              </a:rPr>
              <a:t>制作所需颜色可能较多，对</a:t>
            </a:r>
            <a:r>
              <a:rPr lang="en-US" altLang="zh-CN" sz="1200" kern="1200" dirty="0">
                <a:solidFill>
                  <a:schemeClr val="accent4"/>
                </a:solidFill>
                <a:latin typeface="Arial" panose="020B0604020202020204" pitchFamily="34" charset="0"/>
                <a:cs typeface="Arial" panose="020B0604020202020204" pitchFamily="34" charset="0"/>
              </a:rPr>
              <a:t>VI</a:t>
            </a:r>
            <a:r>
              <a:rPr lang="zh-CN" altLang="en-US" sz="1200" kern="1200" dirty="0">
                <a:solidFill>
                  <a:schemeClr val="accent4"/>
                </a:solidFill>
                <a:latin typeface="Arial" panose="020B0604020202020204" pitchFamily="34" charset="0"/>
                <a:cs typeface="Arial" panose="020B0604020202020204" pitchFamily="34" charset="0"/>
              </a:rPr>
              <a:t>颜色进</a:t>
            </a:r>
            <a:r>
              <a:rPr lang="zh-CN" altLang="en-US" sz="1200" kern="1200" dirty="0" smtClean="0">
                <a:solidFill>
                  <a:schemeClr val="accent4"/>
                </a:solidFill>
                <a:latin typeface="Arial" panose="020B0604020202020204" pitchFamily="34" charset="0"/>
                <a:cs typeface="Arial" panose="020B0604020202020204" pitchFamily="34" charset="0"/>
              </a:rPr>
              <a:t>行延展，</a:t>
            </a:r>
            <a:r>
              <a:rPr lang="zh-CN" altLang="en-US" sz="1200" kern="1200" dirty="0">
                <a:solidFill>
                  <a:schemeClr val="accent4"/>
                </a:solidFill>
                <a:latin typeface="Arial" panose="020B0604020202020204" pitchFamily="34" charset="0"/>
                <a:cs typeface="Arial" panose="020B0604020202020204" pitchFamily="34" charset="0"/>
              </a:rPr>
              <a:t>可用颜色如</a:t>
            </a:r>
            <a:r>
              <a:rPr lang="zh-CN" altLang="en-US" sz="1200" kern="1200" dirty="0" smtClean="0">
                <a:solidFill>
                  <a:schemeClr val="accent4"/>
                </a:solidFill>
                <a:latin typeface="Arial" panose="020B0604020202020204" pitchFamily="34" charset="0"/>
                <a:cs typeface="Arial" panose="020B0604020202020204" pitchFamily="34" charset="0"/>
              </a:rPr>
              <a:t>下。</a:t>
            </a:r>
            <a:r>
              <a:rPr lang="en-US" altLang="zh-CN" sz="1200" kern="1200" dirty="0" smtClean="0">
                <a:solidFill>
                  <a:schemeClr val="accent4"/>
                </a:solidFill>
                <a:latin typeface="Arial" panose="020B0604020202020204" pitchFamily="34" charset="0"/>
                <a:cs typeface="Arial" panose="020B0604020202020204" pitchFamily="34" charset="0"/>
              </a:rPr>
              <a:t>PPT</a:t>
            </a:r>
            <a:r>
              <a:rPr lang="zh-CN" altLang="en-US" sz="1200" kern="1200" dirty="0" smtClean="0">
                <a:solidFill>
                  <a:schemeClr val="accent4"/>
                </a:solidFill>
                <a:latin typeface="Arial" panose="020B0604020202020204" pitchFamily="34" charset="0"/>
                <a:cs typeface="Arial" panose="020B0604020202020204" pitchFamily="34" charset="0"/>
              </a:rPr>
              <a:t>制作时可使用“取色器”功能直接复制相关颜色</a:t>
            </a:r>
            <a:r>
              <a:rPr lang="en-US" altLang="zh-CN" sz="1200" kern="1200" dirty="0" smtClean="0">
                <a:solidFill>
                  <a:schemeClr val="accent4"/>
                </a:solidFill>
                <a:latin typeface="Arial" panose="020B0604020202020204" pitchFamily="34" charset="0"/>
                <a:cs typeface="Arial" panose="020B0604020202020204" pitchFamily="34" charset="0"/>
              </a:rPr>
              <a:t>,</a:t>
            </a:r>
            <a:r>
              <a:rPr lang="zh-CN" altLang="en-US" sz="1200" kern="1200" dirty="0" smtClean="0">
                <a:solidFill>
                  <a:schemeClr val="accent4"/>
                </a:solidFill>
                <a:latin typeface="Arial" panose="020B0604020202020204" pitchFamily="34" charset="0"/>
                <a:cs typeface="Arial" panose="020B0604020202020204" pitchFamily="34" charset="0"/>
              </a:rPr>
              <a:t>模板中已预设以下几种主题颜色</a:t>
            </a:r>
            <a:endParaRPr lang="en-US" altLang="zh-CN" sz="1200" kern="1200" dirty="0" smtClean="0">
              <a:solidFill>
                <a:schemeClr val="accent4"/>
              </a:solidFill>
              <a:latin typeface="Arial" panose="020B0604020202020204" pitchFamily="34" charset="0"/>
              <a:cs typeface="Arial" panose="020B0604020202020204" pitchFamily="34" charset="0"/>
            </a:endParaRPr>
          </a:p>
          <a:p>
            <a:pPr marL="171450" indent="-171450" eaLnBrk="0" hangingPunct="0">
              <a:spcBef>
                <a:spcPct val="0"/>
              </a:spcBef>
              <a:buFont typeface="Arial" panose="020B0604020202020204" pitchFamily="34" charset="0"/>
              <a:buChar char="•"/>
            </a:pPr>
            <a:r>
              <a:rPr lang="zh-CN" altLang="en-US" sz="1200" kern="1200" dirty="0" smtClean="0">
                <a:solidFill>
                  <a:schemeClr val="accent4"/>
                </a:solidFill>
                <a:latin typeface="Arial" panose="020B0604020202020204" pitchFamily="34" charset="0"/>
                <a:cs typeface="Arial" panose="020B0604020202020204" pitchFamily="34" charset="0"/>
              </a:rPr>
              <a:t>如以下颜色仍不够，应选用以下蓝、灰色系不同深浅度的颜色予以补充</a:t>
            </a:r>
            <a:endParaRPr lang="zh-CN" altLang="en-US" sz="1200" kern="1200" dirty="0">
              <a:solidFill>
                <a:schemeClr val="accent4"/>
              </a:solidFill>
              <a:latin typeface="Arial" panose="020B0604020202020204" pitchFamily="34" charset="0"/>
              <a:cs typeface="Arial" panose="020B0604020202020204" pitchFamily="34" charset="0"/>
            </a:endParaRPr>
          </a:p>
        </p:txBody>
      </p:sp>
      <p:grpSp>
        <p:nvGrpSpPr>
          <p:cNvPr id="3" name="组合 2"/>
          <p:cNvGrpSpPr/>
          <p:nvPr/>
        </p:nvGrpSpPr>
        <p:grpSpPr>
          <a:xfrm>
            <a:off x="348834" y="2384269"/>
            <a:ext cx="8496064" cy="1569697"/>
            <a:chOff x="348834" y="2384269"/>
            <a:chExt cx="8496064" cy="1569697"/>
          </a:xfrm>
        </p:grpSpPr>
        <p:grpSp>
          <p:nvGrpSpPr>
            <p:cNvPr id="2" name="组合 1"/>
            <p:cNvGrpSpPr/>
            <p:nvPr/>
          </p:nvGrpSpPr>
          <p:grpSpPr>
            <a:xfrm>
              <a:off x="348834" y="2384269"/>
              <a:ext cx="8236932" cy="1512613"/>
              <a:chOff x="348834" y="2384269"/>
              <a:chExt cx="8236932" cy="1512613"/>
            </a:xfrm>
          </p:grpSpPr>
          <p:grpSp>
            <p:nvGrpSpPr>
              <p:cNvPr id="18" name="组合 17"/>
              <p:cNvGrpSpPr/>
              <p:nvPr/>
            </p:nvGrpSpPr>
            <p:grpSpPr>
              <a:xfrm>
                <a:off x="348834" y="2384273"/>
                <a:ext cx="6648129" cy="1512609"/>
                <a:chOff x="694642" y="2718763"/>
                <a:chExt cx="7597250" cy="2189466"/>
              </a:xfrm>
            </p:grpSpPr>
            <p:sp>
              <p:nvSpPr>
                <p:cNvPr id="6" name="矩形 5"/>
                <p:cNvSpPr/>
                <p:nvPr/>
              </p:nvSpPr>
              <p:spPr bwMode="auto">
                <a:xfrm>
                  <a:off x="694642" y="2718767"/>
                  <a:ext cx="1370703" cy="1898660"/>
                </a:xfrm>
                <a:prstGeom prst="rect">
                  <a:avLst/>
                </a:prstGeom>
                <a:solidFill>
                  <a:srgbClr val="00509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7" name="矩形 6"/>
                <p:cNvSpPr/>
                <p:nvPr/>
              </p:nvSpPr>
              <p:spPr bwMode="auto">
                <a:xfrm>
                  <a:off x="2065345" y="2718767"/>
                  <a:ext cx="1370703" cy="1898660"/>
                </a:xfrm>
                <a:prstGeom prst="rect">
                  <a:avLst/>
                </a:prstGeom>
                <a:solidFill>
                  <a:srgbClr val="0078B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8" name="文本框 7"/>
                <p:cNvSpPr txBox="1"/>
                <p:nvPr/>
              </p:nvSpPr>
              <p:spPr>
                <a:xfrm>
                  <a:off x="2335584" y="4723563"/>
                  <a:ext cx="1370703" cy="184666"/>
                </a:xfrm>
                <a:prstGeom prst="rect">
                  <a:avLst/>
                </a:prstGeom>
                <a:noFill/>
              </p:spPr>
              <p:txBody>
                <a:bodyPr wrap="square" rtlCol="0">
                  <a:spAutoFit/>
                </a:bodyPr>
                <a:lstStyle/>
                <a:p>
                  <a:r>
                    <a:rPr lang="en-US" altLang="zh-CN" sz="600" dirty="0" smtClean="0">
                      <a:latin typeface="Arial" panose="020B0604020202020204" pitchFamily="34" charset="0"/>
                      <a:ea typeface="黑体" pitchFamily="49" charset="-122"/>
                      <a:cs typeface="Arial" panose="020B0604020202020204" pitchFamily="34" charset="0"/>
                    </a:rPr>
                    <a:t>R0.G120.B180</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9" name="文本框 8"/>
                <p:cNvSpPr txBox="1"/>
                <p:nvPr/>
              </p:nvSpPr>
              <p:spPr>
                <a:xfrm>
                  <a:off x="705785" y="4723563"/>
                  <a:ext cx="1370703" cy="184666"/>
                </a:xfrm>
                <a:prstGeom prst="rect">
                  <a:avLst/>
                </a:prstGeom>
                <a:noFill/>
              </p:spPr>
              <p:txBody>
                <a:bodyPr wrap="square" rtlCol="0">
                  <a:spAutoFit/>
                </a:bodyPr>
                <a:lstStyle/>
                <a:p>
                  <a:r>
                    <a:rPr lang="en-US" altLang="zh-CN" sz="600" dirty="0" smtClean="0">
                      <a:latin typeface="Arial" panose="020B0604020202020204" pitchFamily="34" charset="0"/>
                      <a:ea typeface="黑体" pitchFamily="49" charset="-122"/>
                      <a:cs typeface="Arial" panose="020B0604020202020204" pitchFamily="34" charset="0"/>
                    </a:rPr>
                    <a:t>R0.G80.B150</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10" name="矩形 9"/>
                <p:cNvSpPr/>
                <p:nvPr/>
              </p:nvSpPr>
              <p:spPr bwMode="auto">
                <a:xfrm>
                  <a:off x="3436047" y="2718766"/>
                  <a:ext cx="735500" cy="1898660"/>
                </a:xfrm>
                <a:prstGeom prst="rect">
                  <a:avLst/>
                </a:prstGeom>
                <a:solidFill>
                  <a:srgbClr val="00BEE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11" name="文本框 10"/>
                <p:cNvSpPr txBox="1"/>
                <p:nvPr/>
              </p:nvSpPr>
              <p:spPr>
                <a:xfrm>
                  <a:off x="3436047" y="4723563"/>
                  <a:ext cx="1370703" cy="184666"/>
                </a:xfrm>
                <a:prstGeom prst="rect">
                  <a:avLst/>
                </a:prstGeom>
                <a:noFill/>
              </p:spPr>
              <p:txBody>
                <a:bodyPr wrap="square" rtlCol="0">
                  <a:spAutoFit/>
                </a:bodyPr>
                <a:lstStyle/>
                <a:p>
                  <a:r>
                    <a:rPr lang="en-US" altLang="zh-CN" sz="600" dirty="0" smtClean="0">
                      <a:latin typeface="Arial" panose="020B0604020202020204" pitchFamily="34" charset="0"/>
                      <a:ea typeface="黑体" pitchFamily="49" charset="-122"/>
                      <a:cs typeface="Arial" panose="020B0604020202020204" pitchFamily="34" charset="0"/>
                    </a:rPr>
                    <a:t>R30.G185.B225</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12" name="矩形 11"/>
                <p:cNvSpPr/>
                <p:nvPr/>
              </p:nvSpPr>
              <p:spPr bwMode="auto">
                <a:xfrm>
                  <a:off x="4171547" y="2718766"/>
                  <a:ext cx="735500" cy="1898660"/>
                </a:xfrm>
                <a:prstGeom prst="rect">
                  <a:avLst/>
                </a:prstGeom>
                <a:solidFill>
                  <a:srgbClr val="B3EB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13" name="文本框 12"/>
                <p:cNvSpPr txBox="1"/>
                <p:nvPr/>
              </p:nvSpPr>
              <p:spPr>
                <a:xfrm>
                  <a:off x="3814788" y="2808360"/>
                  <a:ext cx="1370703" cy="184666"/>
                </a:xfrm>
                <a:prstGeom prst="rect">
                  <a:avLst/>
                </a:prstGeom>
                <a:noFill/>
              </p:spPr>
              <p:txBody>
                <a:bodyPr wrap="square" rtlCol="0">
                  <a:spAutoFit/>
                </a:bodyPr>
                <a:lstStyle/>
                <a:p>
                  <a:pPr algn="ctr"/>
                  <a:r>
                    <a:rPr lang="en-US" altLang="zh-CN" sz="600" dirty="0" smtClean="0">
                      <a:latin typeface="Arial" panose="020B0604020202020204" pitchFamily="34" charset="0"/>
                      <a:ea typeface="黑体" pitchFamily="49" charset="-122"/>
                      <a:cs typeface="Arial" panose="020B0604020202020204" pitchFamily="34" charset="0"/>
                    </a:rPr>
                    <a:t>R179.G235.B255</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14" name="矩形 13"/>
                <p:cNvSpPr/>
                <p:nvPr/>
              </p:nvSpPr>
              <p:spPr bwMode="auto">
                <a:xfrm>
                  <a:off x="4907047" y="2718766"/>
                  <a:ext cx="785647" cy="1902592"/>
                </a:xfrm>
                <a:prstGeom prst="rect">
                  <a:avLst/>
                </a:prstGeom>
                <a:solidFill>
                  <a:srgbClr val="3C3C3C"/>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15" name="文本框 14"/>
                <p:cNvSpPr txBox="1"/>
                <p:nvPr/>
              </p:nvSpPr>
              <p:spPr>
                <a:xfrm>
                  <a:off x="4951622" y="4707021"/>
                  <a:ext cx="1370703" cy="184666"/>
                </a:xfrm>
                <a:prstGeom prst="rect">
                  <a:avLst/>
                </a:prstGeom>
                <a:noFill/>
              </p:spPr>
              <p:txBody>
                <a:bodyPr wrap="square" rtlCol="0">
                  <a:spAutoFit/>
                </a:bodyPr>
                <a:lstStyle/>
                <a:p>
                  <a:r>
                    <a:rPr lang="en-US" altLang="zh-CN" sz="600" dirty="0" smtClean="0">
                      <a:latin typeface="Arial" panose="020B0604020202020204" pitchFamily="34" charset="0"/>
                      <a:ea typeface="黑体" pitchFamily="49" charset="-122"/>
                      <a:cs typeface="Arial" panose="020B0604020202020204" pitchFamily="34" charset="0"/>
                    </a:rPr>
                    <a:t>R60.G60.B60</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16" name="矩形 15"/>
                <p:cNvSpPr/>
                <p:nvPr/>
              </p:nvSpPr>
              <p:spPr bwMode="auto">
                <a:xfrm>
                  <a:off x="5691371" y="2718763"/>
                  <a:ext cx="735500" cy="1898661"/>
                </a:xfrm>
                <a:prstGeom prst="rect">
                  <a:avLst/>
                </a:prstGeom>
                <a:solidFill>
                  <a:srgbClr val="969696"/>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17" name="矩形 16"/>
                <p:cNvSpPr/>
                <p:nvPr/>
              </p:nvSpPr>
              <p:spPr bwMode="auto">
                <a:xfrm>
                  <a:off x="7162371" y="2718763"/>
                  <a:ext cx="735500" cy="1898661"/>
                </a:xfrm>
                <a:prstGeom prst="rect">
                  <a:avLst/>
                </a:prstGeom>
                <a:solidFill>
                  <a:srgbClr val="CCCCCC"/>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19" name="文本框 18"/>
                <p:cNvSpPr txBox="1"/>
                <p:nvPr/>
              </p:nvSpPr>
              <p:spPr>
                <a:xfrm>
                  <a:off x="5374431" y="2785166"/>
                  <a:ext cx="1370703" cy="184666"/>
                </a:xfrm>
                <a:prstGeom prst="rect">
                  <a:avLst/>
                </a:prstGeom>
                <a:noFill/>
              </p:spPr>
              <p:txBody>
                <a:bodyPr wrap="square" rtlCol="0">
                  <a:spAutoFit/>
                </a:bodyPr>
                <a:lstStyle/>
                <a:p>
                  <a:pPr algn="ctr"/>
                  <a:r>
                    <a:rPr lang="en-US" altLang="zh-CN" sz="600" dirty="0" smtClean="0">
                      <a:solidFill>
                        <a:schemeClr val="bg1"/>
                      </a:solidFill>
                      <a:latin typeface="Arial" panose="020B0604020202020204" pitchFamily="34" charset="0"/>
                      <a:ea typeface="黑体" pitchFamily="49" charset="-122"/>
                      <a:cs typeface="Arial" panose="020B0604020202020204" pitchFamily="34" charset="0"/>
                    </a:rPr>
                    <a:t>R150.G150.B150</a:t>
                  </a:r>
                  <a:endParaRPr lang="zh-CN" altLang="en-US" sz="600" dirty="0" smtClean="0">
                    <a:solidFill>
                      <a:schemeClr val="bg1"/>
                    </a:solidFill>
                    <a:latin typeface="Arial" panose="020B0604020202020204" pitchFamily="34" charset="0"/>
                    <a:ea typeface="黑体" pitchFamily="49" charset="-122"/>
                    <a:cs typeface="Arial" panose="020B0604020202020204" pitchFamily="34" charset="0"/>
                  </a:endParaRPr>
                </a:p>
              </p:txBody>
            </p:sp>
            <p:sp>
              <p:nvSpPr>
                <p:cNvPr id="20" name="文本框 19"/>
                <p:cNvSpPr txBox="1"/>
                <p:nvPr/>
              </p:nvSpPr>
              <p:spPr>
                <a:xfrm>
                  <a:off x="6921189" y="4723563"/>
                  <a:ext cx="1370703" cy="184666"/>
                </a:xfrm>
                <a:prstGeom prst="rect">
                  <a:avLst/>
                </a:prstGeom>
                <a:noFill/>
              </p:spPr>
              <p:txBody>
                <a:bodyPr wrap="square" rtlCol="0">
                  <a:spAutoFit/>
                </a:bodyPr>
                <a:lstStyle/>
                <a:p>
                  <a:pPr algn="ctr"/>
                  <a:r>
                    <a:rPr lang="en-US" altLang="zh-CN" sz="600" dirty="0" smtClean="0">
                      <a:latin typeface="Arial" panose="020B0604020202020204" pitchFamily="34" charset="0"/>
                      <a:ea typeface="黑体" pitchFamily="49" charset="-122"/>
                      <a:cs typeface="Arial" panose="020B0604020202020204" pitchFamily="34" charset="0"/>
                    </a:rPr>
                    <a:t>R204.G204.B204</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21" name="矩形 20"/>
                <p:cNvSpPr/>
                <p:nvPr/>
              </p:nvSpPr>
              <p:spPr bwMode="auto">
                <a:xfrm>
                  <a:off x="6426871" y="2718763"/>
                  <a:ext cx="735500" cy="1898658"/>
                </a:xfrm>
                <a:prstGeom prst="rect">
                  <a:avLst/>
                </a:prstGeom>
                <a:solidFill>
                  <a:srgbClr val="C1C6C8"/>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22" name="文本框 21"/>
                <p:cNvSpPr txBox="1"/>
                <p:nvPr/>
              </p:nvSpPr>
              <p:spPr>
                <a:xfrm>
                  <a:off x="6109269" y="4703084"/>
                  <a:ext cx="1370703" cy="184666"/>
                </a:xfrm>
                <a:prstGeom prst="rect">
                  <a:avLst/>
                </a:prstGeom>
                <a:noFill/>
              </p:spPr>
              <p:txBody>
                <a:bodyPr wrap="square" rtlCol="0">
                  <a:spAutoFit/>
                </a:bodyPr>
                <a:lstStyle/>
                <a:p>
                  <a:pPr algn="ctr"/>
                  <a:r>
                    <a:rPr lang="en-US" altLang="zh-CN" sz="600" dirty="0" smtClean="0">
                      <a:latin typeface="Arial" panose="020B0604020202020204" pitchFamily="34" charset="0"/>
                      <a:ea typeface="黑体" pitchFamily="49" charset="-122"/>
                      <a:cs typeface="Arial" panose="020B0604020202020204" pitchFamily="34" charset="0"/>
                    </a:rPr>
                    <a:t>R193.G198.B200</a:t>
                  </a:r>
                  <a:endParaRPr lang="zh-CN" altLang="en-US" sz="600" dirty="0" smtClean="0">
                    <a:latin typeface="Arial" panose="020B0604020202020204" pitchFamily="34" charset="0"/>
                    <a:ea typeface="黑体" pitchFamily="49" charset="-122"/>
                    <a:cs typeface="Arial" panose="020B0604020202020204" pitchFamily="34" charset="0"/>
                  </a:endParaRPr>
                </a:p>
              </p:txBody>
            </p:sp>
          </p:grpSp>
          <p:sp>
            <p:nvSpPr>
              <p:cNvPr id="29" name="矩形 28"/>
              <p:cNvSpPr/>
              <p:nvPr/>
            </p:nvSpPr>
            <p:spPr bwMode="auto">
              <a:xfrm>
                <a:off x="6652168" y="2384271"/>
                <a:ext cx="643614" cy="1311704"/>
              </a:xfrm>
              <a:prstGeom prst="rect">
                <a:avLst/>
              </a:prstGeom>
              <a:solidFill>
                <a:srgbClr val="FFC819"/>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30" name="矩形 29"/>
              <p:cNvSpPr/>
              <p:nvPr/>
            </p:nvSpPr>
            <p:spPr bwMode="auto">
              <a:xfrm>
                <a:off x="7299695" y="2384269"/>
                <a:ext cx="643614" cy="1311704"/>
              </a:xfrm>
              <a:prstGeom prst="rect">
                <a:avLst/>
              </a:prstGeom>
              <a:solidFill>
                <a:srgbClr val="FFD71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sp>
            <p:nvSpPr>
              <p:cNvPr id="31" name="矩形 30"/>
              <p:cNvSpPr/>
              <p:nvPr/>
            </p:nvSpPr>
            <p:spPr bwMode="auto">
              <a:xfrm>
                <a:off x="7942152" y="2384269"/>
                <a:ext cx="643614" cy="1311704"/>
              </a:xfrm>
              <a:prstGeom prst="rect">
                <a:avLst/>
              </a:prstGeom>
              <a:solidFill>
                <a:srgbClr val="FFEB1E"/>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600" b="0" i="0" u="none" strike="noStrike" cap="none" normalizeH="0" baseline="0">
                  <a:ln>
                    <a:noFill/>
                  </a:ln>
                  <a:solidFill>
                    <a:schemeClr val="tx1"/>
                  </a:solidFill>
                  <a:effectLst/>
                  <a:latin typeface="Arial" panose="020B0604020202020204" pitchFamily="34" charset="0"/>
                  <a:ea typeface="ＭＳ Ｐゴシック" charset="-128"/>
                  <a:cs typeface="Arial" panose="020B0604020202020204" pitchFamily="34" charset="0"/>
                </a:endParaRPr>
              </a:p>
            </p:txBody>
          </p:sp>
        </p:grpSp>
        <p:sp>
          <p:nvSpPr>
            <p:cNvPr id="32" name="文本框 31"/>
            <p:cNvSpPr txBox="1"/>
            <p:nvPr/>
          </p:nvSpPr>
          <p:spPr>
            <a:xfrm>
              <a:off x="6373663" y="2446172"/>
              <a:ext cx="1199462" cy="184666"/>
            </a:xfrm>
            <a:prstGeom prst="rect">
              <a:avLst/>
            </a:prstGeom>
            <a:noFill/>
          </p:spPr>
          <p:txBody>
            <a:bodyPr wrap="square" rtlCol="0">
              <a:spAutoFit/>
            </a:bodyPr>
            <a:lstStyle/>
            <a:p>
              <a:pPr algn="ctr"/>
              <a:r>
                <a:rPr lang="en-US" altLang="zh-CN" sz="600" dirty="0" smtClean="0">
                  <a:latin typeface="Arial" panose="020B0604020202020204" pitchFamily="34" charset="0"/>
                  <a:ea typeface="黑体" pitchFamily="49" charset="-122"/>
                  <a:cs typeface="Arial" panose="020B0604020202020204" pitchFamily="34" charset="0"/>
                </a:rPr>
                <a:t>R255.G200.B25</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33" name="文本框 32"/>
            <p:cNvSpPr txBox="1"/>
            <p:nvPr/>
          </p:nvSpPr>
          <p:spPr>
            <a:xfrm>
              <a:off x="6996963" y="3769300"/>
              <a:ext cx="1199462" cy="184666"/>
            </a:xfrm>
            <a:prstGeom prst="rect">
              <a:avLst/>
            </a:prstGeom>
            <a:noFill/>
          </p:spPr>
          <p:txBody>
            <a:bodyPr wrap="square" rtlCol="0">
              <a:spAutoFit/>
            </a:bodyPr>
            <a:lstStyle/>
            <a:p>
              <a:pPr algn="ctr"/>
              <a:r>
                <a:rPr lang="en-US" altLang="zh-CN" sz="600" dirty="0" smtClean="0">
                  <a:latin typeface="Arial" panose="020B0604020202020204" pitchFamily="34" charset="0"/>
                  <a:ea typeface="黑体" pitchFamily="49" charset="-122"/>
                  <a:cs typeface="Arial" panose="020B0604020202020204" pitchFamily="34" charset="0"/>
                </a:rPr>
                <a:t>R255.G215.B30</a:t>
              </a:r>
              <a:endParaRPr lang="zh-CN" altLang="en-US" sz="600" dirty="0" smtClean="0">
                <a:latin typeface="Arial" panose="020B0604020202020204" pitchFamily="34" charset="0"/>
                <a:ea typeface="黑体" pitchFamily="49" charset="-122"/>
                <a:cs typeface="Arial" panose="020B0604020202020204" pitchFamily="34" charset="0"/>
              </a:endParaRPr>
            </a:p>
          </p:txBody>
        </p:sp>
        <p:sp>
          <p:nvSpPr>
            <p:cNvPr id="34" name="文本框 33"/>
            <p:cNvSpPr txBox="1"/>
            <p:nvPr/>
          </p:nvSpPr>
          <p:spPr>
            <a:xfrm>
              <a:off x="7645436" y="3769300"/>
              <a:ext cx="1199462" cy="184666"/>
            </a:xfrm>
            <a:prstGeom prst="rect">
              <a:avLst/>
            </a:prstGeom>
            <a:noFill/>
          </p:spPr>
          <p:txBody>
            <a:bodyPr wrap="square" rtlCol="0">
              <a:spAutoFit/>
            </a:bodyPr>
            <a:lstStyle/>
            <a:p>
              <a:pPr algn="ctr"/>
              <a:r>
                <a:rPr lang="en-US" altLang="zh-CN" sz="600" dirty="0" smtClean="0">
                  <a:latin typeface="Arial" panose="020B0604020202020204" pitchFamily="34" charset="0"/>
                  <a:ea typeface="黑体" pitchFamily="49" charset="-122"/>
                  <a:cs typeface="Arial" panose="020B0604020202020204" pitchFamily="34" charset="0"/>
                </a:rPr>
                <a:t>R255.G230B30</a:t>
              </a:r>
              <a:endParaRPr lang="zh-CN" altLang="en-US" sz="600" dirty="0" smtClean="0">
                <a:latin typeface="Arial" panose="020B0604020202020204" pitchFamily="34" charset="0"/>
                <a:ea typeface="黑体" pitchFamily="49" charset="-122"/>
                <a:cs typeface="Arial" panose="020B0604020202020204" pitchFamily="34" charset="0"/>
              </a:endParaRPr>
            </a:p>
          </p:txBody>
        </p:sp>
      </p:grpSp>
    </p:spTree>
    <p:extLst>
      <p:ext uri="{BB962C8B-B14F-4D97-AF65-F5344CB8AC3E}">
        <p14:creationId xmlns:p14="http://schemas.microsoft.com/office/powerpoint/2010/main" val="117818336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363151" y="211632"/>
            <a:ext cx="3946375" cy="268047"/>
          </a:xfrm>
        </p:spPr>
        <p:txBody>
          <a:bodyPr/>
          <a:lstStyle/>
          <a:p>
            <a:r>
              <a:rPr lang="zh-CN" altLang="en-US" dirty="0"/>
              <a:t>饼</a:t>
            </a:r>
            <a:r>
              <a:rPr lang="zh-CN" altLang="en-US" dirty="0" smtClean="0"/>
              <a:t>状图</a:t>
            </a:r>
            <a:endParaRPr lang="en-US" b="1" dirty="0">
              <a:latin typeface="华文黑体_易方达" panose="02010600040101010101" pitchFamily="2" charset="-122"/>
              <a:ea typeface="华文黑体_易方达" panose="02010600040101010101" pitchFamily="2" charset="-122"/>
            </a:endParaRPr>
          </a:p>
        </p:txBody>
      </p:sp>
      <p:sp>
        <p:nvSpPr>
          <p:cNvPr id="5" name="矩形 4"/>
          <p:cNvSpPr/>
          <p:nvPr/>
        </p:nvSpPr>
        <p:spPr>
          <a:xfrm>
            <a:off x="-1789342" y="0"/>
            <a:ext cx="1711831" cy="4517544"/>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图表需有标题，标题居中，字</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体为华文黑体</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，一般为</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号（视需要可调）</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深</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图表涉及数据需注明数据来源与日期，备注为华文黑体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7</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号，灰色（</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），于整个图表区左对齐</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图例字</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体使用华文黑</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体，大小根据需要调整，原则上不宜过大（超过图表标题）或过小（小于备注字号）</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表中数字字体统一为</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p>
          <a:p>
            <a:pPr eaLnBrk="0" hangingPunct="0"/>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注：图表颜色通常采用</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VI</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及其延展色系，模板中已设置主题颜色，可直接新建然后微调。图表统一使用纯白底色，不得自行添加背景色，不能对图表使用渐变、阴影、立体等复杂效果</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所有图表不使用边框</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禁止</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使用冗余、厚重和繁杂的装饰效果，如透视、纹理、渐变、阴影、</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3D</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效</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果等</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12" name="Chart 1"/>
          <p:cNvGraphicFramePr/>
          <p:nvPr>
            <p:extLst>
              <p:ext uri="{D42A27DB-BD31-4B8C-83A1-F6EECF244321}">
                <p14:modId xmlns:p14="http://schemas.microsoft.com/office/powerpoint/2010/main" val="4125037975"/>
              </p:ext>
            </p:extLst>
          </p:nvPr>
        </p:nvGraphicFramePr>
        <p:xfrm>
          <a:off x="363151" y="1359283"/>
          <a:ext cx="3946375" cy="2326062"/>
        </p:xfrm>
        <a:graphic>
          <a:graphicData uri="http://schemas.openxmlformats.org/drawingml/2006/chart">
            <c:chart xmlns:c="http://schemas.openxmlformats.org/drawingml/2006/chart" xmlns:r="http://schemas.openxmlformats.org/officeDocument/2006/relationships" r:id="rId3"/>
          </a:graphicData>
        </a:graphic>
      </p:graphicFrame>
      <p:sp>
        <p:nvSpPr>
          <p:cNvPr id="14" name="TextBox 11"/>
          <p:cNvSpPr txBox="1"/>
          <p:nvPr/>
        </p:nvSpPr>
        <p:spPr>
          <a:xfrm>
            <a:off x="363151" y="3526315"/>
            <a:ext cx="3703523" cy="200055"/>
          </a:xfrm>
          <a:prstGeom prst="rect">
            <a:avLst/>
          </a:prstGeom>
          <a:noFill/>
        </p:spPr>
        <p:txBody>
          <a:bodyPr wrap="square" lIns="0" bIns="0" rtlCol="0">
            <a:spAutoFit/>
          </a:bodyPr>
          <a:lstStyle>
            <a:defPPr>
              <a:defRPr lang="en-US"/>
            </a:defPPr>
            <a:lvl1pPr>
              <a:lnSpc>
                <a:spcPts val="1200"/>
              </a:lnSpc>
              <a:defRPr sz="700">
                <a:solidFill>
                  <a:srgbClr val="3C3C3C"/>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TW" altLang="en-US" dirty="0">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dirty="0">
                <a:latin typeface="Arial" panose="020B0604020202020204" pitchFamily="34" charset="0"/>
                <a:ea typeface="华文黑体_易方达" panose="02010600040101010101" pitchFamily="2" charset="-122"/>
                <a:cs typeface="Arial" panose="020B0604020202020204" pitchFamily="34" charset="0"/>
              </a:rPr>
              <a:t>2016</a:t>
            </a:r>
            <a:r>
              <a:rPr lang="zh-TW" altLang="en-US" dirty="0">
                <a:latin typeface="Arial" panose="020B0604020202020204" pitchFamily="34" charset="0"/>
                <a:ea typeface="华文黑体_易方达" panose="02010600040101010101" pitchFamily="2" charset="-122"/>
                <a:cs typeface="Arial" panose="020B0604020202020204" pitchFamily="34" charset="0"/>
              </a:rPr>
              <a:t>年</a:t>
            </a:r>
            <a:r>
              <a:rPr lang="en-US" altLang="zh-TW" dirty="0">
                <a:latin typeface="Arial" panose="020B0604020202020204" pitchFamily="34" charset="0"/>
                <a:ea typeface="华文黑体_易方达" panose="02010600040101010101" pitchFamily="2" charset="-122"/>
                <a:cs typeface="Arial" panose="020B0604020202020204" pitchFamily="34" charset="0"/>
              </a:rPr>
              <a:t>12</a:t>
            </a:r>
            <a:r>
              <a:rPr lang="zh-TW" altLang="en-US" dirty="0">
                <a:latin typeface="Arial" panose="020B0604020202020204" pitchFamily="34" charset="0"/>
                <a:ea typeface="华文黑体_易方达" panose="02010600040101010101" pitchFamily="2" charset="-122"/>
                <a:cs typeface="Arial" panose="020B0604020202020204" pitchFamily="34" charset="0"/>
              </a:rPr>
              <a:t>月</a:t>
            </a:r>
            <a:r>
              <a:rPr lang="en-US" altLang="zh-TW" dirty="0">
                <a:latin typeface="Arial" panose="020B0604020202020204" pitchFamily="34" charset="0"/>
                <a:ea typeface="华文黑体_易方达" panose="02010600040101010101" pitchFamily="2" charset="-122"/>
                <a:cs typeface="Arial" panose="020B0604020202020204" pitchFamily="34" charset="0"/>
              </a:rPr>
              <a:t>31</a:t>
            </a:r>
            <a:r>
              <a:rPr lang="zh-TW" altLang="en-US" dirty="0">
                <a:latin typeface="Arial" panose="020B0604020202020204" pitchFamily="34" charset="0"/>
                <a:ea typeface="华文黑体_易方达" panose="02010600040101010101" pitchFamily="2" charset="-122"/>
                <a:cs typeface="Arial" panose="020B0604020202020204" pitchFamily="34" charset="0"/>
              </a:rPr>
              <a:t>日</a:t>
            </a:r>
            <a:endParaRPr lang="en-US" dirty="0">
              <a:latin typeface="Arial" panose="020B0604020202020204" pitchFamily="34" charset="0"/>
              <a:ea typeface="华文黑体_易方达" panose="02010600040101010101" pitchFamily="2" charset="-122"/>
              <a:cs typeface="Arial" panose="020B0604020202020204" pitchFamily="34" charset="0"/>
            </a:endParaRPr>
          </a:p>
        </p:txBody>
      </p:sp>
      <p:sp>
        <p:nvSpPr>
          <p:cNvPr id="15" name="TextBox 8"/>
          <p:cNvSpPr txBox="1"/>
          <p:nvPr/>
        </p:nvSpPr>
        <p:spPr>
          <a:xfrm>
            <a:off x="434470" y="1210130"/>
            <a:ext cx="3009900" cy="246221"/>
          </a:xfrm>
          <a:prstGeom prst="rect">
            <a:avLst/>
          </a:prstGeom>
          <a:noFill/>
        </p:spPr>
        <p:txBody>
          <a:bodyPr wrap="square" rtlCol="0">
            <a:spAutoFit/>
          </a:bodyPr>
          <a:lstStyle/>
          <a:p>
            <a:pPr algn="ctr"/>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图表标题</a:t>
            </a:r>
            <a:endParaRPr lang="en-US" sz="10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graphicFrame>
        <p:nvGraphicFramePr>
          <p:cNvPr id="20" name="图表 19"/>
          <p:cNvGraphicFramePr/>
          <p:nvPr>
            <p:extLst>
              <p:ext uri="{D42A27DB-BD31-4B8C-83A1-F6EECF244321}">
                <p14:modId xmlns:p14="http://schemas.microsoft.com/office/powerpoint/2010/main" val="2615516509"/>
              </p:ext>
            </p:extLst>
          </p:nvPr>
        </p:nvGraphicFramePr>
        <p:xfrm>
          <a:off x="4309526" y="1392435"/>
          <a:ext cx="3971349" cy="2233907"/>
        </p:xfrm>
        <a:graphic>
          <a:graphicData uri="http://schemas.openxmlformats.org/drawingml/2006/chart">
            <c:chart xmlns:c="http://schemas.openxmlformats.org/drawingml/2006/chart" xmlns:r="http://schemas.openxmlformats.org/officeDocument/2006/relationships" r:id="rId4"/>
          </a:graphicData>
        </a:graphic>
      </p:graphicFrame>
      <p:sp>
        <p:nvSpPr>
          <p:cNvPr id="21" name="TextBox 8"/>
          <p:cNvSpPr txBox="1"/>
          <p:nvPr/>
        </p:nvSpPr>
        <p:spPr>
          <a:xfrm>
            <a:off x="4643438" y="1204375"/>
            <a:ext cx="3009900" cy="246221"/>
          </a:xfrm>
          <a:prstGeom prst="rect">
            <a:avLst/>
          </a:prstGeom>
          <a:noFill/>
        </p:spPr>
        <p:txBody>
          <a:bodyPr wrap="square" rtlCol="0">
            <a:spAutoFit/>
          </a:bodyPr>
          <a:lstStyle/>
          <a:p>
            <a:pPr algn="ctr"/>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图表标题</a:t>
            </a:r>
            <a:endParaRPr lang="en-US" sz="10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9" name="椭圆 8"/>
          <p:cNvSpPr/>
          <p:nvPr/>
        </p:nvSpPr>
        <p:spPr bwMode="auto">
          <a:xfrm>
            <a:off x="1439202" y="1243648"/>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dirty="0" smtClean="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rPr>
              <a:t>1</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0" name="椭圆 9"/>
          <p:cNvSpPr/>
          <p:nvPr/>
        </p:nvSpPr>
        <p:spPr bwMode="auto">
          <a:xfrm>
            <a:off x="165273" y="3544373"/>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900" b="1"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2</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1" name="椭圆 10"/>
          <p:cNvSpPr/>
          <p:nvPr/>
        </p:nvSpPr>
        <p:spPr bwMode="auto">
          <a:xfrm>
            <a:off x="3067851" y="1547311"/>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900" b="1" dirty="0" smtClean="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3</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3" name="椭圆 12"/>
          <p:cNvSpPr/>
          <p:nvPr/>
        </p:nvSpPr>
        <p:spPr bwMode="auto">
          <a:xfrm>
            <a:off x="6942398" y="2522314"/>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dirty="0" smtClean="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rPr>
              <a:t>4</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6" name="椭圆 15"/>
          <p:cNvSpPr/>
          <p:nvPr/>
        </p:nvSpPr>
        <p:spPr bwMode="auto">
          <a:xfrm>
            <a:off x="2673405" y="1987450"/>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dirty="0" smtClean="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rPr>
              <a:t>4</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7" name="椭圆 16"/>
          <p:cNvSpPr/>
          <p:nvPr/>
        </p:nvSpPr>
        <p:spPr bwMode="auto">
          <a:xfrm>
            <a:off x="7021686" y="1576097"/>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tLang="zh-CN" sz="900" b="1" dirty="0" smtClean="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3</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8" name="椭圆 17"/>
          <p:cNvSpPr/>
          <p:nvPr/>
        </p:nvSpPr>
        <p:spPr bwMode="auto">
          <a:xfrm>
            <a:off x="5686144" y="1241425"/>
            <a:ext cx="158577" cy="172122"/>
          </a:xfrm>
          <a:prstGeom prst="ellipse">
            <a:avLst/>
          </a:prstGeom>
          <a:solidFill>
            <a:srgbClr val="00BEE6"/>
          </a:solidFill>
          <a:ln w="9525" cap="flat" cmpd="sng" algn="ctr">
            <a:solidFill>
              <a:schemeClr val="bg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altLang="zh-CN" sz="900" b="1" i="0" u="none" strike="noStrike" cap="none" normalizeH="0" baseline="0" dirty="0" smtClean="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rPr>
              <a:t>1</a:t>
            </a:r>
            <a:endParaRPr kumimoji="0" lang="zh-CN" altLang="en-US" sz="900" b="1" i="0" u="none" strike="noStrike" cap="none" normalizeH="0" baseline="0" dirty="0">
              <a:ln>
                <a:noFill/>
              </a:ln>
              <a:solidFill>
                <a:schemeClr val="bg1"/>
              </a:solidFill>
              <a:effectLst/>
              <a:latin typeface="华文黑体" panose="02010600040101010101" pitchFamily="2" charset="-122"/>
              <a:ea typeface="华文黑体" panose="02010600040101010101" pitchFamily="2" charset="-122"/>
              <a:cs typeface="华文黑体" panose="02010600040101010101" pitchFamily="2" charset="-122"/>
            </a:endParaRPr>
          </a:p>
        </p:txBody>
      </p:sp>
      <p:sp>
        <p:nvSpPr>
          <p:cNvPr id="19" name="TextBox 11"/>
          <p:cNvSpPr txBox="1"/>
          <p:nvPr/>
        </p:nvSpPr>
        <p:spPr>
          <a:xfrm>
            <a:off x="5090636" y="3489266"/>
            <a:ext cx="3703523" cy="200055"/>
          </a:xfrm>
          <a:prstGeom prst="rect">
            <a:avLst/>
          </a:prstGeom>
          <a:noFill/>
        </p:spPr>
        <p:txBody>
          <a:bodyPr wrap="square" lIns="0" bIns="0" rtlCol="0">
            <a:spAutoFit/>
          </a:bodyPr>
          <a:lstStyle>
            <a:defPPr>
              <a:defRPr lang="en-US"/>
            </a:defPPr>
            <a:lvl1pPr>
              <a:lnSpc>
                <a:spcPts val="1200"/>
              </a:lnSpc>
              <a:defRPr sz="700">
                <a:solidFill>
                  <a:srgbClr val="3C3C3C"/>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TW" altLang="en-US" dirty="0">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dirty="0">
                <a:latin typeface="Arial" panose="020B0604020202020204" pitchFamily="34" charset="0"/>
                <a:ea typeface="华文黑体_易方达" panose="02010600040101010101" pitchFamily="2" charset="-122"/>
                <a:cs typeface="Arial" panose="020B0604020202020204" pitchFamily="34" charset="0"/>
              </a:rPr>
              <a:t>2016</a:t>
            </a:r>
            <a:r>
              <a:rPr lang="zh-TW" altLang="en-US" dirty="0">
                <a:latin typeface="Arial" panose="020B0604020202020204" pitchFamily="34" charset="0"/>
                <a:ea typeface="华文黑体_易方达" panose="02010600040101010101" pitchFamily="2" charset="-122"/>
                <a:cs typeface="Arial" panose="020B0604020202020204" pitchFamily="34" charset="0"/>
              </a:rPr>
              <a:t>年</a:t>
            </a:r>
            <a:r>
              <a:rPr lang="en-US" altLang="zh-TW" dirty="0">
                <a:latin typeface="Arial" panose="020B0604020202020204" pitchFamily="34" charset="0"/>
                <a:ea typeface="华文黑体_易方达" panose="02010600040101010101" pitchFamily="2" charset="-122"/>
                <a:cs typeface="Arial" panose="020B0604020202020204" pitchFamily="34" charset="0"/>
              </a:rPr>
              <a:t>12</a:t>
            </a:r>
            <a:r>
              <a:rPr lang="zh-TW" altLang="en-US" dirty="0">
                <a:latin typeface="Arial" panose="020B0604020202020204" pitchFamily="34" charset="0"/>
                <a:ea typeface="华文黑体_易方达" panose="02010600040101010101" pitchFamily="2" charset="-122"/>
                <a:cs typeface="Arial" panose="020B0604020202020204" pitchFamily="34" charset="0"/>
              </a:rPr>
              <a:t>月</a:t>
            </a:r>
            <a:r>
              <a:rPr lang="en-US" altLang="zh-TW" dirty="0">
                <a:latin typeface="Arial" panose="020B0604020202020204" pitchFamily="34" charset="0"/>
                <a:ea typeface="华文黑体_易方达" panose="02010600040101010101" pitchFamily="2" charset="-122"/>
                <a:cs typeface="Arial" panose="020B0604020202020204" pitchFamily="34" charset="0"/>
              </a:rPr>
              <a:t>31</a:t>
            </a:r>
            <a:r>
              <a:rPr lang="zh-TW" altLang="en-US" dirty="0">
                <a:latin typeface="Arial" panose="020B0604020202020204" pitchFamily="34" charset="0"/>
                <a:ea typeface="华文黑体_易方达" panose="02010600040101010101" pitchFamily="2" charset="-122"/>
                <a:cs typeface="Arial" panose="020B0604020202020204" pitchFamily="34" charset="0"/>
              </a:rPr>
              <a:t>日</a:t>
            </a:r>
            <a:endParaRPr lang="en-US" dirty="0">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268136672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0"/>
          <p:cNvSpPr txBox="1"/>
          <p:nvPr/>
        </p:nvSpPr>
        <p:spPr>
          <a:xfrm>
            <a:off x="363151" y="3763229"/>
            <a:ext cx="2720806" cy="200055"/>
          </a:xfrm>
          <a:prstGeom prst="rect">
            <a:avLst/>
          </a:prstGeom>
          <a:noFill/>
        </p:spPr>
        <p:txBody>
          <a:bodyPr wrap="square" lIns="0" bIns="0" rtlCol="0">
            <a:spAutoFit/>
          </a:bodyPr>
          <a:lstStyle>
            <a:defPPr>
              <a:defRPr lang="en-US"/>
            </a:defPPr>
            <a:lvl1pPr>
              <a:lnSpc>
                <a:spcPts val="1200"/>
              </a:lnSpc>
              <a:defRPr sz="700">
                <a:solidFill>
                  <a:srgbClr val="3C3C3C"/>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TW" altLang="en-US" dirty="0">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dirty="0">
                <a:latin typeface="Arial" panose="020B0604020202020204" pitchFamily="34" charset="0"/>
                <a:ea typeface="华文黑体_易方达" panose="02010600040101010101" pitchFamily="2" charset="-122"/>
                <a:cs typeface="Arial" panose="020B0604020202020204" pitchFamily="34" charset="0"/>
              </a:rPr>
              <a:t>2016</a:t>
            </a:r>
            <a:r>
              <a:rPr lang="zh-TW" altLang="en-US" dirty="0">
                <a:latin typeface="Arial" panose="020B0604020202020204" pitchFamily="34" charset="0"/>
                <a:ea typeface="华文黑体_易方达" panose="02010600040101010101" pitchFamily="2" charset="-122"/>
                <a:cs typeface="Arial" panose="020B0604020202020204" pitchFamily="34" charset="0"/>
              </a:rPr>
              <a:t>年</a:t>
            </a:r>
            <a:r>
              <a:rPr lang="en-US" altLang="zh-TW" dirty="0">
                <a:latin typeface="Arial" panose="020B0604020202020204" pitchFamily="34" charset="0"/>
                <a:ea typeface="华文黑体_易方达" panose="02010600040101010101" pitchFamily="2" charset="-122"/>
                <a:cs typeface="Arial" panose="020B0604020202020204" pitchFamily="34" charset="0"/>
              </a:rPr>
              <a:t>12</a:t>
            </a:r>
            <a:r>
              <a:rPr lang="zh-TW" altLang="en-US" dirty="0">
                <a:latin typeface="Arial" panose="020B0604020202020204" pitchFamily="34" charset="0"/>
                <a:ea typeface="华文黑体_易方达" panose="02010600040101010101" pitchFamily="2" charset="-122"/>
                <a:cs typeface="Arial" panose="020B0604020202020204" pitchFamily="34" charset="0"/>
              </a:rPr>
              <a:t>月</a:t>
            </a:r>
            <a:r>
              <a:rPr lang="en-US" altLang="zh-TW" dirty="0">
                <a:latin typeface="Arial" panose="020B0604020202020204" pitchFamily="34" charset="0"/>
                <a:ea typeface="华文黑体_易方达" panose="02010600040101010101" pitchFamily="2" charset="-122"/>
                <a:cs typeface="Arial" panose="020B0604020202020204" pitchFamily="34" charset="0"/>
              </a:rPr>
              <a:t>31</a:t>
            </a:r>
            <a:r>
              <a:rPr lang="zh-TW" altLang="en-US" dirty="0" smtClean="0">
                <a:latin typeface="Arial" panose="020B0604020202020204" pitchFamily="34" charset="0"/>
                <a:ea typeface="华文黑体_易方达" panose="02010600040101010101" pitchFamily="2" charset="-122"/>
                <a:cs typeface="Arial" panose="020B0604020202020204" pitchFamily="34" charset="0"/>
              </a:rPr>
              <a:t>日</a:t>
            </a:r>
            <a:endParaRPr lang="en-US" dirty="0">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6" name="Object 2"/>
          <p:cNvGraphicFramePr>
            <a:graphicFrameLocks noChangeAspect="1"/>
          </p:cNvGraphicFramePr>
          <p:nvPr>
            <p:extLst>
              <p:ext uri="{D42A27DB-BD31-4B8C-83A1-F6EECF244321}">
                <p14:modId xmlns:p14="http://schemas.microsoft.com/office/powerpoint/2010/main" val="1344425638"/>
              </p:ext>
            </p:extLst>
          </p:nvPr>
        </p:nvGraphicFramePr>
        <p:xfrm>
          <a:off x="4940256" y="1402379"/>
          <a:ext cx="3970421" cy="247742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图表 11"/>
          <p:cNvGraphicFramePr/>
          <p:nvPr>
            <p:extLst>
              <p:ext uri="{D42A27DB-BD31-4B8C-83A1-F6EECF244321}">
                <p14:modId xmlns:p14="http://schemas.microsoft.com/office/powerpoint/2010/main" val="1715664813"/>
              </p:ext>
            </p:extLst>
          </p:nvPr>
        </p:nvGraphicFramePr>
        <p:xfrm>
          <a:off x="323850" y="1076986"/>
          <a:ext cx="4119963" cy="2705578"/>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Box 10"/>
          <p:cNvSpPr txBox="1"/>
          <p:nvPr/>
        </p:nvSpPr>
        <p:spPr>
          <a:xfrm>
            <a:off x="5116226" y="3782564"/>
            <a:ext cx="2720806" cy="200055"/>
          </a:xfrm>
          <a:prstGeom prst="rect">
            <a:avLst/>
          </a:prstGeom>
          <a:noFill/>
        </p:spPr>
        <p:txBody>
          <a:bodyPr wrap="square" lIns="0" bIns="0" rtlCol="0">
            <a:spAutoFit/>
          </a:bodyPr>
          <a:lstStyle>
            <a:defPPr>
              <a:defRPr lang="en-US"/>
            </a:defPPr>
            <a:lvl1pPr>
              <a:lnSpc>
                <a:spcPts val="1200"/>
              </a:lnSpc>
              <a:defRPr sz="700">
                <a:solidFill>
                  <a:srgbClr val="3C3C3C"/>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TW" altLang="en-US" dirty="0">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dirty="0">
                <a:latin typeface="Arial" panose="020B0604020202020204" pitchFamily="34" charset="0"/>
                <a:ea typeface="华文黑体_易方达" panose="02010600040101010101" pitchFamily="2" charset="-122"/>
                <a:cs typeface="Arial" panose="020B0604020202020204" pitchFamily="34" charset="0"/>
              </a:rPr>
              <a:t>2016</a:t>
            </a:r>
            <a:r>
              <a:rPr lang="zh-TW" altLang="en-US" dirty="0">
                <a:latin typeface="Arial" panose="020B0604020202020204" pitchFamily="34" charset="0"/>
                <a:ea typeface="华文黑体_易方达" panose="02010600040101010101" pitchFamily="2" charset="-122"/>
                <a:cs typeface="Arial" panose="020B0604020202020204" pitchFamily="34" charset="0"/>
              </a:rPr>
              <a:t>年</a:t>
            </a:r>
            <a:r>
              <a:rPr lang="en-US" altLang="zh-TW" dirty="0">
                <a:latin typeface="Arial" panose="020B0604020202020204" pitchFamily="34" charset="0"/>
                <a:ea typeface="华文黑体_易方达" panose="02010600040101010101" pitchFamily="2" charset="-122"/>
                <a:cs typeface="Arial" panose="020B0604020202020204" pitchFamily="34" charset="0"/>
              </a:rPr>
              <a:t>12</a:t>
            </a:r>
            <a:r>
              <a:rPr lang="zh-TW" altLang="en-US" dirty="0">
                <a:latin typeface="Arial" panose="020B0604020202020204" pitchFamily="34" charset="0"/>
                <a:ea typeface="华文黑体_易方达" panose="02010600040101010101" pitchFamily="2" charset="-122"/>
                <a:cs typeface="Arial" panose="020B0604020202020204" pitchFamily="34" charset="0"/>
              </a:rPr>
              <a:t>月</a:t>
            </a:r>
            <a:r>
              <a:rPr lang="en-US" altLang="zh-TW" dirty="0">
                <a:latin typeface="Arial" panose="020B0604020202020204" pitchFamily="34" charset="0"/>
                <a:ea typeface="华文黑体_易方达" panose="02010600040101010101" pitchFamily="2" charset="-122"/>
                <a:cs typeface="Arial" panose="020B0604020202020204" pitchFamily="34" charset="0"/>
              </a:rPr>
              <a:t>31</a:t>
            </a:r>
            <a:r>
              <a:rPr lang="zh-TW" altLang="en-US" dirty="0" smtClean="0">
                <a:latin typeface="Arial" panose="020B0604020202020204" pitchFamily="34" charset="0"/>
                <a:ea typeface="华文黑体_易方达" panose="02010600040101010101" pitchFamily="2" charset="-122"/>
                <a:cs typeface="Arial" panose="020B0604020202020204" pitchFamily="34" charset="0"/>
              </a:rPr>
              <a:t>日</a:t>
            </a:r>
            <a:endParaRPr lang="en-US" dirty="0">
              <a:latin typeface="Arial" panose="020B0604020202020204" pitchFamily="34" charset="0"/>
              <a:ea typeface="华文黑体_易方达" panose="02010600040101010101" pitchFamily="2" charset="-122"/>
              <a:cs typeface="Arial" panose="020B0604020202020204" pitchFamily="34" charset="0"/>
            </a:endParaRPr>
          </a:p>
        </p:txBody>
      </p:sp>
      <p:sp>
        <p:nvSpPr>
          <p:cNvPr id="14" name="Title 1"/>
          <p:cNvSpPr>
            <a:spLocks noGrp="1"/>
          </p:cNvSpPr>
          <p:nvPr>
            <p:ph type="title"/>
          </p:nvPr>
        </p:nvSpPr>
        <p:spPr>
          <a:xfrm>
            <a:off x="363151" y="211632"/>
            <a:ext cx="3946375" cy="268047"/>
          </a:xfrm>
        </p:spPr>
        <p:txBody>
          <a:bodyPr/>
          <a:lstStyle/>
          <a:p>
            <a:r>
              <a:rPr lang="zh-CN" altLang="en-US" b="1" dirty="0" smtClean="0">
                <a:latin typeface="华文黑体_易方达" panose="02010600040101010101" pitchFamily="2" charset="-122"/>
                <a:ea typeface="华文黑体_易方达" panose="02010600040101010101" pitchFamily="2" charset="-122"/>
              </a:rPr>
              <a:t>柱状图</a:t>
            </a:r>
            <a:endParaRPr lang="en-US" b="1" dirty="0">
              <a:latin typeface="华文黑体_易方达" panose="02010600040101010101" pitchFamily="2" charset="-122"/>
              <a:ea typeface="华文黑体_易方达" panose="02010600040101010101" pitchFamily="2" charset="-122"/>
            </a:endParaRPr>
          </a:p>
        </p:txBody>
      </p:sp>
      <p:sp>
        <p:nvSpPr>
          <p:cNvPr id="20" name="矩形 19"/>
          <p:cNvSpPr/>
          <p:nvPr/>
        </p:nvSpPr>
        <p:spPr>
          <a:xfrm>
            <a:off x="-1487857" y="0"/>
            <a:ext cx="1402399" cy="3408657"/>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题、备注、图例、颜色等规范与</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前页</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一致，柱</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状</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图使用浅灰</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色实</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线网格背景（</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B204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表颜色通常采用</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VI</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及其延展色系，模板中已设置主题颜色，可直接新</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建然后微调</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所有图表不使用边框</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，可以选择“横坐</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轴横网</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格</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线”，或者“纵坐标轴与纵网格</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线</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”，二者选其一； 禁止</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使用冗余、厚重和繁杂的装饰效果，如透视、纹理、渐变、阴影、</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3D</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效果等等</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4" name="TextBox 8"/>
          <p:cNvSpPr txBox="1"/>
          <p:nvPr/>
        </p:nvSpPr>
        <p:spPr>
          <a:xfrm>
            <a:off x="5302368" y="1178135"/>
            <a:ext cx="3009900" cy="246221"/>
          </a:xfrm>
          <a:prstGeom prst="rect">
            <a:avLst/>
          </a:prstGeom>
          <a:noFill/>
        </p:spPr>
        <p:txBody>
          <a:bodyPr wrap="square" rtlCol="0">
            <a:spAutoFit/>
          </a:bodyPr>
          <a:lstStyle/>
          <a:p>
            <a:pPr algn="ctr"/>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图表标题</a:t>
            </a:r>
            <a:endParaRPr lang="en-US" sz="10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val="27093904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图表 6"/>
          <p:cNvGraphicFramePr/>
          <p:nvPr>
            <p:extLst>
              <p:ext uri="{D42A27DB-BD31-4B8C-83A1-F6EECF244321}">
                <p14:modId xmlns:p14="http://schemas.microsoft.com/office/powerpoint/2010/main" val="4033503324"/>
              </p:ext>
            </p:extLst>
          </p:nvPr>
        </p:nvGraphicFramePr>
        <p:xfrm>
          <a:off x="539750" y="1600200"/>
          <a:ext cx="4103688" cy="2790465"/>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10"/>
          <p:cNvSpPr txBox="1"/>
          <p:nvPr/>
        </p:nvSpPr>
        <p:spPr>
          <a:xfrm>
            <a:off x="611941" y="4390665"/>
            <a:ext cx="2035696" cy="200055"/>
          </a:xfrm>
          <a:prstGeom prst="rect">
            <a:avLst/>
          </a:prstGeom>
          <a:noFill/>
        </p:spPr>
        <p:txBody>
          <a:bodyPr wrap="square" lIns="0" bIns="0" rtlCol="0">
            <a:spAutoFit/>
          </a:bodyPr>
          <a:lstStyle/>
          <a:p>
            <a:pPr>
              <a:lnSpc>
                <a:spcPts val="1200"/>
              </a:lnSpc>
            </a:pP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2016</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年</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12</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月</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31</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日</a:t>
            </a:r>
            <a:endParaRPr 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16" name="图表 15"/>
          <p:cNvGraphicFramePr>
            <a:graphicFrameLocks/>
          </p:cNvGraphicFramePr>
          <p:nvPr>
            <p:extLst>
              <p:ext uri="{D42A27DB-BD31-4B8C-83A1-F6EECF244321}">
                <p14:modId xmlns:p14="http://schemas.microsoft.com/office/powerpoint/2010/main" val="477275908"/>
              </p:ext>
            </p:extLst>
          </p:nvPr>
        </p:nvGraphicFramePr>
        <p:xfrm>
          <a:off x="4535155" y="1636295"/>
          <a:ext cx="4404308" cy="2954425"/>
        </p:xfrm>
        <a:graphic>
          <a:graphicData uri="http://schemas.openxmlformats.org/drawingml/2006/chart">
            <c:chart xmlns:c="http://schemas.openxmlformats.org/drawingml/2006/chart" xmlns:r="http://schemas.openxmlformats.org/officeDocument/2006/relationships" r:id="rId3"/>
          </a:graphicData>
        </a:graphic>
      </p:graphicFrame>
      <p:sp>
        <p:nvSpPr>
          <p:cNvPr id="17" name="TextBox 10"/>
          <p:cNvSpPr txBox="1"/>
          <p:nvPr/>
        </p:nvSpPr>
        <p:spPr>
          <a:xfrm>
            <a:off x="4763755" y="4390665"/>
            <a:ext cx="2035696" cy="200055"/>
          </a:xfrm>
          <a:prstGeom prst="rect">
            <a:avLst/>
          </a:prstGeom>
          <a:noFill/>
        </p:spPr>
        <p:txBody>
          <a:bodyPr wrap="square" lIns="0" bIns="0" rtlCol="0">
            <a:spAutoFit/>
          </a:bodyPr>
          <a:lstStyle/>
          <a:p>
            <a:pPr>
              <a:lnSpc>
                <a:spcPts val="1200"/>
              </a:lnSpc>
            </a:pP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2016</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年</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12</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月</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31</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日</a:t>
            </a:r>
            <a:endParaRPr 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8" name="TextBox 8"/>
          <p:cNvSpPr txBox="1"/>
          <p:nvPr/>
        </p:nvSpPr>
        <p:spPr>
          <a:xfrm>
            <a:off x="5294501" y="1658560"/>
            <a:ext cx="3009900" cy="246221"/>
          </a:xfrm>
          <a:prstGeom prst="rect">
            <a:avLst/>
          </a:prstGeom>
          <a:noFill/>
        </p:spPr>
        <p:txBody>
          <a:bodyPr wrap="square" rtlCol="0">
            <a:spAutoFit/>
          </a:bodyPr>
          <a:lstStyle/>
          <a:p>
            <a:pPr algn="ctr"/>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图表标题</a:t>
            </a:r>
            <a:endParaRPr lang="en-US" sz="1000" dirty="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19" name="Title 1"/>
          <p:cNvSpPr>
            <a:spLocks noGrp="1"/>
          </p:cNvSpPr>
          <p:nvPr>
            <p:ph type="title"/>
          </p:nvPr>
        </p:nvSpPr>
        <p:spPr>
          <a:xfrm>
            <a:off x="363151" y="211632"/>
            <a:ext cx="3946375" cy="268047"/>
          </a:xfrm>
        </p:spPr>
        <p:txBody>
          <a:bodyPr/>
          <a:lstStyle/>
          <a:p>
            <a:r>
              <a:rPr lang="zh-CN" altLang="en-US" b="1" dirty="0" smtClean="0">
                <a:latin typeface="华文黑体_易方达" panose="02010600040101010101" pitchFamily="2" charset="-122"/>
                <a:ea typeface="华文黑体_易方达" panose="02010600040101010101" pitchFamily="2" charset="-122"/>
              </a:rPr>
              <a:t>折线图</a:t>
            </a:r>
            <a:endParaRPr lang="en-US" b="1" dirty="0">
              <a:latin typeface="华文黑体_易方达" panose="02010600040101010101" pitchFamily="2" charset="-122"/>
              <a:ea typeface="华文黑体_易方达" panose="02010600040101010101" pitchFamily="2" charset="-122"/>
            </a:endParaRPr>
          </a:p>
        </p:txBody>
      </p:sp>
      <p:sp>
        <p:nvSpPr>
          <p:cNvPr id="21" name="矩形 20"/>
          <p:cNvSpPr/>
          <p:nvPr/>
        </p:nvSpPr>
        <p:spPr>
          <a:xfrm>
            <a:off x="-1640794" y="0"/>
            <a:ext cx="1559371" cy="3085408"/>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题、备注、图例、颜色等规范与前页一致，折</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线</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图亦使用浅灰色</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B204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）实线网格背景</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图表颜色通常采用</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VI</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及其延展色系，模板中已设置主题颜色，可直接新</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建然后微调</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所有图表不使用边框，可以选择“横坐标轴横网格线”，或者“纵坐标轴与纵网格线</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二者选其一； 禁止使用冗余、厚重和繁杂的装饰效果，如透视、纹理、渐变、阴影、</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3D</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效果等等</a:t>
            </a:r>
          </a:p>
          <a:p>
            <a:pPr eaLnBrk="0" hangingPunct="0"/>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9771777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华文黑体_易方达" panose="02010600040101010101" pitchFamily="2" charset="-122"/>
                <a:ea typeface="华文黑体_易方达" panose="02010600040101010101" pitchFamily="2" charset="-122"/>
              </a:rPr>
              <a:t>组合图</a:t>
            </a:r>
            <a:endParaRPr lang="zh-CN" altLang="en-US" b="1" dirty="0">
              <a:latin typeface="华文黑体_易方达" panose="02010600040101010101" pitchFamily="2" charset="-122"/>
              <a:ea typeface="华文黑体_易方达" panose="02010600040101010101" pitchFamily="2" charset="-122"/>
            </a:endParaRPr>
          </a:p>
        </p:txBody>
      </p:sp>
      <p:sp>
        <p:nvSpPr>
          <p:cNvPr id="16" name="TextBox 10"/>
          <p:cNvSpPr txBox="1"/>
          <p:nvPr/>
        </p:nvSpPr>
        <p:spPr>
          <a:xfrm>
            <a:off x="615214" y="4430440"/>
            <a:ext cx="2035696" cy="200055"/>
          </a:xfrm>
          <a:prstGeom prst="rect">
            <a:avLst/>
          </a:prstGeom>
          <a:noFill/>
        </p:spPr>
        <p:txBody>
          <a:bodyPr wrap="square" lIns="0" bIns="0" rtlCol="0">
            <a:spAutoFit/>
          </a:bodyPr>
          <a:lstStyle/>
          <a:p>
            <a:pPr>
              <a:lnSpc>
                <a:spcPts val="1200"/>
              </a:lnSpc>
            </a:pP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注：数据来</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自</a:t>
            </a:r>
            <a:r>
              <a:rPr lang="en-US" altLang="zh-CN"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wind</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截至</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2016</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年</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12</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月</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31</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日</a:t>
            </a:r>
            <a:endParaRPr 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图表 4"/>
          <p:cNvGraphicFramePr>
            <a:graphicFrameLocks/>
          </p:cNvGraphicFramePr>
          <p:nvPr>
            <p:extLst>
              <p:ext uri="{D42A27DB-BD31-4B8C-83A1-F6EECF244321}">
                <p14:modId xmlns:p14="http://schemas.microsoft.com/office/powerpoint/2010/main" val="67700929"/>
              </p:ext>
            </p:extLst>
          </p:nvPr>
        </p:nvGraphicFramePr>
        <p:xfrm>
          <a:off x="615214" y="1632247"/>
          <a:ext cx="7899025" cy="2915312"/>
        </p:xfrm>
        <a:graphic>
          <a:graphicData uri="http://schemas.openxmlformats.org/drawingml/2006/chart">
            <c:chart xmlns:c="http://schemas.openxmlformats.org/drawingml/2006/chart" xmlns:r="http://schemas.openxmlformats.org/officeDocument/2006/relationships" r:id="rId2"/>
          </a:graphicData>
        </a:graphic>
      </p:graphicFrame>
      <p:sp>
        <p:nvSpPr>
          <p:cNvPr id="6" name="矩形 5"/>
          <p:cNvSpPr/>
          <p:nvPr/>
        </p:nvSpPr>
        <p:spPr>
          <a:xfrm>
            <a:off x="-1521152" y="0"/>
            <a:ext cx="1439729" cy="4270989"/>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标</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题、备注、图例、颜色等规范与前页一致，单独图表或图表过长时可平铺于页面内</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可</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使用浅灰色</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G204</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B204</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）实线背景，次要形式图（如本示例中的折线图）通常采用灰色系</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图表颜色通常采用</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VI</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及其延展色系，模板中已设置主题颜色，可直接新</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建然后微调</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所有图表不使用边框，可以选择“横坐标轴横网格线”，或者“纵坐标轴与纵网格线</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 </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二者选其一； 禁止使用冗余、厚重和繁杂的装饰效果，如透视、纹理、渐变、阴影、</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3D</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效果等等</a:t>
            </a:r>
          </a:p>
          <a:p>
            <a:pPr eaLnBrk="0" hangingPunct="0"/>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7148584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华文黑体_易方达" panose="02010600040101010101" pitchFamily="2" charset="-122"/>
                <a:ea typeface="华文黑体_易方达" panose="02010600040101010101" pitchFamily="2" charset="-122"/>
              </a:rPr>
              <a:t>模型图</a:t>
            </a:r>
            <a:endParaRPr lang="zh-CN" altLang="en-US" b="1" dirty="0">
              <a:latin typeface="华文黑体_易方达" panose="02010600040101010101" pitchFamily="2" charset="-122"/>
              <a:ea typeface="华文黑体_易方达" panose="02010600040101010101" pitchFamily="2" charset="-122"/>
            </a:endParaRPr>
          </a:p>
        </p:txBody>
      </p:sp>
      <p:sp>
        <p:nvSpPr>
          <p:cNvPr id="13" name="Rectangle 35"/>
          <p:cNvSpPr>
            <a:spLocks noChangeArrowheads="1"/>
          </p:cNvSpPr>
          <p:nvPr/>
        </p:nvSpPr>
        <p:spPr bwMode="auto">
          <a:xfrm>
            <a:off x="3182658" y="4201581"/>
            <a:ext cx="874035" cy="4095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defRPr/>
            </a:pPr>
            <a:r>
              <a:rPr lang="zh-CN" altLang="en-US"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组合优化</a:t>
            </a:r>
          </a:p>
        </p:txBody>
      </p:sp>
      <p:sp>
        <p:nvSpPr>
          <p:cNvPr id="25" name="Rectangle 35"/>
          <p:cNvSpPr>
            <a:spLocks noChangeArrowheads="1"/>
          </p:cNvSpPr>
          <p:nvPr/>
        </p:nvSpPr>
        <p:spPr bwMode="auto">
          <a:xfrm>
            <a:off x="4182484" y="4201581"/>
            <a:ext cx="874033" cy="4095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defRPr/>
            </a:pPr>
            <a:r>
              <a:rPr lang="zh-CN" altLang="en-US"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风险模型</a:t>
            </a:r>
          </a:p>
        </p:txBody>
      </p:sp>
      <p:sp>
        <p:nvSpPr>
          <p:cNvPr id="26" name="Rectangle 35"/>
          <p:cNvSpPr>
            <a:spLocks noChangeArrowheads="1"/>
          </p:cNvSpPr>
          <p:nvPr/>
        </p:nvSpPr>
        <p:spPr bwMode="auto">
          <a:xfrm>
            <a:off x="1180839" y="4201581"/>
            <a:ext cx="876203" cy="4095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defRPr/>
            </a:pPr>
            <a:r>
              <a:rPr lang="zh-CN" altLang="en-US"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因子测试</a:t>
            </a:r>
          </a:p>
        </p:txBody>
      </p:sp>
      <p:sp>
        <p:nvSpPr>
          <p:cNvPr id="27" name="Rectangle 35"/>
          <p:cNvSpPr>
            <a:spLocks noChangeArrowheads="1"/>
          </p:cNvSpPr>
          <p:nvPr/>
        </p:nvSpPr>
        <p:spPr bwMode="auto">
          <a:xfrm>
            <a:off x="2180663" y="4201581"/>
            <a:ext cx="876203" cy="4095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defRPr/>
            </a:pPr>
            <a:r>
              <a:rPr lang="zh-CN" altLang="en-US"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策略模拟</a:t>
            </a:r>
          </a:p>
        </p:txBody>
      </p:sp>
      <p:sp>
        <p:nvSpPr>
          <p:cNvPr id="28" name="Rectangle 35"/>
          <p:cNvSpPr>
            <a:spLocks noChangeArrowheads="1"/>
          </p:cNvSpPr>
          <p:nvPr/>
        </p:nvSpPr>
        <p:spPr bwMode="auto">
          <a:xfrm>
            <a:off x="5182309" y="4201581"/>
            <a:ext cx="876203" cy="4095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defRPr/>
            </a:pPr>
            <a:r>
              <a:rPr lang="zh-CN" altLang="en-US"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实盘跟踪</a:t>
            </a:r>
          </a:p>
        </p:txBody>
      </p:sp>
      <p:sp>
        <p:nvSpPr>
          <p:cNvPr id="29" name="Rectangle 35"/>
          <p:cNvSpPr>
            <a:spLocks noChangeArrowheads="1"/>
          </p:cNvSpPr>
          <p:nvPr/>
        </p:nvSpPr>
        <p:spPr bwMode="auto">
          <a:xfrm>
            <a:off x="6182135" y="4201581"/>
            <a:ext cx="876203" cy="4095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defRPr/>
            </a:pPr>
            <a:r>
              <a:rPr lang="zh-CN" altLang="en-US"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业绩归因</a:t>
            </a:r>
          </a:p>
        </p:txBody>
      </p:sp>
      <p:sp>
        <p:nvSpPr>
          <p:cNvPr id="7" name="Rectangle 21"/>
          <p:cNvSpPr>
            <a:spLocks noChangeArrowheads="1"/>
          </p:cNvSpPr>
          <p:nvPr/>
        </p:nvSpPr>
        <p:spPr bwMode="auto">
          <a:xfrm>
            <a:off x="1322837" y="2631652"/>
            <a:ext cx="1398887" cy="433387"/>
          </a:xfrm>
          <a:prstGeom prst="rect">
            <a:avLst/>
          </a:pr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en-US" altLang="zh-CN" sz="1000" b="1" dirty="0" err="1">
                <a:solidFill>
                  <a:schemeClr val="bg1"/>
                </a:solidFill>
                <a:latin typeface="Arial" panose="020B0604020202020204" pitchFamily="34" charset="0"/>
                <a:ea typeface="华文黑体_易方达" panose="02010600040101010101" pitchFamily="2" charset="-122"/>
                <a:cs typeface="Arial" panose="020B0604020202020204" pitchFamily="34" charset="0"/>
              </a:rPr>
              <a:t>ClariFI</a:t>
            </a:r>
            <a:endParaRPr lang="zh-CN"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0" name="Rectangle 21"/>
          <p:cNvSpPr>
            <a:spLocks noChangeArrowheads="1"/>
          </p:cNvSpPr>
          <p:nvPr/>
        </p:nvSpPr>
        <p:spPr bwMode="auto">
          <a:xfrm>
            <a:off x="5491418" y="2643684"/>
            <a:ext cx="1398889" cy="433387"/>
          </a:xfrm>
          <a:prstGeom prst="rect">
            <a:avLst/>
          </a:pr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en-US" altLang="zh-CN"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Barra Aegis</a:t>
            </a:r>
            <a:endParaRPr lang="zh-CN" altLang="zh-CN" sz="1000" b="1">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cxnSp>
        <p:nvCxnSpPr>
          <p:cNvPr id="11" name="形状 36"/>
          <p:cNvCxnSpPr>
            <a:stCxn id="16" idx="2"/>
            <a:endCxn id="14" idx="1"/>
          </p:cNvCxnSpPr>
          <p:nvPr/>
        </p:nvCxnSpPr>
        <p:spPr bwMode="auto">
          <a:xfrm rot="16200000" flipH="1">
            <a:off x="2443913" y="1299680"/>
            <a:ext cx="490538" cy="1572347"/>
          </a:xfrm>
          <a:prstGeom prst="bentConnector2">
            <a:avLst/>
          </a:prstGeom>
          <a:solidFill>
            <a:schemeClr val="accent1"/>
          </a:solidFill>
          <a:ln w="19050" cap="flat" cmpd="sng" algn="ctr">
            <a:solidFill>
              <a:srgbClr val="969696"/>
            </a:solidFill>
            <a:prstDash val="solid"/>
            <a:round/>
            <a:headEnd type="none" w="med" len="med"/>
            <a:tailEnd type="triangle"/>
          </a:ln>
          <a:effectLst/>
        </p:spPr>
      </p:cxnSp>
      <p:cxnSp>
        <p:nvCxnSpPr>
          <p:cNvPr id="12" name="形状 35"/>
          <p:cNvCxnSpPr>
            <a:stCxn id="18" idx="2"/>
            <a:endCxn id="14" idx="0"/>
          </p:cNvCxnSpPr>
          <p:nvPr/>
        </p:nvCxnSpPr>
        <p:spPr bwMode="auto">
          <a:xfrm rot="5400000">
            <a:off x="4414565" y="1601904"/>
            <a:ext cx="273050" cy="750411"/>
          </a:xfrm>
          <a:prstGeom prst="bentConnector3">
            <a:avLst>
              <a:gd name="adj1" fmla="val 50000"/>
            </a:avLst>
          </a:prstGeom>
          <a:solidFill>
            <a:schemeClr val="accent1"/>
          </a:solidFill>
          <a:ln w="19050" cap="flat" cmpd="sng" algn="ctr">
            <a:solidFill>
              <a:srgbClr val="969696"/>
            </a:solidFill>
            <a:prstDash val="solid"/>
            <a:round/>
            <a:headEnd type="none" w="med" len="med"/>
            <a:tailEnd type="triangle"/>
          </a:ln>
          <a:effectLst/>
        </p:spPr>
      </p:cxnSp>
      <p:sp>
        <p:nvSpPr>
          <p:cNvPr id="14" name="Rectangle 21"/>
          <p:cNvSpPr>
            <a:spLocks noChangeArrowheads="1"/>
          </p:cNvSpPr>
          <p:nvPr/>
        </p:nvSpPr>
        <p:spPr bwMode="auto">
          <a:xfrm>
            <a:off x="3475356" y="2113635"/>
            <a:ext cx="1401057" cy="434975"/>
          </a:xfrm>
          <a:prstGeom prst="rect">
            <a:avLst/>
          </a:prstGeom>
          <a:solidFill>
            <a:srgbClr val="00BEE6"/>
          </a:solidFill>
          <a:ln w="190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量化数据中心</a:t>
            </a:r>
            <a:endParaRPr lang="zh-CN" altLang="zh-CN" sz="1000" b="1">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6" name="Rectangle 21"/>
          <p:cNvSpPr>
            <a:spLocks noChangeArrowheads="1"/>
          </p:cNvSpPr>
          <p:nvPr/>
        </p:nvSpPr>
        <p:spPr bwMode="auto">
          <a:xfrm>
            <a:off x="1180839" y="1405610"/>
            <a:ext cx="1444340" cy="4349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TRQA</a:t>
            </a:r>
          </a:p>
          <a:p>
            <a:pPr algn="ctr" eaLnBrk="0" hangingPunct="0">
              <a:defRPr/>
            </a:pPr>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Bloomberg</a:t>
            </a:r>
            <a:endParaRPr lang="zh-CN"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7" name="Rectangle 21"/>
          <p:cNvSpPr>
            <a:spLocks noChangeArrowheads="1"/>
          </p:cNvSpPr>
          <p:nvPr/>
        </p:nvSpPr>
        <p:spPr bwMode="auto">
          <a:xfrm>
            <a:off x="2724945" y="1405610"/>
            <a:ext cx="1401057" cy="4349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en-US" altLang="zh-CN" sz="1000" b="1">
                <a:solidFill>
                  <a:schemeClr val="bg1"/>
                </a:solidFill>
                <a:latin typeface="Arial" panose="020B0604020202020204" pitchFamily="34" charset="0"/>
                <a:ea typeface="华文黑体_易方达" panose="02010600040101010101" pitchFamily="2" charset="-122"/>
                <a:cs typeface="Arial" panose="020B0604020202020204" pitchFamily="34" charset="0"/>
              </a:rPr>
              <a:t>Capital—IQ</a:t>
            </a:r>
            <a:endParaRPr lang="zh-CN" altLang="zh-CN" sz="1000" b="1">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8" name="Rectangle 21"/>
          <p:cNvSpPr>
            <a:spLocks noChangeArrowheads="1"/>
          </p:cNvSpPr>
          <p:nvPr/>
        </p:nvSpPr>
        <p:spPr bwMode="auto">
          <a:xfrm>
            <a:off x="4225767" y="1405610"/>
            <a:ext cx="1398887" cy="4349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财汇</a:t>
            </a:r>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万得</a:t>
            </a:r>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p>
          <a:p>
            <a:pPr algn="ctr" eaLnBrk="0" hangingPunct="0">
              <a:defRPr/>
            </a:pP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天相</a:t>
            </a:r>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zh-CN"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19" name="Rectangle 21"/>
          <p:cNvSpPr>
            <a:spLocks noChangeArrowheads="1"/>
          </p:cNvSpPr>
          <p:nvPr/>
        </p:nvSpPr>
        <p:spPr bwMode="auto">
          <a:xfrm>
            <a:off x="5700564" y="1405610"/>
            <a:ext cx="1357774" cy="434975"/>
          </a:xfrm>
          <a:prstGeom prst="rect">
            <a:avLst/>
          </a:pr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朝阳永续</a:t>
            </a:r>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今日投资</a:t>
            </a:r>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/IBES/…</a:t>
            </a:r>
            <a:endParaRPr lang="zh-CN"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20" name="Oval 14"/>
          <p:cNvSpPr>
            <a:spLocks noChangeArrowheads="1"/>
          </p:cNvSpPr>
          <p:nvPr/>
        </p:nvSpPr>
        <p:spPr bwMode="auto">
          <a:xfrm>
            <a:off x="3489921" y="2736065"/>
            <a:ext cx="1398887" cy="957263"/>
          </a:xfrm>
          <a:prstGeom prst="ellipse">
            <a:avLst/>
          </a:prstGeom>
          <a:solidFill>
            <a:srgbClr val="3C3C3C"/>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2000" b="1" dirty="0" smtClean="0">
                <a:solidFill>
                  <a:srgbClr val="1EB9E1"/>
                </a:solidFill>
                <a:latin typeface="Arial" panose="020B0604020202020204" pitchFamily="34" charset="0"/>
                <a:ea typeface="华文黑体_易方达" panose="02010600040101010101" pitchFamily="2" charset="-122"/>
                <a:cs typeface="Arial" panose="020B0604020202020204" pitchFamily="34" charset="0"/>
              </a:rPr>
              <a:t>量化</a:t>
            </a:r>
            <a:endParaRPr lang="en-US" altLang="zh-CN" sz="2000" b="1" dirty="0" smtClean="0">
              <a:solidFill>
                <a:srgbClr val="1EB9E1"/>
              </a:solidFill>
              <a:latin typeface="Arial" panose="020B0604020202020204" pitchFamily="34" charset="0"/>
              <a:ea typeface="华文黑体_易方达" panose="02010600040101010101" pitchFamily="2" charset="-122"/>
              <a:cs typeface="Arial" panose="020B0604020202020204" pitchFamily="34" charset="0"/>
            </a:endParaRPr>
          </a:p>
          <a:p>
            <a:pPr algn="ctr" eaLnBrk="0" hangingPunct="0"/>
            <a:r>
              <a:rPr lang="zh-CN" altLang="en-US" sz="1400" b="1" dirty="0" smtClean="0">
                <a:solidFill>
                  <a:srgbClr val="1EB9E1"/>
                </a:solidFill>
                <a:latin typeface="Arial" panose="020B0604020202020204" pitchFamily="34" charset="0"/>
                <a:ea typeface="华文黑体_易方达" panose="02010600040101010101" pitchFamily="2" charset="-122"/>
                <a:cs typeface="Arial" panose="020B0604020202020204" pitchFamily="34" charset="0"/>
              </a:rPr>
              <a:t>研</a:t>
            </a:r>
            <a:r>
              <a:rPr lang="zh-CN" altLang="en-US" sz="1400" b="1" dirty="0">
                <a:solidFill>
                  <a:srgbClr val="1EB9E1"/>
                </a:solidFill>
                <a:latin typeface="Arial" panose="020B0604020202020204" pitchFamily="34" charset="0"/>
                <a:ea typeface="华文黑体_易方达" panose="02010600040101010101" pitchFamily="2" charset="-122"/>
                <a:cs typeface="Arial" panose="020B0604020202020204" pitchFamily="34" charset="0"/>
              </a:rPr>
              <a:t>究系统</a:t>
            </a:r>
          </a:p>
        </p:txBody>
      </p:sp>
      <p:sp>
        <p:nvSpPr>
          <p:cNvPr id="21" name="Rectangle 21"/>
          <p:cNvSpPr>
            <a:spLocks noChangeArrowheads="1"/>
          </p:cNvSpPr>
          <p:nvPr/>
        </p:nvSpPr>
        <p:spPr bwMode="auto">
          <a:xfrm>
            <a:off x="1322837" y="3314277"/>
            <a:ext cx="1398887" cy="434975"/>
          </a:xfrm>
          <a:prstGeom prst="rect">
            <a:avLst/>
          </a:pr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en-US"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MatLab/VBA</a:t>
            </a:r>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p>
          <a:p>
            <a:pPr algn="ctr" eaLnBrk="0" hangingPunct="0">
              <a:defRPr/>
            </a:pPr>
            <a:r>
              <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SAS/Java</a:t>
            </a:r>
            <a:endParaRPr lang="zh-CN"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22" name="Rectangle 21"/>
          <p:cNvSpPr>
            <a:spLocks noChangeArrowheads="1"/>
          </p:cNvSpPr>
          <p:nvPr/>
        </p:nvSpPr>
        <p:spPr bwMode="auto">
          <a:xfrm>
            <a:off x="5491418" y="3326309"/>
            <a:ext cx="1398889" cy="434975"/>
          </a:xfrm>
          <a:prstGeom prst="rect">
            <a:avLst/>
          </a:pr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defRPr/>
            </a:pP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量化策</a:t>
            </a: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略</a:t>
            </a:r>
            <a:endPar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algn="ctr" eaLnBrk="0" hangingPunct="0">
              <a:defRPr/>
            </a:pPr>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展</a:t>
            </a:r>
            <a:r>
              <a:rPr lang="zh-CN" altLang="en-US"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示评估系统</a:t>
            </a:r>
            <a:endParaRPr lang="zh-CN" altLang="zh-CN" sz="10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cxnSp>
        <p:nvCxnSpPr>
          <p:cNvPr id="23" name="形状 40"/>
          <p:cNvCxnSpPr>
            <a:stCxn id="17" idx="2"/>
            <a:endCxn id="14" idx="0"/>
          </p:cNvCxnSpPr>
          <p:nvPr/>
        </p:nvCxnSpPr>
        <p:spPr bwMode="auto">
          <a:xfrm rot="16200000" flipH="1">
            <a:off x="3664154" y="1601904"/>
            <a:ext cx="273050" cy="750411"/>
          </a:xfrm>
          <a:prstGeom prst="bentConnector3">
            <a:avLst>
              <a:gd name="adj1" fmla="val 50000"/>
            </a:avLst>
          </a:prstGeom>
          <a:solidFill>
            <a:schemeClr val="accent1"/>
          </a:solidFill>
          <a:ln w="19050" cap="flat" cmpd="sng" algn="ctr">
            <a:solidFill>
              <a:srgbClr val="969696"/>
            </a:solidFill>
            <a:prstDash val="solid"/>
            <a:round/>
            <a:headEnd type="none" w="med" len="med"/>
            <a:tailEnd type="triangle"/>
          </a:ln>
          <a:effectLst/>
        </p:spPr>
      </p:cxnSp>
      <p:cxnSp>
        <p:nvCxnSpPr>
          <p:cNvPr id="24" name="形状 35"/>
          <p:cNvCxnSpPr>
            <a:stCxn id="19" idx="2"/>
            <a:endCxn id="14" idx="3"/>
          </p:cNvCxnSpPr>
          <p:nvPr/>
        </p:nvCxnSpPr>
        <p:spPr bwMode="auto">
          <a:xfrm rot="5400000">
            <a:off x="5382663" y="1334335"/>
            <a:ext cx="490538" cy="1503038"/>
          </a:xfrm>
          <a:prstGeom prst="bentConnector2">
            <a:avLst/>
          </a:prstGeom>
          <a:solidFill>
            <a:schemeClr val="accent1"/>
          </a:solidFill>
          <a:ln w="19050" cap="flat" cmpd="sng" algn="ctr">
            <a:solidFill>
              <a:srgbClr val="969696"/>
            </a:solidFill>
            <a:prstDash val="solid"/>
            <a:round/>
            <a:headEnd type="none" w="med" len="med"/>
            <a:tailEnd type="triangle"/>
          </a:ln>
          <a:effectLst/>
        </p:spPr>
      </p:cxnSp>
      <p:cxnSp>
        <p:nvCxnSpPr>
          <p:cNvPr id="56" name="直接箭头连接符 55"/>
          <p:cNvCxnSpPr>
            <a:stCxn id="7" idx="3"/>
          </p:cNvCxnSpPr>
          <p:nvPr/>
        </p:nvCxnSpPr>
        <p:spPr bwMode="auto">
          <a:xfrm>
            <a:off x="2721724" y="2848346"/>
            <a:ext cx="672170" cy="216693"/>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58" name="直接箭头连接符 57"/>
          <p:cNvCxnSpPr>
            <a:stCxn id="21" idx="3"/>
          </p:cNvCxnSpPr>
          <p:nvPr/>
        </p:nvCxnSpPr>
        <p:spPr bwMode="auto">
          <a:xfrm flipV="1">
            <a:off x="2721724" y="3311471"/>
            <a:ext cx="672170" cy="220294"/>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60" name="直接箭头连接符 59"/>
          <p:cNvCxnSpPr>
            <a:stCxn id="10" idx="1"/>
          </p:cNvCxnSpPr>
          <p:nvPr/>
        </p:nvCxnSpPr>
        <p:spPr bwMode="auto">
          <a:xfrm flipH="1">
            <a:off x="4957876" y="2860378"/>
            <a:ext cx="533542" cy="216693"/>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62" name="直接箭头连接符 61"/>
          <p:cNvCxnSpPr>
            <a:stCxn id="22" idx="1"/>
          </p:cNvCxnSpPr>
          <p:nvPr/>
        </p:nvCxnSpPr>
        <p:spPr bwMode="auto">
          <a:xfrm flipH="1" flipV="1">
            <a:off x="4957876" y="3323503"/>
            <a:ext cx="533542" cy="220294"/>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sp>
        <p:nvSpPr>
          <p:cNvPr id="70" name="文本框 69"/>
          <p:cNvSpPr txBox="1"/>
          <p:nvPr/>
        </p:nvSpPr>
        <p:spPr>
          <a:xfrm>
            <a:off x="3720657" y="1126194"/>
            <a:ext cx="1979907" cy="246221"/>
          </a:xfrm>
          <a:prstGeom prst="rect">
            <a:avLst/>
          </a:prstGeom>
          <a:noFill/>
        </p:spPr>
        <p:txBody>
          <a:bodyPr wrap="square" rtlCol="0">
            <a:spAutoFit/>
          </a:bodyPr>
          <a:lstStyle/>
          <a:p>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量化投资研究系统</a:t>
            </a:r>
            <a:endParaRPr lang="en-US" altLang="zh-CN"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cxnSp>
        <p:nvCxnSpPr>
          <p:cNvPr id="90" name="直接箭头连接符 89"/>
          <p:cNvCxnSpPr/>
          <p:nvPr/>
        </p:nvCxnSpPr>
        <p:spPr bwMode="auto">
          <a:xfrm flipH="1">
            <a:off x="4193931" y="2547211"/>
            <a:ext cx="3220" cy="177899"/>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92" name="直接箭头连接符 91"/>
          <p:cNvCxnSpPr/>
          <p:nvPr/>
        </p:nvCxnSpPr>
        <p:spPr bwMode="auto">
          <a:xfrm>
            <a:off x="1618940" y="3947454"/>
            <a:ext cx="0" cy="252000"/>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94" name="直接箭头连接符 93"/>
          <p:cNvCxnSpPr/>
          <p:nvPr/>
        </p:nvCxnSpPr>
        <p:spPr bwMode="auto">
          <a:xfrm>
            <a:off x="2618764" y="3947454"/>
            <a:ext cx="0" cy="252000"/>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95" name="直接箭头连接符 94"/>
          <p:cNvCxnSpPr/>
          <p:nvPr/>
        </p:nvCxnSpPr>
        <p:spPr bwMode="auto">
          <a:xfrm>
            <a:off x="3619675" y="3947454"/>
            <a:ext cx="0" cy="252000"/>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96" name="直接箭头连接符 95"/>
          <p:cNvCxnSpPr/>
          <p:nvPr/>
        </p:nvCxnSpPr>
        <p:spPr bwMode="auto">
          <a:xfrm>
            <a:off x="4620586" y="3947454"/>
            <a:ext cx="0" cy="252000"/>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97" name="直接箭头连接符 96"/>
          <p:cNvCxnSpPr/>
          <p:nvPr/>
        </p:nvCxnSpPr>
        <p:spPr bwMode="auto">
          <a:xfrm>
            <a:off x="5620410" y="3947454"/>
            <a:ext cx="0" cy="252000"/>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98" name="直接箭头连接符 97"/>
          <p:cNvCxnSpPr/>
          <p:nvPr/>
        </p:nvCxnSpPr>
        <p:spPr bwMode="auto">
          <a:xfrm>
            <a:off x="6621321" y="3947454"/>
            <a:ext cx="0" cy="252000"/>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cxnSp>
        <p:nvCxnSpPr>
          <p:cNvPr id="102" name="直接连接符 101"/>
          <p:cNvCxnSpPr/>
          <p:nvPr/>
        </p:nvCxnSpPr>
        <p:spPr bwMode="auto">
          <a:xfrm>
            <a:off x="1618940" y="3947454"/>
            <a:ext cx="500129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103" name="直接箭头连接符 102"/>
          <p:cNvCxnSpPr/>
          <p:nvPr/>
        </p:nvCxnSpPr>
        <p:spPr bwMode="auto">
          <a:xfrm>
            <a:off x="4189365" y="3702798"/>
            <a:ext cx="0" cy="244656"/>
          </a:xfrm>
          <a:prstGeom prst="straightConnector1">
            <a:avLst/>
          </a:prstGeom>
          <a:solidFill>
            <a:schemeClr val="accent1"/>
          </a:solidFill>
          <a:ln w="19050" cap="flat" cmpd="sng" algn="ctr">
            <a:solidFill>
              <a:srgbClr val="969696"/>
            </a:solidFill>
            <a:prstDash val="solid"/>
            <a:round/>
            <a:headEnd type="none" w="med" len="med"/>
            <a:tailEnd type="triangle"/>
          </a:ln>
          <a:effectLst/>
        </p:spPr>
      </p:cxnSp>
      <p:sp>
        <p:nvSpPr>
          <p:cNvPr id="39" name="矩形 38"/>
          <p:cNvSpPr/>
          <p:nvPr/>
        </p:nvSpPr>
        <p:spPr>
          <a:xfrm>
            <a:off x="-1444240" y="0"/>
            <a:ext cx="1407243" cy="2860378"/>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中文华文黑体，英文</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Arial</a:t>
            </a:r>
          </a:p>
          <a:p>
            <a:pPr marL="171450" indent="-171450" eaLnBrk="0" hangingPunct="0">
              <a:buFont typeface="Arial" panose="020B0604020202020204" pitchFamily="34" charset="0"/>
              <a:buChar char="•"/>
            </a:pP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所有图形不使用边框</a:t>
            </a:r>
            <a:endPar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eaLnBrk="0" hangingPunct="0">
              <a:buFont typeface="Arial" panose="020B0604020202020204" pitchFamily="34" charset="0"/>
              <a:buChar char="•"/>
            </a:pPr>
            <a:r>
              <a:rPr lang="zh-CN" altLang="en-US"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图</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形填充颜色可用</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VI</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色及</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ppt</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用延展色</a:t>
            </a:r>
            <a:endPar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eaLnBrk="0" hangingPunct="0">
              <a:buFont typeface="Arial" panose="020B0604020202020204" pitchFamily="34" charset="0"/>
              <a:buChar char="•"/>
            </a:pPr>
            <a:r>
              <a:rPr lang="zh-CN" altLang="en-US"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连</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接线条建议</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1.5</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磅，灰色（</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R150</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G150</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B150</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a:t>
            </a:r>
            <a:endPar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eaLnBrk="0" hangingPunct="0">
              <a:buFont typeface="Arial" panose="020B0604020202020204" pitchFamily="34" charset="0"/>
              <a:buChar char="•"/>
            </a:pPr>
            <a:r>
              <a:rPr lang="zh-CN" altLang="en-US"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内</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容文字框使用直角方框，不要采用圆弧形边角的方框</a:t>
            </a:r>
            <a:endPar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eaLnBrk="0" hangingPunct="0">
              <a:buFont typeface="Arial" panose="020B0604020202020204" pitchFamily="34" charset="0"/>
              <a:buChar char="•"/>
            </a:pP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禁</a:t>
            </a:r>
            <a:r>
              <a:rPr lang="zh-CN" altLang="en-US"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止使用冗余、厚重和繁杂的装饰效果，如透视、纹理、渐变、阴影、</a:t>
            </a:r>
            <a:r>
              <a:rPr lang="en-US" altLang="zh-CN"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3D</a:t>
            </a:r>
            <a:r>
              <a:rPr lang="zh-CN" altLang="en-US"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效果等等</a:t>
            </a:r>
            <a:endParaRPr lang="en-US" altLang="zh-CN"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val="266646056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idx="4294967295"/>
          </p:nvPr>
        </p:nvSpPr>
        <p:spPr>
          <a:xfrm>
            <a:off x="363151" y="211632"/>
            <a:ext cx="6402214" cy="487615"/>
          </a:xfrm>
          <a:noFill/>
          <a:ln>
            <a:noFill/>
          </a:ln>
        </p:spPr>
        <p:txBody>
          <a:bodyPr vert="horz" wrap="square" lIns="0" tIns="0" rIns="0" bIns="45720" numCol="1" anchor="t" anchorCtr="0" compatLnSpc="1">
            <a:prstTxWarp prst="textNoShape">
              <a:avLst/>
            </a:prstTxWarp>
          </a:bodyPr>
          <a:lstStyle/>
          <a:p>
            <a:r>
              <a:rPr lang="zh-CN" altLang="en-US" sz="2300" b="1" dirty="0">
                <a:latin typeface="华文黑体_易方达" panose="02010600040101010101" pitchFamily="2" charset="-122"/>
                <a:ea typeface="华文黑体_易方达" panose="02010600040101010101" pitchFamily="2" charset="-122"/>
              </a:rPr>
              <a:t>图表的突出显示</a:t>
            </a:r>
          </a:p>
        </p:txBody>
      </p:sp>
      <p:cxnSp>
        <p:nvCxnSpPr>
          <p:cNvPr id="8" name="肘形连接符 7"/>
          <p:cNvCxnSpPr/>
          <p:nvPr/>
        </p:nvCxnSpPr>
        <p:spPr bwMode="auto">
          <a:xfrm flipV="1">
            <a:off x="1189073" y="2021588"/>
            <a:ext cx="756379" cy="457218"/>
          </a:xfrm>
          <a:prstGeom prst="straightConnector1">
            <a:avLst/>
          </a:prstGeom>
          <a:ln w="19050">
            <a:solidFill>
              <a:srgbClr val="969696"/>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33" name="矩形 32"/>
          <p:cNvSpPr/>
          <p:nvPr/>
        </p:nvSpPr>
        <p:spPr>
          <a:xfrm>
            <a:off x="-1854437" y="7045"/>
            <a:ext cx="1768979" cy="2222996"/>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需突出显示字块内容时，可将其他字块设为灰色系，突出的文字块设为</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VI</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蓝色；反之亦可</a:t>
            </a:r>
            <a:endPar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eaLnBrk="0" hangingPunct="0">
              <a:buFont typeface="Arial" panose="020B0604020202020204" pitchFamily="34" charset="0"/>
              <a:buChar char="•"/>
            </a:pP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需突出显示连接线条时，可由灰色、</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1.5</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磅加粗至</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3</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磅，并将线条更换为任何其他一种</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VI</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色</a:t>
            </a:r>
            <a:endPar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eaLnBrk="0" hangingPunct="0">
              <a:buFont typeface="Arial" panose="020B0604020202020204" pitchFamily="34" charset="0"/>
              <a:buChar char="•"/>
            </a:pP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需突出显示走势图某一数据走势线条时，可将该数据采用</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VI</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灰色（建议</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R60 G60 B60</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），并加粗至</a:t>
            </a:r>
            <a:r>
              <a:rPr lang="en-US" altLang="zh-CN"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2.5</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磅，其余数据采用浅蓝</a:t>
            </a:r>
            <a:r>
              <a:rPr lang="zh-CN" altLang="en-US"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色</a:t>
            </a:r>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系，使得对比强烈。</a:t>
            </a:r>
            <a:endParaRPr lang="en-US" altLang="zh-CN" sz="10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6" name="TextBox 10"/>
          <p:cNvSpPr txBox="1"/>
          <p:nvPr/>
        </p:nvSpPr>
        <p:spPr>
          <a:xfrm>
            <a:off x="5039584" y="4392539"/>
            <a:ext cx="2035696" cy="200055"/>
          </a:xfrm>
          <a:prstGeom prst="rect">
            <a:avLst/>
          </a:prstGeom>
          <a:noFill/>
        </p:spPr>
        <p:txBody>
          <a:bodyPr wrap="square" lIns="0" bIns="0" rtlCol="0">
            <a:spAutoFit/>
          </a:bodyPr>
          <a:lstStyle/>
          <a:p>
            <a:pPr>
              <a:lnSpc>
                <a:spcPts val="1200"/>
              </a:lnSpc>
            </a:pP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注：数据来</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自</a:t>
            </a:r>
            <a:r>
              <a:rPr lang="en-US" altLang="zh-CN"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wind</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截至</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2016</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年</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12</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月</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31</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日</a:t>
            </a:r>
            <a:endParaRPr 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39" name="文本框 38"/>
          <p:cNvSpPr txBox="1"/>
          <p:nvPr/>
        </p:nvSpPr>
        <p:spPr>
          <a:xfrm>
            <a:off x="1584351" y="1429808"/>
            <a:ext cx="1979907" cy="246221"/>
          </a:xfrm>
          <a:prstGeom prst="rect">
            <a:avLst/>
          </a:prstGeom>
          <a:noFill/>
        </p:spPr>
        <p:txBody>
          <a:bodyPr wrap="square" rtlCol="0">
            <a:spAutoFit/>
          </a:bodyPr>
          <a:lstStyle/>
          <a:p>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量化分析模型</a:t>
            </a:r>
            <a:endParaRPr lang="en-US" altLang="zh-CN"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41" name="文本框 40"/>
          <p:cNvSpPr txBox="1"/>
          <p:nvPr/>
        </p:nvSpPr>
        <p:spPr>
          <a:xfrm>
            <a:off x="6185983" y="1471484"/>
            <a:ext cx="2526217" cy="246221"/>
          </a:xfrm>
          <a:prstGeom prst="rect">
            <a:avLst/>
          </a:prstGeom>
          <a:noFill/>
        </p:spPr>
        <p:txBody>
          <a:bodyPr wrap="square" rtlCol="0">
            <a:spAutoFit/>
          </a:bodyPr>
          <a:lstStyle/>
          <a:p>
            <a:r>
              <a:rPr lang="zh-CN" altLang="en-US"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指数走势对比图</a:t>
            </a:r>
            <a:endParaRPr lang="en-US" altLang="zh-CN" sz="1000"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graphicFrame>
        <p:nvGraphicFramePr>
          <p:cNvPr id="21" name="图表 20"/>
          <p:cNvGraphicFramePr>
            <a:graphicFrameLocks/>
          </p:cNvGraphicFramePr>
          <p:nvPr>
            <p:extLst>
              <p:ext uri="{D42A27DB-BD31-4B8C-83A1-F6EECF244321}">
                <p14:modId xmlns:p14="http://schemas.microsoft.com/office/powerpoint/2010/main" val="3489576533"/>
              </p:ext>
            </p:extLst>
          </p:nvPr>
        </p:nvGraphicFramePr>
        <p:xfrm>
          <a:off x="4643438" y="1709159"/>
          <a:ext cx="5224062" cy="2672548"/>
        </p:xfrm>
        <a:graphic>
          <a:graphicData uri="http://schemas.openxmlformats.org/drawingml/2006/chart">
            <c:chart xmlns:c="http://schemas.openxmlformats.org/drawingml/2006/chart" xmlns:r="http://schemas.openxmlformats.org/officeDocument/2006/relationships" r:id="rId2"/>
          </a:graphicData>
        </a:graphic>
      </p:graphicFrame>
      <p:grpSp>
        <p:nvGrpSpPr>
          <p:cNvPr id="18" name="组合 17"/>
          <p:cNvGrpSpPr/>
          <p:nvPr/>
        </p:nvGrpSpPr>
        <p:grpSpPr>
          <a:xfrm>
            <a:off x="365171" y="1732723"/>
            <a:ext cx="3728263" cy="2653285"/>
            <a:chOff x="365171" y="1732723"/>
            <a:chExt cx="3728263" cy="2653285"/>
          </a:xfrm>
        </p:grpSpPr>
        <p:cxnSp>
          <p:nvCxnSpPr>
            <p:cNvPr id="11" name="肘形连接符 10"/>
            <p:cNvCxnSpPr/>
            <p:nvPr/>
          </p:nvCxnSpPr>
          <p:spPr bwMode="auto">
            <a:xfrm>
              <a:off x="1189073" y="3570286"/>
              <a:ext cx="756379" cy="516705"/>
            </a:xfrm>
            <a:prstGeom prst="straightConnector1">
              <a:avLst/>
            </a:prstGeom>
            <a:ln w="19050">
              <a:solidFill>
                <a:srgbClr val="969696"/>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13" name="TextBox 53"/>
            <p:cNvSpPr txBox="1"/>
            <p:nvPr/>
          </p:nvSpPr>
          <p:spPr>
            <a:xfrm>
              <a:off x="612083" y="2029100"/>
              <a:ext cx="1062487" cy="200941"/>
            </a:xfrm>
            <a:prstGeom prst="rect">
              <a:avLst/>
            </a:prstGeom>
            <a:noFill/>
            <a:ln>
              <a:noFill/>
            </a:ln>
          </p:spPr>
          <p:txBody>
            <a:bodyPr wrap="square" rtlCol="0">
              <a:spAutoFit/>
            </a:bodyPr>
            <a:lstStyle/>
            <a:p>
              <a:pPr algn="ctr"/>
              <a:r>
                <a:rPr lang="zh-CN" altLang="en-US" sz="900" dirty="0">
                  <a:solidFill>
                    <a:srgbClr val="44546A"/>
                  </a:solidFill>
                  <a:latin typeface="华文黑体_易方达" panose="02010600040101010101" pitchFamily="2" charset="-122"/>
                  <a:ea typeface="华文黑体_易方达" panose="02010600040101010101" pitchFamily="2" charset="-122"/>
                  <a:cs typeface="Arial" panose="020B0604020202020204" pitchFamily="34" charset="0"/>
                </a:rPr>
                <a:t>“可预测”因子</a:t>
              </a:r>
            </a:p>
          </p:txBody>
        </p:sp>
        <p:sp>
          <p:nvSpPr>
            <p:cNvPr id="14" name="TextBox 54"/>
            <p:cNvSpPr txBox="1"/>
            <p:nvPr/>
          </p:nvSpPr>
          <p:spPr>
            <a:xfrm>
              <a:off x="509050" y="3823425"/>
              <a:ext cx="1220797" cy="200941"/>
            </a:xfrm>
            <a:prstGeom prst="rect">
              <a:avLst/>
            </a:prstGeom>
            <a:noFill/>
            <a:ln>
              <a:noFill/>
            </a:ln>
          </p:spPr>
          <p:txBody>
            <a:bodyPr wrap="square" rtlCol="0">
              <a:spAutoFit/>
            </a:bodyPr>
            <a:lstStyle/>
            <a:p>
              <a:pPr algn="ctr"/>
              <a:r>
                <a:rPr lang="zh-CN" altLang="en-US" sz="900" dirty="0">
                  <a:solidFill>
                    <a:srgbClr val="44546A"/>
                  </a:solidFill>
                  <a:latin typeface="华文黑体_易方达" panose="02010600040101010101" pitchFamily="2" charset="-122"/>
                  <a:ea typeface="华文黑体_易方达" panose="02010600040101010101" pitchFamily="2" charset="-122"/>
                  <a:cs typeface="Arial" panose="020B0604020202020204" pitchFamily="34" charset="0"/>
                </a:rPr>
                <a:t>“不可预测”因子</a:t>
              </a:r>
            </a:p>
          </p:txBody>
        </p:sp>
        <p:cxnSp>
          <p:nvCxnSpPr>
            <p:cNvPr id="34" name="直接箭头连接符 33"/>
            <p:cNvCxnSpPr/>
            <p:nvPr/>
          </p:nvCxnSpPr>
          <p:spPr bwMode="auto">
            <a:xfrm flipV="1">
              <a:off x="3039648" y="2017964"/>
              <a:ext cx="270880" cy="3624"/>
            </a:xfrm>
            <a:prstGeom prst="straightConnector1">
              <a:avLst/>
            </a:prstGeom>
            <a:ln w="38100">
              <a:solidFill>
                <a:srgbClr val="00BEE6"/>
              </a:solidFill>
              <a:headEnd type="none" w="med" len="med"/>
              <a:tailEnd type="arrow"/>
            </a:ln>
          </p:spPr>
          <p:style>
            <a:lnRef idx="1">
              <a:schemeClr val="dk1"/>
            </a:lnRef>
            <a:fillRef idx="0">
              <a:schemeClr val="dk1"/>
            </a:fillRef>
            <a:effectRef idx="0">
              <a:schemeClr val="dk1"/>
            </a:effectRef>
            <a:fontRef idx="minor">
              <a:schemeClr val="tx1"/>
            </a:fontRef>
          </p:style>
        </p:cxnSp>
        <p:cxnSp>
          <p:nvCxnSpPr>
            <p:cNvPr id="37" name="直接箭头连接符 36"/>
            <p:cNvCxnSpPr/>
            <p:nvPr/>
          </p:nvCxnSpPr>
          <p:spPr bwMode="auto">
            <a:xfrm flipV="1">
              <a:off x="3039647" y="4083734"/>
              <a:ext cx="270881" cy="3257"/>
            </a:xfrm>
            <a:prstGeom prst="straightConnector1">
              <a:avLst/>
            </a:prstGeom>
            <a:ln w="38100">
              <a:solidFill>
                <a:srgbClr val="00BEE6"/>
              </a:solidFill>
              <a:headEnd type="none" w="med" len="med"/>
              <a:tailEnd type="arrow"/>
            </a:ln>
          </p:spPr>
          <p:style>
            <a:lnRef idx="1">
              <a:schemeClr val="dk1"/>
            </a:lnRef>
            <a:fillRef idx="0">
              <a:schemeClr val="dk1"/>
            </a:fillRef>
            <a:effectRef idx="0">
              <a:schemeClr val="dk1"/>
            </a:effectRef>
            <a:fontRef idx="minor">
              <a:schemeClr val="tx1"/>
            </a:fontRef>
          </p:style>
        </p:cxnSp>
        <p:sp>
          <p:nvSpPr>
            <p:cNvPr id="12" name="矩形 11"/>
            <p:cNvSpPr/>
            <p:nvPr/>
          </p:nvSpPr>
          <p:spPr bwMode="auto">
            <a:xfrm>
              <a:off x="365171" y="2478806"/>
              <a:ext cx="1727141" cy="1078901"/>
            </a:xfrm>
            <a:prstGeom prst="rect">
              <a:avLst/>
            </a:prstGeom>
            <a:solidFill>
              <a:schemeClr val="accent4"/>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sz="1000" dirty="0">
                  <a:solidFill>
                    <a:schemeClr val="bg1"/>
                  </a:solidFill>
                  <a:latin typeface="华文黑体_易方达" panose="02010600040101010101" pitchFamily="2" charset="-122"/>
                  <a:ea typeface="华文黑体_易方达" panose="02010600040101010101" pitchFamily="2" charset="-122"/>
                </a:rPr>
                <a:t>市场、行业、风格、基本面、分析师预测、盈利质量</a:t>
              </a:r>
              <a:endParaRPr lang="en-US" altLang="zh-CN" sz="1000" dirty="0">
                <a:solidFill>
                  <a:schemeClr val="bg1"/>
                </a:solidFill>
                <a:latin typeface="华文黑体_易方达" panose="02010600040101010101" pitchFamily="2" charset="-122"/>
                <a:ea typeface="华文黑体_易方达" panose="02010600040101010101" pitchFamily="2" charset="-122"/>
              </a:endParaRPr>
            </a:p>
            <a:p>
              <a:pPr algn="ctr"/>
              <a:endParaRPr lang="en-US" altLang="zh-CN" sz="1000" dirty="0">
                <a:solidFill>
                  <a:schemeClr val="bg1"/>
                </a:solidFill>
                <a:latin typeface="华文黑体_易方达" panose="02010600040101010101" pitchFamily="2" charset="-122"/>
                <a:ea typeface="华文黑体_易方达" panose="02010600040101010101" pitchFamily="2" charset="-122"/>
              </a:endParaRPr>
            </a:p>
            <a:p>
              <a:pPr algn="ctr"/>
              <a:r>
                <a:rPr lang="en-US" altLang="zh-CN" sz="1000" dirty="0">
                  <a:solidFill>
                    <a:schemeClr val="bg1"/>
                  </a:solidFill>
                  <a:latin typeface="华文黑体_易方达" panose="02010600040101010101" pitchFamily="2" charset="-122"/>
                  <a:ea typeface="华文黑体_易方达" panose="02010600040101010101" pitchFamily="2" charset="-122"/>
                </a:rPr>
                <a:t>(</a:t>
              </a:r>
              <a:r>
                <a:rPr lang="zh-CN" altLang="en-US" sz="1000" dirty="0">
                  <a:solidFill>
                    <a:schemeClr val="bg1"/>
                  </a:solidFill>
                  <a:latin typeface="华文黑体_易方达" panose="02010600040101010101" pitchFamily="2" charset="-122"/>
                  <a:ea typeface="华文黑体_易方达" panose="02010600040101010101" pitchFamily="2" charset="-122"/>
                </a:rPr>
                <a:t>因子库中有超过</a:t>
              </a:r>
              <a:r>
                <a:rPr lang="en-US" altLang="zh-CN" sz="1000" dirty="0">
                  <a:solidFill>
                    <a:schemeClr val="bg1"/>
                  </a:solidFill>
                  <a:latin typeface="华文黑体_易方达" panose="02010600040101010101" pitchFamily="2" charset="-122"/>
                  <a:ea typeface="华文黑体_易方达" panose="02010600040101010101" pitchFamily="2" charset="-122"/>
                </a:rPr>
                <a:t>300</a:t>
              </a:r>
              <a:r>
                <a:rPr lang="zh-CN" altLang="en-US" sz="1000" dirty="0">
                  <a:solidFill>
                    <a:schemeClr val="bg1"/>
                  </a:solidFill>
                  <a:latin typeface="华文黑体_易方达" panose="02010600040101010101" pitchFamily="2" charset="-122"/>
                  <a:ea typeface="华文黑体_易方达" panose="02010600040101010101" pitchFamily="2" charset="-122"/>
                </a:rPr>
                <a:t>个因子，此处仅为举例</a:t>
              </a:r>
              <a:r>
                <a:rPr lang="en-US" altLang="zh-CN" sz="1000" dirty="0">
                  <a:solidFill>
                    <a:schemeClr val="bg1"/>
                  </a:solidFill>
                  <a:latin typeface="华文黑体_易方达" panose="02010600040101010101" pitchFamily="2" charset="-122"/>
                  <a:ea typeface="华文黑体_易方达" panose="02010600040101010101" pitchFamily="2" charset="-122"/>
                </a:rPr>
                <a:t>)</a:t>
              </a:r>
              <a:endParaRPr lang="zh-CN" altLang="en-US" sz="1000" dirty="0">
                <a:solidFill>
                  <a:schemeClr val="bg1"/>
                </a:solidFill>
                <a:latin typeface="华文黑体_易方达" panose="02010600040101010101" pitchFamily="2" charset="-122"/>
                <a:ea typeface="华文黑体_易方达" panose="02010600040101010101" pitchFamily="2" charset="-122"/>
              </a:endParaRPr>
            </a:p>
            <a:p>
              <a:pPr marL="0" marR="0" indent="0" algn="l" defTabSz="914400" rtl="0" eaLnBrk="0" fontAlgn="base" latinLnBrk="0" hangingPunct="0">
                <a:lnSpc>
                  <a:spcPct val="100000"/>
                </a:lnSpc>
                <a:spcBef>
                  <a:spcPct val="0"/>
                </a:spcBef>
                <a:spcAft>
                  <a:spcPct val="0"/>
                </a:spcAft>
                <a:buClrTx/>
                <a:buSzTx/>
                <a:buFontTx/>
                <a:buNone/>
                <a:tabLst/>
              </a:pPr>
              <a:endParaRPr kumimoji="0" lang="en-US" sz="1000" b="0" i="0" u="none" strike="noStrike" cap="none" normalizeH="0" baseline="0" dirty="0">
                <a:ln>
                  <a:noFill/>
                </a:ln>
                <a:solidFill>
                  <a:schemeClr val="tx1"/>
                </a:solidFill>
                <a:effectLst/>
                <a:ea typeface="ＭＳ Ｐゴシック" charset="-128"/>
                <a:cs typeface="ＭＳ Ｐゴシック" charset="-128"/>
              </a:endParaRPr>
            </a:p>
          </p:txBody>
        </p:sp>
        <p:sp>
          <p:nvSpPr>
            <p:cNvPr id="15" name="矩形 14"/>
            <p:cNvSpPr/>
            <p:nvPr/>
          </p:nvSpPr>
          <p:spPr bwMode="auto">
            <a:xfrm>
              <a:off x="1945449" y="1749329"/>
              <a:ext cx="1094197" cy="617609"/>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algn="ctr">
                <a:defRPr/>
              </a:pPr>
              <a:r>
                <a:rPr lang="zh-CN" altLang="en-US"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rPr>
                <a:t>价值、成长、分析师预测、盈利质量</a:t>
              </a:r>
              <a:endParaRPr lang="en-US" altLang="zh-CN"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endParaRPr>
            </a:p>
          </p:txBody>
        </p:sp>
        <p:sp>
          <p:nvSpPr>
            <p:cNvPr id="28" name="矩形 27"/>
            <p:cNvSpPr/>
            <p:nvPr/>
          </p:nvSpPr>
          <p:spPr bwMode="auto">
            <a:xfrm>
              <a:off x="1945448" y="3755525"/>
              <a:ext cx="1094197" cy="617609"/>
            </a:xfrm>
            <a:prstGeom prst="rect">
              <a:avLst/>
            </a:prstGeom>
            <a:solidFill>
              <a:schemeClr val="accent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lvl="0" algn="ctr">
                <a:defRPr/>
              </a:pPr>
              <a:r>
                <a:rPr lang="zh-CN" altLang="en-US"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rPr>
                <a:t>市场、行业、规模、波动性、其他风格</a:t>
              </a:r>
            </a:p>
          </p:txBody>
        </p:sp>
        <p:sp>
          <p:nvSpPr>
            <p:cNvPr id="16" name="矩形 15"/>
            <p:cNvSpPr/>
            <p:nvPr/>
          </p:nvSpPr>
          <p:spPr bwMode="auto">
            <a:xfrm>
              <a:off x="3310525" y="1732723"/>
              <a:ext cx="782909" cy="612868"/>
            </a:xfrm>
            <a:prstGeom prst="rect">
              <a:avLst/>
            </a:prstGeom>
            <a:solidFill>
              <a:schemeClr val="accent5"/>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a:defRPr/>
              </a:pPr>
              <a:r>
                <a:rPr lang="zh-CN" altLang="en-US"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rPr>
                <a:t>多因子</a:t>
              </a:r>
              <a:endParaRPr lang="en-US" altLang="zh-CN"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endParaRPr>
            </a:p>
            <a:p>
              <a:pPr lvl="0" algn="ctr">
                <a:defRPr/>
              </a:pPr>
              <a:r>
                <a:rPr lang="zh-CN" altLang="en-US"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rPr>
                <a:t>模型</a:t>
              </a:r>
            </a:p>
          </p:txBody>
        </p:sp>
        <p:sp>
          <p:nvSpPr>
            <p:cNvPr id="30" name="矩形 29"/>
            <p:cNvSpPr/>
            <p:nvPr/>
          </p:nvSpPr>
          <p:spPr bwMode="auto">
            <a:xfrm>
              <a:off x="3310525" y="2750387"/>
              <a:ext cx="782909" cy="604548"/>
            </a:xfrm>
            <a:prstGeom prst="rect">
              <a:avLst/>
            </a:prstGeom>
            <a:solidFill>
              <a:schemeClr val="accent5"/>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a:defRPr/>
              </a:pPr>
              <a:r>
                <a:rPr lang="zh-CN" altLang="en-US"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rPr>
                <a:t>交易成本</a:t>
              </a:r>
              <a:endParaRPr lang="en-US" altLang="zh-CN"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endParaRPr>
            </a:p>
            <a:p>
              <a:pPr lvl="0" algn="ctr">
                <a:defRPr/>
              </a:pPr>
              <a:r>
                <a:rPr lang="zh-CN" altLang="en-US"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rPr>
                <a:t>模型</a:t>
              </a:r>
            </a:p>
          </p:txBody>
        </p:sp>
        <p:sp>
          <p:nvSpPr>
            <p:cNvPr id="32" name="矩形 31"/>
            <p:cNvSpPr/>
            <p:nvPr/>
          </p:nvSpPr>
          <p:spPr bwMode="auto">
            <a:xfrm>
              <a:off x="3310525" y="3781460"/>
              <a:ext cx="782909" cy="604548"/>
            </a:xfrm>
            <a:prstGeom prst="rect">
              <a:avLst/>
            </a:prstGeom>
            <a:solidFill>
              <a:schemeClr val="accent5"/>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a:defRPr/>
              </a:pPr>
              <a:r>
                <a:rPr lang="zh-CN" altLang="en-US" sz="1000">
                  <a:solidFill>
                    <a:srgbClr val="FFFFFF"/>
                  </a:solidFill>
                  <a:latin typeface="华文黑体_易方达" panose="02010600040101010101" pitchFamily="2" charset="-122"/>
                  <a:ea typeface="华文黑体_易方达" panose="02010600040101010101" pitchFamily="2" charset="-122"/>
                  <a:cs typeface="Times New Roman" pitchFamily="18" charset="0"/>
                </a:rPr>
                <a:t>风险</a:t>
              </a:r>
              <a:endParaRPr lang="en-US" altLang="zh-CN" sz="1000">
                <a:solidFill>
                  <a:srgbClr val="FFFFFF"/>
                </a:solidFill>
                <a:latin typeface="华文黑体_易方达" panose="02010600040101010101" pitchFamily="2" charset="-122"/>
                <a:ea typeface="华文黑体_易方达" panose="02010600040101010101" pitchFamily="2" charset="-122"/>
                <a:cs typeface="Times New Roman" pitchFamily="18" charset="0"/>
              </a:endParaRPr>
            </a:p>
            <a:p>
              <a:pPr lvl="0" algn="ctr">
                <a:defRPr/>
              </a:pPr>
              <a:r>
                <a:rPr lang="zh-CN" altLang="en-US" sz="1000">
                  <a:solidFill>
                    <a:srgbClr val="FFFFFF"/>
                  </a:solidFill>
                  <a:latin typeface="华文黑体_易方达" panose="02010600040101010101" pitchFamily="2" charset="-122"/>
                  <a:ea typeface="华文黑体_易方达" panose="02010600040101010101" pitchFamily="2" charset="-122"/>
                  <a:cs typeface="Times New Roman" pitchFamily="18" charset="0"/>
                </a:rPr>
                <a:t>模型</a:t>
              </a:r>
              <a:endParaRPr lang="zh-CN" altLang="en-US" sz="1000" dirty="0">
                <a:solidFill>
                  <a:srgbClr val="FFFFFF"/>
                </a:solidFill>
                <a:latin typeface="华文黑体_易方达" panose="02010600040101010101" pitchFamily="2" charset="-122"/>
                <a:ea typeface="华文黑体_易方达" panose="02010600040101010101" pitchFamily="2" charset="-122"/>
                <a:cs typeface="Times New Roman" pitchFamily="18" charset="0"/>
              </a:endParaRPr>
            </a:p>
          </p:txBody>
        </p:sp>
      </p:grpSp>
    </p:spTree>
    <p:extLst>
      <p:ext uri="{BB962C8B-B14F-4D97-AF65-F5344CB8AC3E}">
        <p14:creationId xmlns:p14="http://schemas.microsoft.com/office/powerpoint/2010/main" val="84801037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华文黑体_易方达" panose="02010600040101010101" pitchFamily="2" charset="-122"/>
                <a:ea typeface="华文黑体_易方达" panose="02010600040101010101" pitchFamily="2" charset="-122"/>
              </a:rPr>
              <a:t>框</a:t>
            </a:r>
            <a:r>
              <a:rPr lang="zh-CN" altLang="en-US" b="1" dirty="0" smtClean="0">
                <a:latin typeface="华文黑体_易方达" panose="02010600040101010101" pitchFamily="2" charset="-122"/>
                <a:ea typeface="华文黑体_易方达" panose="02010600040101010101" pitchFamily="2" charset="-122"/>
              </a:rPr>
              <a:t>架图</a:t>
            </a:r>
            <a:endParaRPr lang="zh-CN" altLang="en-US" b="1" dirty="0">
              <a:latin typeface="华文黑体_易方达" panose="02010600040101010101" pitchFamily="2" charset="-122"/>
              <a:ea typeface="华文黑体_易方达" panose="02010600040101010101" pitchFamily="2" charset="-122"/>
            </a:endParaRPr>
          </a:p>
        </p:txBody>
      </p:sp>
      <p:grpSp>
        <p:nvGrpSpPr>
          <p:cNvPr id="3" name="组合 2"/>
          <p:cNvGrpSpPr/>
          <p:nvPr/>
        </p:nvGrpSpPr>
        <p:grpSpPr>
          <a:xfrm>
            <a:off x="564022" y="1241425"/>
            <a:ext cx="6413426" cy="3391176"/>
            <a:chOff x="1271667" y="1129248"/>
            <a:chExt cx="6491994" cy="3554628"/>
          </a:xfrm>
        </p:grpSpPr>
        <p:sp>
          <p:nvSpPr>
            <p:cNvPr id="31" name="任意多边形 30"/>
            <p:cNvSpPr/>
            <p:nvPr/>
          </p:nvSpPr>
          <p:spPr>
            <a:xfrm>
              <a:off x="2262665" y="1385886"/>
              <a:ext cx="4761546" cy="363113"/>
            </a:xfrm>
            <a:custGeom>
              <a:avLst/>
              <a:gdLst>
                <a:gd name="connsiteX0" fmla="*/ 0 w 4529190"/>
                <a:gd name="connsiteY0" fmla="*/ 0 h 544427"/>
                <a:gd name="connsiteX1" fmla="*/ 4529190 w 4529190"/>
                <a:gd name="connsiteY1" fmla="*/ 0 h 544427"/>
                <a:gd name="connsiteX2" fmla="*/ 4529190 w 4529190"/>
                <a:gd name="connsiteY2" fmla="*/ 544427 h 544427"/>
                <a:gd name="connsiteX3" fmla="*/ 0 w 4529190"/>
                <a:gd name="connsiteY3" fmla="*/ 544427 h 544427"/>
                <a:gd name="connsiteX4" fmla="*/ 0 w 4529190"/>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29190" h="544427">
                  <a:moveTo>
                    <a:pt x="0" y="0"/>
                  </a:moveTo>
                  <a:lnTo>
                    <a:pt x="4529190" y="0"/>
                  </a:lnTo>
                  <a:lnTo>
                    <a:pt x="4529190" y="544427"/>
                  </a:lnTo>
                  <a:lnTo>
                    <a:pt x="0" y="544427"/>
                  </a:lnTo>
                  <a:lnTo>
                    <a:pt x="0" y="0"/>
                  </a:lnTo>
                  <a:close/>
                </a:path>
              </a:pathLst>
            </a:custGeom>
            <a:solidFill>
              <a:srgbClr val="0050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法务</a:t>
              </a:r>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工</a:t>
              </a:r>
              <a:r>
                <a:rPr lang="zh-CN" altLang="en-US" sz="1400" b="1"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作</a:t>
              </a:r>
              <a:endParaRPr lang="zh-HK"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2" name="任意多边形 31"/>
            <p:cNvSpPr/>
            <p:nvPr/>
          </p:nvSpPr>
          <p:spPr>
            <a:xfrm>
              <a:off x="1271667" y="2215412"/>
              <a:ext cx="1544626" cy="363113"/>
            </a:xfrm>
            <a:custGeom>
              <a:avLst/>
              <a:gdLst>
                <a:gd name="connsiteX0" fmla="*/ 0 w 1088855"/>
                <a:gd name="connsiteY0" fmla="*/ 0 h 544427"/>
                <a:gd name="connsiteX1" fmla="*/ 1088855 w 1088855"/>
                <a:gd name="connsiteY1" fmla="*/ 0 h 544427"/>
                <a:gd name="connsiteX2" fmla="*/ 1088855 w 1088855"/>
                <a:gd name="connsiteY2" fmla="*/ 544427 h 544427"/>
                <a:gd name="connsiteX3" fmla="*/ 0 w 1088855"/>
                <a:gd name="connsiteY3" fmla="*/ 544427 h 544427"/>
                <a:gd name="connsiteX4" fmla="*/ 0 w 1088855"/>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8855" h="544427">
                  <a:moveTo>
                    <a:pt x="0" y="0"/>
                  </a:moveTo>
                  <a:lnTo>
                    <a:pt x="1088855" y="0"/>
                  </a:lnTo>
                  <a:lnTo>
                    <a:pt x="1088855" y="544427"/>
                  </a:lnTo>
                  <a:lnTo>
                    <a:pt x="0" y="544427"/>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产品法务</a:t>
              </a:r>
              <a:endParaRPr lang="zh-HK"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3" name="任意多边形 32"/>
            <p:cNvSpPr/>
            <p:nvPr/>
          </p:nvSpPr>
          <p:spPr>
            <a:xfrm>
              <a:off x="1639214" y="2756380"/>
              <a:ext cx="1177079"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公募</a:t>
              </a:r>
              <a:endParaRPr lang="zh-HK"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4" name="任意多边形 33"/>
            <p:cNvSpPr/>
            <p:nvPr/>
          </p:nvSpPr>
          <p:spPr>
            <a:xfrm>
              <a:off x="1639215" y="3272001"/>
              <a:ext cx="1177078"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rPr>
                <a:t>专户</a:t>
              </a:r>
              <a:endParaRPr lang="zh-HK" altLang="en-US" sz="1200" b="1"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endParaRPr>
            </a:p>
          </p:txBody>
        </p:sp>
        <p:sp>
          <p:nvSpPr>
            <p:cNvPr id="35" name="任意多边形 34"/>
            <p:cNvSpPr/>
            <p:nvPr/>
          </p:nvSpPr>
          <p:spPr>
            <a:xfrm>
              <a:off x="1639215" y="3796379"/>
              <a:ext cx="1177078"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rPr>
                <a:t>养老金</a:t>
              </a:r>
            </a:p>
          </p:txBody>
        </p:sp>
        <p:sp>
          <p:nvSpPr>
            <p:cNvPr id="36" name="任意多边形 35"/>
            <p:cNvSpPr/>
            <p:nvPr/>
          </p:nvSpPr>
          <p:spPr>
            <a:xfrm>
              <a:off x="1639215" y="4320761"/>
              <a:ext cx="1177078"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rPr>
                <a:t>年金</a:t>
              </a:r>
            </a:p>
          </p:txBody>
        </p:sp>
        <p:sp>
          <p:nvSpPr>
            <p:cNvPr id="37" name="任意多边形 36"/>
            <p:cNvSpPr/>
            <p:nvPr/>
          </p:nvSpPr>
          <p:spPr>
            <a:xfrm>
              <a:off x="2942845" y="2215410"/>
              <a:ext cx="1544626" cy="363113"/>
            </a:xfrm>
            <a:custGeom>
              <a:avLst/>
              <a:gdLst>
                <a:gd name="connsiteX0" fmla="*/ 0 w 1088855"/>
                <a:gd name="connsiteY0" fmla="*/ 0 h 544427"/>
                <a:gd name="connsiteX1" fmla="*/ 1088855 w 1088855"/>
                <a:gd name="connsiteY1" fmla="*/ 0 h 544427"/>
                <a:gd name="connsiteX2" fmla="*/ 1088855 w 1088855"/>
                <a:gd name="connsiteY2" fmla="*/ 544427 h 544427"/>
                <a:gd name="connsiteX3" fmla="*/ 0 w 1088855"/>
                <a:gd name="connsiteY3" fmla="*/ 544427 h 544427"/>
                <a:gd name="connsiteX4" fmla="*/ 0 w 1088855"/>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8855" h="544427">
                  <a:moveTo>
                    <a:pt x="0" y="0"/>
                  </a:moveTo>
                  <a:lnTo>
                    <a:pt x="1088855" y="0"/>
                  </a:lnTo>
                  <a:lnTo>
                    <a:pt x="1088855"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业务法务</a:t>
              </a:r>
              <a:endParaRPr lang="zh-HK"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8" name="任意多边形 37"/>
            <p:cNvSpPr/>
            <p:nvPr/>
          </p:nvSpPr>
          <p:spPr>
            <a:xfrm>
              <a:off x="3294840" y="2756380"/>
              <a:ext cx="1177078"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互金业务</a:t>
              </a:r>
              <a:endParaRPr lang="zh-HK"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9" name="任意多边形 38"/>
            <p:cNvSpPr/>
            <p:nvPr/>
          </p:nvSpPr>
          <p:spPr>
            <a:xfrm>
              <a:off x="3294840" y="3272001"/>
              <a:ext cx="1177078"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投行业</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务</a:t>
              </a:r>
              <a:endParaRPr lang="zh-HK"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40" name="任意多边形 39"/>
            <p:cNvSpPr/>
            <p:nvPr/>
          </p:nvSpPr>
          <p:spPr>
            <a:xfrm>
              <a:off x="4580940" y="2215409"/>
              <a:ext cx="1544626" cy="363113"/>
            </a:xfrm>
            <a:custGeom>
              <a:avLst/>
              <a:gdLst>
                <a:gd name="connsiteX0" fmla="*/ 0 w 1088855"/>
                <a:gd name="connsiteY0" fmla="*/ 0 h 544427"/>
                <a:gd name="connsiteX1" fmla="*/ 1088855 w 1088855"/>
                <a:gd name="connsiteY1" fmla="*/ 0 h 544427"/>
                <a:gd name="connsiteX2" fmla="*/ 1088855 w 1088855"/>
                <a:gd name="connsiteY2" fmla="*/ 544427 h 544427"/>
                <a:gd name="connsiteX3" fmla="*/ 0 w 1088855"/>
                <a:gd name="connsiteY3" fmla="*/ 544427 h 544427"/>
                <a:gd name="connsiteX4" fmla="*/ 0 w 1088855"/>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8855" h="544427">
                  <a:moveTo>
                    <a:pt x="0" y="0"/>
                  </a:moveTo>
                  <a:lnTo>
                    <a:pt x="1088855" y="0"/>
                  </a:lnTo>
                  <a:lnTo>
                    <a:pt x="1088855" y="544427"/>
                  </a:lnTo>
                  <a:lnTo>
                    <a:pt x="0" y="544427"/>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基础法务</a:t>
              </a:r>
              <a:endParaRPr lang="zh-HK"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41" name="任意多边形 40"/>
            <p:cNvSpPr/>
            <p:nvPr/>
          </p:nvSpPr>
          <p:spPr>
            <a:xfrm>
              <a:off x="4935734" y="2756380"/>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法规解读</a:t>
              </a:r>
              <a:endParaRPr lang="zh-HK"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42" name="任意多边形 41"/>
            <p:cNvSpPr/>
            <p:nvPr/>
          </p:nvSpPr>
          <p:spPr>
            <a:xfrm>
              <a:off x="4935734" y="3271999"/>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法规意见征集</a:t>
              </a:r>
              <a:endParaRPr lang="zh-HK"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43" name="任意多边形 42"/>
            <p:cNvSpPr/>
            <p:nvPr/>
          </p:nvSpPr>
          <p:spPr>
            <a:xfrm>
              <a:off x="4935734" y="3796381"/>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19050">
              <a:noFill/>
            </a:ln>
            <a:effectLst/>
          </p:spPr>
          <p:style>
            <a:lnRef idx="0">
              <a:scrgbClr r="0" g="0" b="0"/>
            </a:lnRef>
            <a:fillRef idx="2">
              <a:scrgbClr r="0" g="0" b="0"/>
            </a:fillRef>
            <a:effectRef idx="1">
              <a:scrgbClr r="0" g="0" b="0"/>
            </a:effectRef>
            <a:fontRef idx="minor">
              <a:schemeClr val="dk1"/>
            </a:fontRef>
          </p:style>
          <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200" b="1"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合规咨询</a:t>
              </a:r>
              <a:endParaRPr lang="zh-HK" altLang="en-US" sz="1200" b="1"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44" name="任意多边形 43"/>
            <p:cNvSpPr/>
            <p:nvPr/>
          </p:nvSpPr>
          <p:spPr>
            <a:xfrm>
              <a:off x="4935734" y="4320763"/>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1EB9E1"/>
            </a:solidFill>
            <a:ln w="19050">
              <a:noFill/>
            </a:ln>
            <a:effectLst/>
          </p:spPr>
          <p:style>
            <a:lnRef idx="0">
              <a:scrgbClr r="0" g="0" b="0"/>
            </a:lnRef>
            <a:fillRef idx="2">
              <a:scrgbClr r="0" g="0" b="0"/>
            </a:fillRef>
            <a:effectRef idx="1">
              <a:scrgbClr r="0" g="0" b="0"/>
            </a:effectRef>
            <a:fontRef idx="minor">
              <a:schemeClr val="dk1"/>
            </a:fontRef>
          </p:style>
          <p:txBody>
            <a:bodyPr spcFirstLastPara="0" vert="horz" wrap="square" lIns="8890" tIns="8890" rIns="8890" bIns="8890" numCol="1" spcCol="1270" anchor="ctr" anchorCtr="0">
              <a:noAutofit/>
            </a:bodyPr>
            <a:lstStyle/>
            <a:p>
              <a:pPr lvl="0" algn="ctr" defTabSz="622300">
                <a:lnSpc>
                  <a:spcPct val="90000"/>
                </a:lnSpc>
                <a:spcBef>
                  <a:spcPct val="0"/>
                </a:spcBef>
                <a:spcAft>
                  <a:spcPct val="35000"/>
                </a:spcAft>
              </a:pPr>
              <a:r>
                <a:rPr lang="zh-CN" altLang="en-US" sz="1200" b="1"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合规考试与培训</a:t>
              </a:r>
              <a:endParaRPr lang="zh-CN" altLang="en-US" sz="1200" b="1"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52" name="任意多边形 51"/>
            <p:cNvSpPr/>
            <p:nvPr/>
          </p:nvSpPr>
          <p:spPr>
            <a:xfrm>
              <a:off x="6219035" y="2215409"/>
              <a:ext cx="1544626" cy="363113"/>
            </a:xfrm>
            <a:custGeom>
              <a:avLst/>
              <a:gdLst>
                <a:gd name="connsiteX0" fmla="*/ 0 w 1088855"/>
                <a:gd name="connsiteY0" fmla="*/ 0 h 544427"/>
                <a:gd name="connsiteX1" fmla="*/ 1088855 w 1088855"/>
                <a:gd name="connsiteY1" fmla="*/ 0 h 544427"/>
                <a:gd name="connsiteX2" fmla="*/ 1088855 w 1088855"/>
                <a:gd name="connsiteY2" fmla="*/ 544427 h 544427"/>
                <a:gd name="connsiteX3" fmla="*/ 0 w 1088855"/>
                <a:gd name="connsiteY3" fmla="*/ 544427 h 544427"/>
                <a:gd name="connsiteX4" fmla="*/ 0 w 1088855"/>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8855" h="544427">
                  <a:moveTo>
                    <a:pt x="0" y="0"/>
                  </a:moveTo>
                  <a:lnTo>
                    <a:pt x="1088855" y="0"/>
                  </a:lnTo>
                  <a:lnTo>
                    <a:pt x="1088855"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公司法务</a:t>
              </a:r>
            </a:p>
          </p:txBody>
        </p:sp>
        <p:sp>
          <p:nvSpPr>
            <p:cNvPr id="53" name="任意多边形 52"/>
            <p:cNvSpPr/>
            <p:nvPr/>
          </p:nvSpPr>
          <p:spPr>
            <a:xfrm>
              <a:off x="6573829" y="2741221"/>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合同审核</a:t>
              </a:r>
            </a:p>
          </p:txBody>
        </p:sp>
        <p:sp>
          <p:nvSpPr>
            <p:cNvPr id="54" name="任意多边形 53"/>
            <p:cNvSpPr/>
            <p:nvPr/>
          </p:nvSpPr>
          <p:spPr>
            <a:xfrm>
              <a:off x="6573829" y="3271996"/>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议案审核</a:t>
              </a:r>
            </a:p>
          </p:txBody>
        </p:sp>
        <p:sp>
          <p:nvSpPr>
            <p:cNvPr id="55" name="任意多边形 54"/>
            <p:cNvSpPr/>
            <p:nvPr/>
          </p:nvSpPr>
          <p:spPr>
            <a:xfrm>
              <a:off x="6573829" y="3802771"/>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母公司</a:t>
              </a:r>
              <a:r>
                <a:rPr lang="zh-CN" altLang="en-US" sz="1200" b="1"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法务</a:t>
              </a:r>
              <a:endPar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56" name="任意多边形 55"/>
            <p:cNvSpPr/>
            <p:nvPr/>
          </p:nvSpPr>
          <p:spPr>
            <a:xfrm>
              <a:off x="6573829" y="4320761"/>
              <a:ext cx="1189832" cy="363113"/>
            </a:xfrm>
            <a:custGeom>
              <a:avLst/>
              <a:gdLst>
                <a:gd name="connsiteX0" fmla="*/ 0 w 989867"/>
                <a:gd name="connsiteY0" fmla="*/ 0 h 544427"/>
                <a:gd name="connsiteX1" fmla="*/ 989867 w 989867"/>
                <a:gd name="connsiteY1" fmla="*/ 0 h 544427"/>
                <a:gd name="connsiteX2" fmla="*/ 989867 w 989867"/>
                <a:gd name="connsiteY2" fmla="*/ 544427 h 544427"/>
                <a:gd name="connsiteX3" fmla="*/ 0 w 989867"/>
                <a:gd name="connsiteY3" fmla="*/ 544427 h 544427"/>
                <a:gd name="connsiteX4" fmla="*/ 0 w 989867"/>
                <a:gd name="connsiteY4" fmla="*/ 0 h 54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89867" h="544427">
                  <a:moveTo>
                    <a:pt x="0" y="0"/>
                  </a:moveTo>
                  <a:lnTo>
                    <a:pt x="989867" y="0"/>
                  </a:lnTo>
                  <a:lnTo>
                    <a:pt x="989867" y="544427"/>
                  </a:lnTo>
                  <a:lnTo>
                    <a:pt x="0" y="544427"/>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defTabSz="912813"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子公司</a:t>
              </a:r>
              <a:r>
                <a:rPr lang="zh-CN" altLang="en-US" sz="1200" b="1"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法务</a:t>
              </a:r>
              <a:endPar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57" name="文本框 56"/>
            <p:cNvSpPr txBox="1"/>
            <p:nvPr/>
          </p:nvSpPr>
          <p:spPr>
            <a:xfrm>
              <a:off x="4139121" y="1129248"/>
              <a:ext cx="2552267" cy="246221"/>
            </a:xfrm>
            <a:prstGeom prst="rect">
              <a:avLst/>
            </a:prstGeom>
            <a:noFill/>
          </p:spPr>
          <p:txBody>
            <a:bodyPr wrap="square" rtlCol="0">
              <a:spAutoFit/>
            </a:bodyPr>
            <a:lstStyle>
              <a:defPPr>
                <a:defRPr lang="en-US"/>
              </a:defPPr>
              <a:lvl1pPr>
                <a:defRPr sz="1200">
                  <a:solidFill>
                    <a:srgbClr val="005096"/>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CN" altLang="en-US" sz="1000" dirty="0" smtClean="0">
                  <a:latin typeface="华文黑体_易方达" panose="02010600040101010101" pitchFamily="2" charset="-122"/>
                  <a:ea typeface="华文黑体_易方达" panose="02010600040101010101" pitchFamily="2" charset="-122"/>
                </a:rPr>
                <a:t>法务工</a:t>
              </a:r>
              <a:r>
                <a:rPr lang="zh-CN" altLang="en-US" sz="1000" dirty="0">
                  <a:latin typeface="华文黑体_易方达" panose="02010600040101010101" pitchFamily="2" charset="-122"/>
                  <a:ea typeface="华文黑体_易方达" panose="02010600040101010101" pitchFamily="2" charset="-122"/>
                </a:rPr>
                <a:t>作框</a:t>
              </a:r>
              <a:r>
                <a:rPr lang="zh-CN" altLang="en-US" sz="1000" dirty="0" smtClean="0">
                  <a:latin typeface="华文黑体_易方达" panose="02010600040101010101" pitchFamily="2" charset="-122"/>
                  <a:ea typeface="华文黑体_易方达" panose="02010600040101010101" pitchFamily="2" charset="-122"/>
                </a:rPr>
                <a:t>架</a:t>
              </a:r>
              <a:endParaRPr lang="en-US" altLang="zh-CN" sz="1000" dirty="0">
                <a:latin typeface="华文黑体_易方达" panose="02010600040101010101" pitchFamily="2" charset="-122"/>
                <a:ea typeface="华文黑体_易方达" panose="02010600040101010101" pitchFamily="2" charset="-122"/>
              </a:endParaRPr>
            </a:p>
          </p:txBody>
        </p:sp>
        <p:cxnSp>
          <p:nvCxnSpPr>
            <p:cNvPr id="61" name="直接连接符 60"/>
            <p:cNvCxnSpPr/>
            <p:nvPr/>
          </p:nvCxnSpPr>
          <p:spPr bwMode="auto">
            <a:xfrm>
              <a:off x="2043980" y="1985896"/>
              <a:ext cx="4980231"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62" name="直接连接符 61"/>
            <p:cNvCxnSpPr/>
            <p:nvPr/>
          </p:nvCxnSpPr>
          <p:spPr bwMode="auto">
            <a:xfrm flipV="1">
              <a:off x="4643438" y="1759151"/>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65" name="直接连接符 64"/>
            <p:cNvCxnSpPr/>
            <p:nvPr/>
          </p:nvCxnSpPr>
          <p:spPr bwMode="auto">
            <a:xfrm flipV="1">
              <a:off x="2043980" y="1982880"/>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66" name="直接连接符 65"/>
            <p:cNvCxnSpPr/>
            <p:nvPr/>
          </p:nvCxnSpPr>
          <p:spPr bwMode="auto">
            <a:xfrm flipV="1">
              <a:off x="3717453" y="1982880"/>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67" name="直接连接符 66"/>
            <p:cNvCxnSpPr/>
            <p:nvPr/>
          </p:nvCxnSpPr>
          <p:spPr bwMode="auto">
            <a:xfrm flipV="1">
              <a:off x="5353253" y="1982879"/>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68" name="直接连接符 67"/>
            <p:cNvCxnSpPr/>
            <p:nvPr/>
          </p:nvCxnSpPr>
          <p:spPr bwMode="auto">
            <a:xfrm flipV="1">
              <a:off x="7024211" y="1982879"/>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69" name="直接连接符 68"/>
            <p:cNvCxnSpPr/>
            <p:nvPr/>
          </p:nvCxnSpPr>
          <p:spPr bwMode="auto">
            <a:xfrm flipV="1">
              <a:off x="1370128" y="2610868"/>
              <a:ext cx="0" cy="1891449"/>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2" name="直接连接符 71"/>
            <p:cNvCxnSpPr/>
            <p:nvPr/>
          </p:nvCxnSpPr>
          <p:spPr bwMode="auto">
            <a:xfrm>
              <a:off x="1370128" y="2937936"/>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3" name="直接连接符 72"/>
            <p:cNvCxnSpPr/>
            <p:nvPr/>
          </p:nvCxnSpPr>
          <p:spPr bwMode="auto">
            <a:xfrm>
              <a:off x="1370128" y="3444086"/>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4" name="直接连接符 73"/>
            <p:cNvCxnSpPr/>
            <p:nvPr/>
          </p:nvCxnSpPr>
          <p:spPr bwMode="auto">
            <a:xfrm>
              <a:off x="1370128" y="3957261"/>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5" name="直接连接符 74"/>
            <p:cNvCxnSpPr/>
            <p:nvPr/>
          </p:nvCxnSpPr>
          <p:spPr bwMode="auto">
            <a:xfrm>
              <a:off x="1370128" y="4501523"/>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6" name="直接连接符 75"/>
            <p:cNvCxnSpPr/>
            <p:nvPr/>
          </p:nvCxnSpPr>
          <p:spPr bwMode="auto">
            <a:xfrm flipV="1">
              <a:off x="3014070" y="2609281"/>
              <a:ext cx="0" cy="83321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7" name="直接连接符 76"/>
            <p:cNvCxnSpPr/>
            <p:nvPr/>
          </p:nvCxnSpPr>
          <p:spPr bwMode="auto">
            <a:xfrm>
              <a:off x="3014070" y="2936348"/>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8" name="直接连接符 77"/>
            <p:cNvCxnSpPr/>
            <p:nvPr/>
          </p:nvCxnSpPr>
          <p:spPr bwMode="auto">
            <a:xfrm>
              <a:off x="3014070" y="3442498"/>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1" name="直接连接符 80"/>
            <p:cNvCxnSpPr/>
            <p:nvPr/>
          </p:nvCxnSpPr>
          <p:spPr bwMode="auto">
            <a:xfrm flipV="1">
              <a:off x="4631406" y="2602586"/>
              <a:ext cx="0" cy="1891449"/>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2" name="直接连接符 81"/>
            <p:cNvCxnSpPr/>
            <p:nvPr/>
          </p:nvCxnSpPr>
          <p:spPr bwMode="auto">
            <a:xfrm>
              <a:off x="4643438" y="2929654"/>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3" name="直接连接符 82"/>
            <p:cNvCxnSpPr/>
            <p:nvPr/>
          </p:nvCxnSpPr>
          <p:spPr bwMode="auto">
            <a:xfrm>
              <a:off x="4643438" y="3435804"/>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4" name="直接连接符 83"/>
            <p:cNvCxnSpPr/>
            <p:nvPr/>
          </p:nvCxnSpPr>
          <p:spPr bwMode="auto">
            <a:xfrm>
              <a:off x="4643438" y="3948979"/>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5" name="直接连接符 84"/>
            <p:cNvCxnSpPr/>
            <p:nvPr/>
          </p:nvCxnSpPr>
          <p:spPr bwMode="auto">
            <a:xfrm>
              <a:off x="4643438" y="4493241"/>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6" name="直接连接符 85"/>
            <p:cNvCxnSpPr/>
            <p:nvPr/>
          </p:nvCxnSpPr>
          <p:spPr bwMode="auto">
            <a:xfrm flipV="1">
              <a:off x="6311096" y="2609280"/>
              <a:ext cx="0" cy="1891449"/>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7" name="直接连接符 86"/>
            <p:cNvCxnSpPr/>
            <p:nvPr/>
          </p:nvCxnSpPr>
          <p:spPr bwMode="auto">
            <a:xfrm>
              <a:off x="6311096" y="2936348"/>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8" name="直接连接符 87"/>
            <p:cNvCxnSpPr/>
            <p:nvPr/>
          </p:nvCxnSpPr>
          <p:spPr bwMode="auto">
            <a:xfrm>
              <a:off x="6311096" y="3442498"/>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9" name="直接连接符 88"/>
            <p:cNvCxnSpPr/>
            <p:nvPr/>
          </p:nvCxnSpPr>
          <p:spPr bwMode="auto">
            <a:xfrm>
              <a:off x="6311096" y="3955673"/>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90" name="直接连接符 89"/>
            <p:cNvCxnSpPr/>
            <p:nvPr/>
          </p:nvCxnSpPr>
          <p:spPr bwMode="auto">
            <a:xfrm>
              <a:off x="6311096" y="4499935"/>
              <a:ext cx="269086"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grpSp>
      <p:sp>
        <p:nvSpPr>
          <p:cNvPr id="47" name="矩形 46"/>
          <p:cNvSpPr/>
          <p:nvPr/>
        </p:nvSpPr>
        <p:spPr>
          <a:xfrm>
            <a:off x="-1786683" y="0"/>
            <a:ext cx="1713708" cy="2402360"/>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模板中已设置主题颜色，可直接插入</a:t>
            </a:r>
            <a:r>
              <a:rPr lang="en-US" altLang="zh-CN" sz="1000" dirty="0" err="1"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smartart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图形输入内容进行微调，建议层级用不同颜色间隔</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注意图表不要出现边框</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连</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接箭头建议不要省略，箭头颜色为灰色（</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内容文字大小、颜色可根据实际情况调</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整</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 </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禁</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止使用冗余、厚重和繁杂的装饰效果，如透视、纹理、渐变、阴影、</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3D</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效果等等</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20424527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华文黑体_易方达" panose="02010600040101010101" pitchFamily="2" charset="-122"/>
                <a:ea typeface="华文黑体_易方达" panose="02010600040101010101" pitchFamily="2" charset="-122"/>
              </a:rPr>
              <a:t>组织架构图</a:t>
            </a:r>
            <a:endParaRPr lang="zh-CN" altLang="en-US" b="1" dirty="0">
              <a:latin typeface="华文黑体_易方达" panose="02010600040101010101" pitchFamily="2" charset="-122"/>
              <a:ea typeface="华文黑体_易方达" panose="02010600040101010101" pitchFamily="2" charset="-122"/>
            </a:endParaRPr>
          </a:p>
        </p:txBody>
      </p:sp>
      <p:cxnSp>
        <p:nvCxnSpPr>
          <p:cNvPr id="44" name="直接连接符 43"/>
          <p:cNvCxnSpPr/>
          <p:nvPr/>
        </p:nvCxnSpPr>
        <p:spPr bwMode="auto">
          <a:xfrm flipV="1">
            <a:off x="6780187" y="2491885"/>
            <a:ext cx="0" cy="982693"/>
          </a:xfrm>
          <a:prstGeom prst="line">
            <a:avLst/>
          </a:prstGeom>
          <a:solidFill>
            <a:schemeClr val="accent1"/>
          </a:solidFill>
          <a:ln w="19050" cap="flat" cmpd="sng" algn="ctr">
            <a:solidFill>
              <a:srgbClr val="969696"/>
            </a:solidFill>
            <a:prstDash val="solid"/>
            <a:round/>
            <a:headEnd type="none" w="med" len="med"/>
            <a:tailEnd type="none" w="med" len="med"/>
          </a:ln>
          <a:effectLst/>
        </p:spPr>
      </p:cxnSp>
      <p:sp>
        <p:nvSpPr>
          <p:cNvPr id="22" name="任意多边形 21"/>
          <p:cNvSpPr/>
          <p:nvPr/>
        </p:nvSpPr>
        <p:spPr>
          <a:xfrm>
            <a:off x="3264022" y="1852919"/>
            <a:ext cx="2375922" cy="431229"/>
          </a:xfrm>
          <a:custGeom>
            <a:avLst/>
            <a:gdLst>
              <a:gd name="connsiteX0" fmla="*/ 0 w 2375922"/>
              <a:gd name="connsiteY0" fmla="*/ 0 h 431229"/>
              <a:gd name="connsiteX1" fmla="*/ 2375922 w 2375922"/>
              <a:gd name="connsiteY1" fmla="*/ 0 h 431229"/>
              <a:gd name="connsiteX2" fmla="*/ 2375922 w 2375922"/>
              <a:gd name="connsiteY2" fmla="*/ 431229 h 431229"/>
              <a:gd name="connsiteX3" fmla="*/ 0 w 2375922"/>
              <a:gd name="connsiteY3" fmla="*/ 431229 h 431229"/>
              <a:gd name="connsiteX4" fmla="*/ 0 w 2375922"/>
              <a:gd name="connsiteY4" fmla="*/ 0 h 4312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5922" h="431229">
                <a:moveTo>
                  <a:pt x="0" y="0"/>
                </a:moveTo>
                <a:lnTo>
                  <a:pt x="2375922" y="0"/>
                </a:lnTo>
                <a:lnTo>
                  <a:pt x="2375922" y="431229"/>
                </a:lnTo>
                <a:lnTo>
                  <a:pt x="0" y="431229"/>
                </a:lnTo>
                <a:lnTo>
                  <a:pt x="0" y="0"/>
                </a:lnTo>
                <a:close/>
              </a:path>
            </a:pathLst>
          </a:custGeom>
          <a:solidFill>
            <a:srgbClr val="0050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核算部总经理</a:t>
            </a:r>
          </a:p>
        </p:txBody>
      </p:sp>
      <p:sp>
        <p:nvSpPr>
          <p:cNvPr id="24" name="任意多边形 23"/>
          <p:cNvSpPr/>
          <p:nvPr/>
        </p:nvSpPr>
        <p:spPr>
          <a:xfrm>
            <a:off x="363259" y="3460931"/>
            <a:ext cx="896138" cy="364693"/>
          </a:xfrm>
          <a:custGeom>
            <a:avLst/>
            <a:gdLst>
              <a:gd name="connsiteX0" fmla="*/ 0 w 805818"/>
              <a:gd name="connsiteY0" fmla="*/ 0 h 444198"/>
              <a:gd name="connsiteX1" fmla="*/ 805818 w 805818"/>
              <a:gd name="connsiteY1" fmla="*/ 0 h 444198"/>
              <a:gd name="connsiteX2" fmla="*/ 805818 w 805818"/>
              <a:gd name="connsiteY2" fmla="*/ 444198 h 444198"/>
              <a:gd name="connsiteX3" fmla="*/ 0 w 805818"/>
              <a:gd name="connsiteY3" fmla="*/ 444198 h 444198"/>
              <a:gd name="connsiteX4" fmla="*/ 0 w 805818"/>
              <a:gd name="connsiteY4" fmla="*/ 0 h 44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8" h="444198">
                <a:moveTo>
                  <a:pt x="0" y="0"/>
                </a:moveTo>
                <a:lnTo>
                  <a:pt x="805818" y="0"/>
                </a:lnTo>
                <a:lnTo>
                  <a:pt x="805818" y="444198"/>
                </a:lnTo>
                <a:lnTo>
                  <a:pt x="0" y="444198"/>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固定收益</a:t>
            </a:r>
          </a:p>
        </p:txBody>
      </p:sp>
      <p:sp>
        <p:nvSpPr>
          <p:cNvPr id="25" name="任意多边形 24"/>
          <p:cNvSpPr/>
          <p:nvPr/>
        </p:nvSpPr>
        <p:spPr>
          <a:xfrm>
            <a:off x="363151" y="3879448"/>
            <a:ext cx="896138" cy="267108"/>
          </a:xfrm>
          <a:custGeom>
            <a:avLst/>
            <a:gdLst>
              <a:gd name="connsiteX0" fmla="*/ 0 w 532858"/>
              <a:gd name="connsiteY0" fmla="*/ 0 h 267108"/>
              <a:gd name="connsiteX1" fmla="*/ 532858 w 532858"/>
              <a:gd name="connsiteY1" fmla="*/ 0 h 267108"/>
              <a:gd name="connsiteX2" fmla="*/ 532858 w 532858"/>
              <a:gd name="connsiteY2" fmla="*/ 267108 h 267108"/>
              <a:gd name="connsiteX3" fmla="*/ 0 w 532858"/>
              <a:gd name="connsiteY3" fmla="*/ 267108 h 267108"/>
              <a:gd name="connsiteX4" fmla="*/ 0 w 532858"/>
              <a:gd name="connsiteY4" fmla="*/ 0 h 26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58" h="267108">
                <a:moveTo>
                  <a:pt x="0" y="0"/>
                </a:moveTo>
                <a:lnTo>
                  <a:pt x="532858" y="0"/>
                </a:lnTo>
                <a:lnTo>
                  <a:pt x="532858" y="267108"/>
                </a:lnTo>
                <a:lnTo>
                  <a:pt x="0" y="267108"/>
                </a:lnTo>
                <a:lnTo>
                  <a:pt x="0" y="0"/>
                </a:lnTo>
                <a:close/>
              </a:path>
            </a:pathLst>
          </a:custGeom>
          <a:solidFill>
            <a:srgbClr val="9696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defTabSz="912813"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8</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p>
        </p:txBody>
      </p:sp>
      <p:sp>
        <p:nvSpPr>
          <p:cNvPr id="26" name="任意多边形 25"/>
          <p:cNvSpPr/>
          <p:nvPr/>
        </p:nvSpPr>
        <p:spPr>
          <a:xfrm>
            <a:off x="1362398" y="3460931"/>
            <a:ext cx="896138" cy="364693"/>
          </a:xfrm>
          <a:custGeom>
            <a:avLst/>
            <a:gdLst>
              <a:gd name="connsiteX0" fmla="*/ 0 w 805818"/>
              <a:gd name="connsiteY0" fmla="*/ 0 h 444198"/>
              <a:gd name="connsiteX1" fmla="*/ 805818 w 805818"/>
              <a:gd name="connsiteY1" fmla="*/ 0 h 444198"/>
              <a:gd name="connsiteX2" fmla="*/ 805818 w 805818"/>
              <a:gd name="connsiteY2" fmla="*/ 444198 h 444198"/>
              <a:gd name="connsiteX3" fmla="*/ 0 w 805818"/>
              <a:gd name="connsiteY3" fmla="*/ 444198 h 444198"/>
              <a:gd name="connsiteX4" fmla="*/ 0 w 805818"/>
              <a:gd name="connsiteY4" fmla="*/ 0 h 44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8" h="444198">
                <a:moveTo>
                  <a:pt x="0" y="0"/>
                </a:moveTo>
                <a:lnTo>
                  <a:pt x="805818" y="0"/>
                </a:lnTo>
                <a:lnTo>
                  <a:pt x="805818" y="444198"/>
                </a:lnTo>
                <a:lnTo>
                  <a:pt x="0" y="444198"/>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权益社保</a:t>
            </a:r>
          </a:p>
        </p:txBody>
      </p:sp>
      <p:sp>
        <p:nvSpPr>
          <p:cNvPr id="27" name="任意多边形 26"/>
          <p:cNvSpPr/>
          <p:nvPr/>
        </p:nvSpPr>
        <p:spPr>
          <a:xfrm>
            <a:off x="1362289" y="3879448"/>
            <a:ext cx="885899" cy="267108"/>
          </a:xfrm>
          <a:custGeom>
            <a:avLst/>
            <a:gdLst>
              <a:gd name="connsiteX0" fmla="*/ 0 w 532858"/>
              <a:gd name="connsiteY0" fmla="*/ 0 h 267108"/>
              <a:gd name="connsiteX1" fmla="*/ 532858 w 532858"/>
              <a:gd name="connsiteY1" fmla="*/ 0 h 267108"/>
              <a:gd name="connsiteX2" fmla="*/ 532858 w 532858"/>
              <a:gd name="connsiteY2" fmla="*/ 267108 h 267108"/>
              <a:gd name="connsiteX3" fmla="*/ 0 w 532858"/>
              <a:gd name="connsiteY3" fmla="*/ 267108 h 267108"/>
              <a:gd name="connsiteX4" fmla="*/ 0 w 532858"/>
              <a:gd name="connsiteY4" fmla="*/ 0 h 26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58" h="267108">
                <a:moveTo>
                  <a:pt x="0" y="0"/>
                </a:moveTo>
                <a:lnTo>
                  <a:pt x="532858" y="0"/>
                </a:lnTo>
                <a:lnTo>
                  <a:pt x="532858" y="267108"/>
                </a:lnTo>
                <a:lnTo>
                  <a:pt x="0" y="267108"/>
                </a:lnTo>
                <a:lnTo>
                  <a:pt x="0" y="0"/>
                </a:lnTo>
                <a:close/>
              </a:path>
            </a:pathLst>
          </a:custGeom>
          <a:solidFill>
            <a:srgbClr val="9696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defTabSz="912813"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6</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p>
        </p:txBody>
      </p:sp>
      <p:sp>
        <p:nvSpPr>
          <p:cNvPr id="28" name="任意多边形 27"/>
          <p:cNvSpPr/>
          <p:nvPr/>
        </p:nvSpPr>
        <p:spPr>
          <a:xfrm>
            <a:off x="2381649" y="3460931"/>
            <a:ext cx="896138" cy="364693"/>
          </a:xfrm>
          <a:custGeom>
            <a:avLst/>
            <a:gdLst>
              <a:gd name="connsiteX0" fmla="*/ 0 w 805818"/>
              <a:gd name="connsiteY0" fmla="*/ 0 h 444198"/>
              <a:gd name="connsiteX1" fmla="*/ 805818 w 805818"/>
              <a:gd name="connsiteY1" fmla="*/ 0 h 444198"/>
              <a:gd name="connsiteX2" fmla="*/ 805818 w 805818"/>
              <a:gd name="connsiteY2" fmla="*/ 444198 h 444198"/>
              <a:gd name="connsiteX3" fmla="*/ 0 w 805818"/>
              <a:gd name="connsiteY3" fmla="*/ 444198 h 444198"/>
              <a:gd name="connsiteX4" fmla="*/ 0 w 805818"/>
              <a:gd name="connsiteY4" fmla="*/ 0 h 44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8" h="444198">
                <a:moveTo>
                  <a:pt x="0" y="0"/>
                </a:moveTo>
                <a:lnTo>
                  <a:pt x="805818" y="0"/>
                </a:lnTo>
                <a:lnTo>
                  <a:pt x="805818" y="444198"/>
                </a:lnTo>
                <a:lnTo>
                  <a:pt x="0" y="444198"/>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rPr>
              <a:t>QDII-ETF</a:t>
            </a:r>
          </a:p>
        </p:txBody>
      </p:sp>
      <p:sp>
        <p:nvSpPr>
          <p:cNvPr id="29" name="任意多边形 28"/>
          <p:cNvSpPr/>
          <p:nvPr/>
        </p:nvSpPr>
        <p:spPr>
          <a:xfrm>
            <a:off x="2381540" y="3879448"/>
            <a:ext cx="896138" cy="267108"/>
          </a:xfrm>
          <a:custGeom>
            <a:avLst/>
            <a:gdLst>
              <a:gd name="connsiteX0" fmla="*/ 0 w 532858"/>
              <a:gd name="connsiteY0" fmla="*/ 0 h 267108"/>
              <a:gd name="connsiteX1" fmla="*/ 532858 w 532858"/>
              <a:gd name="connsiteY1" fmla="*/ 0 h 267108"/>
              <a:gd name="connsiteX2" fmla="*/ 532858 w 532858"/>
              <a:gd name="connsiteY2" fmla="*/ 267108 h 267108"/>
              <a:gd name="connsiteX3" fmla="*/ 0 w 532858"/>
              <a:gd name="connsiteY3" fmla="*/ 267108 h 267108"/>
              <a:gd name="connsiteX4" fmla="*/ 0 w 532858"/>
              <a:gd name="connsiteY4" fmla="*/ 0 h 26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58" h="267108">
                <a:moveTo>
                  <a:pt x="0" y="0"/>
                </a:moveTo>
                <a:lnTo>
                  <a:pt x="532858" y="0"/>
                </a:lnTo>
                <a:lnTo>
                  <a:pt x="532858" y="267108"/>
                </a:lnTo>
                <a:lnTo>
                  <a:pt x="0" y="267108"/>
                </a:lnTo>
                <a:lnTo>
                  <a:pt x="0" y="0"/>
                </a:lnTo>
                <a:close/>
              </a:path>
            </a:pathLst>
          </a:custGeom>
          <a:solidFill>
            <a:srgbClr val="9696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defTabSz="912813"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6</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endPar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0" name="任意多边形 29"/>
          <p:cNvSpPr/>
          <p:nvPr/>
        </p:nvSpPr>
        <p:spPr>
          <a:xfrm>
            <a:off x="3400900" y="3460930"/>
            <a:ext cx="896138" cy="364693"/>
          </a:xfrm>
          <a:custGeom>
            <a:avLst/>
            <a:gdLst>
              <a:gd name="connsiteX0" fmla="*/ 0 w 805818"/>
              <a:gd name="connsiteY0" fmla="*/ 0 h 444198"/>
              <a:gd name="connsiteX1" fmla="*/ 805818 w 805818"/>
              <a:gd name="connsiteY1" fmla="*/ 0 h 444198"/>
              <a:gd name="connsiteX2" fmla="*/ 805818 w 805818"/>
              <a:gd name="connsiteY2" fmla="*/ 444198 h 444198"/>
              <a:gd name="connsiteX3" fmla="*/ 0 w 805818"/>
              <a:gd name="connsiteY3" fmla="*/ 444198 h 444198"/>
              <a:gd name="connsiteX4" fmla="*/ 0 w 805818"/>
              <a:gd name="connsiteY4" fmla="*/ 0 h 44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8" h="444198">
                <a:moveTo>
                  <a:pt x="0" y="0"/>
                </a:moveTo>
                <a:lnTo>
                  <a:pt x="805818" y="0"/>
                </a:lnTo>
                <a:lnTo>
                  <a:pt x="805818" y="444198"/>
                </a:lnTo>
                <a:lnTo>
                  <a:pt x="0" y="444198"/>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年金专户</a:t>
            </a:r>
          </a:p>
        </p:txBody>
      </p:sp>
      <p:sp>
        <p:nvSpPr>
          <p:cNvPr id="31" name="任意多边形 30"/>
          <p:cNvSpPr/>
          <p:nvPr/>
        </p:nvSpPr>
        <p:spPr>
          <a:xfrm>
            <a:off x="5363256" y="3858182"/>
            <a:ext cx="896029" cy="267108"/>
          </a:xfrm>
          <a:custGeom>
            <a:avLst/>
            <a:gdLst>
              <a:gd name="connsiteX0" fmla="*/ 0 w 532858"/>
              <a:gd name="connsiteY0" fmla="*/ 0 h 267108"/>
              <a:gd name="connsiteX1" fmla="*/ 532858 w 532858"/>
              <a:gd name="connsiteY1" fmla="*/ 0 h 267108"/>
              <a:gd name="connsiteX2" fmla="*/ 532858 w 532858"/>
              <a:gd name="connsiteY2" fmla="*/ 267108 h 267108"/>
              <a:gd name="connsiteX3" fmla="*/ 0 w 532858"/>
              <a:gd name="connsiteY3" fmla="*/ 267108 h 267108"/>
              <a:gd name="connsiteX4" fmla="*/ 0 w 532858"/>
              <a:gd name="connsiteY4" fmla="*/ 0 h 26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58" h="267108">
                <a:moveTo>
                  <a:pt x="0" y="0"/>
                </a:moveTo>
                <a:lnTo>
                  <a:pt x="532858" y="0"/>
                </a:lnTo>
                <a:lnTo>
                  <a:pt x="532858" y="267108"/>
                </a:lnTo>
                <a:lnTo>
                  <a:pt x="0" y="267108"/>
                </a:lnTo>
                <a:lnTo>
                  <a:pt x="0" y="0"/>
                </a:lnTo>
                <a:close/>
              </a:path>
            </a:pathLst>
          </a:custGeom>
          <a:solidFill>
            <a:srgbClr val="9696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defTabSz="912813"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6</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p>
        </p:txBody>
      </p:sp>
      <p:sp>
        <p:nvSpPr>
          <p:cNvPr id="32" name="任意多边形 31"/>
          <p:cNvSpPr/>
          <p:nvPr/>
        </p:nvSpPr>
        <p:spPr>
          <a:xfrm>
            <a:off x="5363256" y="3447093"/>
            <a:ext cx="896138" cy="355133"/>
          </a:xfrm>
          <a:custGeom>
            <a:avLst/>
            <a:gdLst>
              <a:gd name="connsiteX0" fmla="*/ 0 w 805818"/>
              <a:gd name="connsiteY0" fmla="*/ 0 h 444198"/>
              <a:gd name="connsiteX1" fmla="*/ 805818 w 805818"/>
              <a:gd name="connsiteY1" fmla="*/ 0 h 444198"/>
              <a:gd name="connsiteX2" fmla="*/ 805818 w 805818"/>
              <a:gd name="connsiteY2" fmla="*/ 444198 h 444198"/>
              <a:gd name="connsiteX3" fmla="*/ 0 w 805818"/>
              <a:gd name="connsiteY3" fmla="*/ 444198 h 444198"/>
              <a:gd name="connsiteX4" fmla="*/ 0 w 805818"/>
              <a:gd name="connsiteY4" fmla="*/ 0 h 44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8" h="444198">
                <a:moveTo>
                  <a:pt x="0" y="0"/>
                </a:moveTo>
                <a:lnTo>
                  <a:pt x="805818" y="0"/>
                </a:lnTo>
                <a:lnTo>
                  <a:pt x="805818" y="444198"/>
                </a:lnTo>
                <a:lnTo>
                  <a:pt x="0" y="444198"/>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信息披露</a:t>
            </a:r>
          </a:p>
        </p:txBody>
      </p:sp>
      <p:sp>
        <p:nvSpPr>
          <p:cNvPr id="33" name="任意多边形 32"/>
          <p:cNvSpPr/>
          <p:nvPr/>
        </p:nvSpPr>
        <p:spPr>
          <a:xfrm>
            <a:off x="3390440" y="3879448"/>
            <a:ext cx="906597" cy="267108"/>
          </a:xfrm>
          <a:custGeom>
            <a:avLst/>
            <a:gdLst>
              <a:gd name="connsiteX0" fmla="*/ 0 w 532858"/>
              <a:gd name="connsiteY0" fmla="*/ 0 h 267108"/>
              <a:gd name="connsiteX1" fmla="*/ 532858 w 532858"/>
              <a:gd name="connsiteY1" fmla="*/ 0 h 267108"/>
              <a:gd name="connsiteX2" fmla="*/ 532858 w 532858"/>
              <a:gd name="connsiteY2" fmla="*/ 267108 h 267108"/>
              <a:gd name="connsiteX3" fmla="*/ 0 w 532858"/>
              <a:gd name="connsiteY3" fmla="*/ 267108 h 267108"/>
              <a:gd name="connsiteX4" fmla="*/ 0 w 532858"/>
              <a:gd name="connsiteY4" fmla="*/ 0 h 26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58" h="267108">
                <a:moveTo>
                  <a:pt x="0" y="0"/>
                </a:moveTo>
                <a:lnTo>
                  <a:pt x="532858" y="0"/>
                </a:lnTo>
                <a:lnTo>
                  <a:pt x="532858" y="267108"/>
                </a:lnTo>
                <a:lnTo>
                  <a:pt x="0" y="267108"/>
                </a:lnTo>
                <a:lnTo>
                  <a:pt x="0" y="0"/>
                </a:lnTo>
                <a:close/>
              </a:path>
            </a:pathLst>
          </a:custGeom>
          <a:solidFill>
            <a:srgbClr val="9696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defTabSz="912813"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5</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p>
        </p:txBody>
      </p:sp>
      <p:sp>
        <p:nvSpPr>
          <p:cNvPr id="34" name="任意多边形 33"/>
          <p:cNvSpPr/>
          <p:nvPr/>
        </p:nvSpPr>
        <p:spPr>
          <a:xfrm>
            <a:off x="5542949" y="2703646"/>
            <a:ext cx="2411703" cy="352634"/>
          </a:xfrm>
          <a:custGeom>
            <a:avLst/>
            <a:gdLst>
              <a:gd name="connsiteX0" fmla="*/ 0 w 2411703"/>
              <a:gd name="connsiteY0" fmla="*/ 0 h 352634"/>
              <a:gd name="connsiteX1" fmla="*/ 2411703 w 2411703"/>
              <a:gd name="connsiteY1" fmla="*/ 0 h 352634"/>
              <a:gd name="connsiteX2" fmla="*/ 2411703 w 2411703"/>
              <a:gd name="connsiteY2" fmla="*/ 352634 h 352634"/>
              <a:gd name="connsiteX3" fmla="*/ 0 w 2411703"/>
              <a:gd name="connsiteY3" fmla="*/ 352634 h 352634"/>
              <a:gd name="connsiteX4" fmla="*/ 0 w 2411703"/>
              <a:gd name="connsiteY4" fmla="*/ 0 h 3526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11703" h="352634">
                <a:moveTo>
                  <a:pt x="0" y="0"/>
                </a:moveTo>
                <a:lnTo>
                  <a:pt x="2411703" y="0"/>
                </a:lnTo>
                <a:lnTo>
                  <a:pt x="2411703" y="352634"/>
                </a:lnTo>
                <a:lnTo>
                  <a:pt x="0" y="352634"/>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清</a:t>
            </a:r>
            <a:r>
              <a:rPr lang="zh-CN" altLang="en-US" sz="1400" b="1"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算组</a:t>
            </a:r>
            <a:endPar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35" name="任意多边形 34"/>
          <p:cNvSpPr/>
          <p:nvPr/>
        </p:nvSpPr>
        <p:spPr>
          <a:xfrm>
            <a:off x="6382507" y="3437533"/>
            <a:ext cx="896138" cy="364693"/>
          </a:xfrm>
          <a:custGeom>
            <a:avLst/>
            <a:gdLst>
              <a:gd name="connsiteX0" fmla="*/ 0 w 805818"/>
              <a:gd name="connsiteY0" fmla="*/ 0 h 444198"/>
              <a:gd name="connsiteX1" fmla="*/ 805818 w 805818"/>
              <a:gd name="connsiteY1" fmla="*/ 0 h 444198"/>
              <a:gd name="connsiteX2" fmla="*/ 805818 w 805818"/>
              <a:gd name="connsiteY2" fmla="*/ 444198 h 444198"/>
              <a:gd name="connsiteX3" fmla="*/ 0 w 805818"/>
              <a:gd name="connsiteY3" fmla="*/ 444198 h 444198"/>
              <a:gd name="connsiteX4" fmla="*/ 0 w 805818"/>
              <a:gd name="connsiteY4" fmla="*/ 0 h 44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8" h="444198">
                <a:moveTo>
                  <a:pt x="0" y="0"/>
                </a:moveTo>
                <a:lnTo>
                  <a:pt x="805818" y="0"/>
                </a:lnTo>
                <a:lnTo>
                  <a:pt x="805818" y="444198"/>
                </a:lnTo>
                <a:lnTo>
                  <a:pt x="0" y="444198"/>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资金清算</a:t>
            </a:r>
          </a:p>
        </p:txBody>
      </p:sp>
      <p:sp>
        <p:nvSpPr>
          <p:cNvPr id="36" name="任意多边形 35"/>
          <p:cNvSpPr/>
          <p:nvPr/>
        </p:nvSpPr>
        <p:spPr>
          <a:xfrm>
            <a:off x="6382399" y="3861183"/>
            <a:ext cx="896138" cy="267108"/>
          </a:xfrm>
          <a:custGeom>
            <a:avLst/>
            <a:gdLst>
              <a:gd name="connsiteX0" fmla="*/ 0 w 532858"/>
              <a:gd name="connsiteY0" fmla="*/ 0 h 267108"/>
              <a:gd name="connsiteX1" fmla="*/ 532858 w 532858"/>
              <a:gd name="connsiteY1" fmla="*/ 0 h 267108"/>
              <a:gd name="connsiteX2" fmla="*/ 532858 w 532858"/>
              <a:gd name="connsiteY2" fmla="*/ 267108 h 267108"/>
              <a:gd name="connsiteX3" fmla="*/ 0 w 532858"/>
              <a:gd name="connsiteY3" fmla="*/ 267108 h 267108"/>
              <a:gd name="connsiteX4" fmla="*/ 0 w 532858"/>
              <a:gd name="connsiteY4" fmla="*/ 0 h 26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58" h="267108">
                <a:moveTo>
                  <a:pt x="0" y="0"/>
                </a:moveTo>
                <a:lnTo>
                  <a:pt x="532858" y="0"/>
                </a:lnTo>
                <a:lnTo>
                  <a:pt x="532858" y="267108"/>
                </a:lnTo>
                <a:lnTo>
                  <a:pt x="0" y="267108"/>
                </a:lnTo>
                <a:lnTo>
                  <a:pt x="0" y="0"/>
                </a:lnTo>
                <a:close/>
              </a:path>
            </a:pathLst>
          </a:custGeom>
          <a:solidFill>
            <a:srgbClr val="9696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defTabSz="912813"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5</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p>
        </p:txBody>
      </p:sp>
      <p:sp>
        <p:nvSpPr>
          <p:cNvPr id="37" name="任意多边形 36"/>
          <p:cNvSpPr/>
          <p:nvPr/>
        </p:nvSpPr>
        <p:spPr>
          <a:xfrm>
            <a:off x="7401758" y="3447093"/>
            <a:ext cx="896138" cy="364693"/>
          </a:xfrm>
          <a:custGeom>
            <a:avLst/>
            <a:gdLst>
              <a:gd name="connsiteX0" fmla="*/ 0 w 805818"/>
              <a:gd name="connsiteY0" fmla="*/ 0 h 444198"/>
              <a:gd name="connsiteX1" fmla="*/ 805818 w 805818"/>
              <a:gd name="connsiteY1" fmla="*/ 0 h 444198"/>
              <a:gd name="connsiteX2" fmla="*/ 805818 w 805818"/>
              <a:gd name="connsiteY2" fmla="*/ 444198 h 444198"/>
              <a:gd name="connsiteX3" fmla="*/ 0 w 805818"/>
              <a:gd name="connsiteY3" fmla="*/ 444198 h 444198"/>
              <a:gd name="connsiteX4" fmla="*/ 0 w 805818"/>
              <a:gd name="connsiteY4" fmla="*/ 0 h 4441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5818" h="444198">
                <a:moveTo>
                  <a:pt x="0" y="0"/>
                </a:moveTo>
                <a:lnTo>
                  <a:pt x="805818" y="0"/>
                </a:lnTo>
                <a:lnTo>
                  <a:pt x="805818" y="444198"/>
                </a:lnTo>
                <a:lnTo>
                  <a:pt x="0" y="444198"/>
                </a:lnTo>
                <a:lnTo>
                  <a:pt x="0" y="0"/>
                </a:lnTo>
                <a:close/>
              </a:path>
            </a:pathLst>
          </a:custGeom>
          <a:solidFill>
            <a:srgbClr val="00BEE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eaLnBrk="0" hangingPunct="0"/>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账户业务</a:t>
            </a:r>
          </a:p>
        </p:txBody>
      </p:sp>
      <p:sp>
        <p:nvSpPr>
          <p:cNvPr id="38" name="任意多边形 37"/>
          <p:cNvSpPr/>
          <p:nvPr/>
        </p:nvSpPr>
        <p:spPr>
          <a:xfrm>
            <a:off x="7391300" y="3861183"/>
            <a:ext cx="906488" cy="267108"/>
          </a:xfrm>
          <a:custGeom>
            <a:avLst/>
            <a:gdLst>
              <a:gd name="connsiteX0" fmla="*/ 0 w 532858"/>
              <a:gd name="connsiteY0" fmla="*/ 0 h 267108"/>
              <a:gd name="connsiteX1" fmla="*/ 532858 w 532858"/>
              <a:gd name="connsiteY1" fmla="*/ 0 h 267108"/>
              <a:gd name="connsiteX2" fmla="*/ 532858 w 532858"/>
              <a:gd name="connsiteY2" fmla="*/ 267108 h 267108"/>
              <a:gd name="connsiteX3" fmla="*/ 0 w 532858"/>
              <a:gd name="connsiteY3" fmla="*/ 267108 h 267108"/>
              <a:gd name="connsiteX4" fmla="*/ 0 w 532858"/>
              <a:gd name="connsiteY4" fmla="*/ 0 h 2671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2858" h="267108">
                <a:moveTo>
                  <a:pt x="0" y="0"/>
                </a:moveTo>
                <a:lnTo>
                  <a:pt x="532858" y="0"/>
                </a:lnTo>
                <a:lnTo>
                  <a:pt x="532858" y="267108"/>
                </a:lnTo>
                <a:lnTo>
                  <a:pt x="0" y="267108"/>
                </a:lnTo>
                <a:lnTo>
                  <a:pt x="0" y="0"/>
                </a:lnTo>
                <a:close/>
              </a:path>
            </a:pathLst>
          </a:custGeom>
          <a:solidFill>
            <a:srgbClr val="969696"/>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defTabSz="912813" eaLnBrk="0" hangingPunct="0"/>
            <a:r>
              <a:rPr lang="en-US" altLang="zh-CN"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3</a:t>
            </a:r>
            <a:r>
              <a:rPr lang="zh-CN" altLang="en-US" sz="12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人</a:t>
            </a:r>
          </a:p>
        </p:txBody>
      </p:sp>
      <p:cxnSp>
        <p:nvCxnSpPr>
          <p:cNvPr id="40" name="直接连接符 39"/>
          <p:cNvCxnSpPr/>
          <p:nvPr/>
        </p:nvCxnSpPr>
        <p:spPr bwMode="auto">
          <a:xfrm>
            <a:off x="2313042" y="2488076"/>
            <a:ext cx="4467145"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42" name="直接连接符 41"/>
          <p:cNvCxnSpPr/>
          <p:nvPr/>
        </p:nvCxnSpPr>
        <p:spPr bwMode="auto">
          <a:xfrm flipV="1">
            <a:off x="2318250" y="2491885"/>
            <a:ext cx="0" cy="747599"/>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46" name="直接连接符 45"/>
          <p:cNvCxnSpPr/>
          <p:nvPr/>
        </p:nvCxnSpPr>
        <p:spPr bwMode="auto">
          <a:xfrm flipV="1">
            <a:off x="4451983" y="2273363"/>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3" name="直接连接符 72"/>
          <p:cNvCxnSpPr/>
          <p:nvPr/>
        </p:nvCxnSpPr>
        <p:spPr bwMode="auto">
          <a:xfrm>
            <a:off x="834501" y="3239484"/>
            <a:ext cx="2995523"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4" name="直接连接符 73"/>
          <p:cNvCxnSpPr/>
          <p:nvPr/>
        </p:nvCxnSpPr>
        <p:spPr bwMode="auto">
          <a:xfrm flipV="1">
            <a:off x="838731" y="3242220"/>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5" name="直接连接符 74"/>
          <p:cNvCxnSpPr/>
          <p:nvPr/>
        </p:nvCxnSpPr>
        <p:spPr bwMode="auto">
          <a:xfrm flipV="1">
            <a:off x="1799205" y="3239484"/>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6" name="直接连接符 75"/>
          <p:cNvCxnSpPr/>
          <p:nvPr/>
        </p:nvCxnSpPr>
        <p:spPr bwMode="auto">
          <a:xfrm flipV="1">
            <a:off x="2819931" y="3239484"/>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77" name="直接连接符 76"/>
          <p:cNvCxnSpPr/>
          <p:nvPr/>
        </p:nvCxnSpPr>
        <p:spPr bwMode="auto">
          <a:xfrm flipV="1">
            <a:off x="3830024" y="3249044"/>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sp>
        <p:nvSpPr>
          <p:cNvPr id="23" name="任意多边形 22"/>
          <p:cNvSpPr/>
          <p:nvPr/>
        </p:nvSpPr>
        <p:spPr>
          <a:xfrm>
            <a:off x="1150897" y="2703581"/>
            <a:ext cx="2301197" cy="329744"/>
          </a:xfrm>
          <a:custGeom>
            <a:avLst/>
            <a:gdLst>
              <a:gd name="connsiteX0" fmla="*/ 0 w 2301197"/>
              <a:gd name="connsiteY0" fmla="*/ 0 h 329744"/>
              <a:gd name="connsiteX1" fmla="*/ 2301197 w 2301197"/>
              <a:gd name="connsiteY1" fmla="*/ 0 h 329744"/>
              <a:gd name="connsiteX2" fmla="*/ 2301197 w 2301197"/>
              <a:gd name="connsiteY2" fmla="*/ 329744 h 329744"/>
              <a:gd name="connsiteX3" fmla="*/ 0 w 2301197"/>
              <a:gd name="connsiteY3" fmla="*/ 329744 h 329744"/>
              <a:gd name="connsiteX4" fmla="*/ 0 w 2301197"/>
              <a:gd name="connsiteY4" fmla="*/ 0 h 3297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1197" h="329744">
                <a:moveTo>
                  <a:pt x="0" y="0"/>
                </a:moveTo>
                <a:lnTo>
                  <a:pt x="2301197" y="0"/>
                </a:lnTo>
                <a:lnTo>
                  <a:pt x="2301197" y="329744"/>
                </a:lnTo>
                <a:lnTo>
                  <a:pt x="0" y="329744"/>
                </a:lnTo>
                <a:lnTo>
                  <a:pt x="0" y="0"/>
                </a:lnTo>
                <a:close/>
              </a:path>
            </a:pathLst>
          </a:custGeom>
          <a:solidFill>
            <a:srgbClr val="0078B4"/>
          </a:solidFill>
          <a:ln w="6350">
            <a:noFill/>
            <a:headEnd/>
            <a:tailEnd/>
          </a:ln>
        </p:spPr>
        <p:style>
          <a:lnRef idx="2">
            <a:schemeClr val="dk1"/>
          </a:lnRef>
          <a:fillRef idx="1">
            <a:schemeClr val="lt1"/>
          </a:fillRef>
          <a:effectRef idx="0">
            <a:schemeClr val="dk1"/>
          </a:effectRef>
          <a:fontRef idx="minor">
            <a:schemeClr val="dk1"/>
          </a:fontRef>
        </p:style>
        <p:txBody>
          <a:bodyPr anchor="ctr"/>
          <a:lstStyle/>
          <a:p>
            <a:pPr algn="ctr" eaLnBrk="0" hangingPunct="0"/>
            <a:r>
              <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核</a:t>
            </a:r>
            <a:r>
              <a:rPr lang="zh-CN" altLang="en-US" sz="1400" b="1"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算组</a:t>
            </a:r>
            <a:endParaRPr lang="zh-CN" altLang="en-US" sz="14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cxnSp>
        <p:nvCxnSpPr>
          <p:cNvPr id="80" name="直接连接符 79"/>
          <p:cNvCxnSpPr/>
          <p:nvPr/>
        </p:nvCxnSpPr>
        <p:spPr bwMode="auto">
          <a:xfrm>
            <a:off x="5820277" y="3213206"/>
            <a:ext cx="1985430" cy="0"/>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1" name="直接连接符 80"/>
          <p:cNvCxnSpPr/>
          <p:nvPr/>
        </p:nvCxnSpPr>
        <p:spPr bwMode="auto">
          <a:xfrm flipV="1">
            <a:off x="5817683" y="3222766"/>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cxnSp>
        <p:nvCxnSpPr>
          <p:cNvPr id="83" name="直接连接符 82"/>
          <p:cNvCxnSpPr/>
          <p:nvPr/>
        </p:nvCxnSpPr>
        <p:spPr bwMode="auto">
          <a:xfrm flipV="1">
            <a:off x="7805707" y="3213206"/>
            <a:ext cx="0" cy="211697"/>
          </a:xfrm>
          <a:prstGeom prst="line">
            <a:avLst/>
          </a:prstGeom>
          <a:solidFill>
            <a:schemeClr val="accent1"/>
          </a:solidFill>
          <a:ln w="19050" cap="flat" cmpd="sng" algn="ctr">
            <a:solidFill>
              <a:srgbClr val="969696"/>
            </a:solidFill>
            <a:prstDash val="solid"/>
            <a:round/>
            <a:headEnd type="none" w="med" len="med"/>
            <a:tailEnd type="none" w="med" len="med"/>
          </a:ln>
          <a:effectLst/>
        </p:spPr>
      </p:cxnSp>
      <p:sp>
        <p:nvSpPr>
          <p:cNvPr id="107" name="文本框 106"/>
          <p:cNvSpPr txBox="1"/>
          <p:nvPr/>
        </p:nvSpPr>
        <p:spPr>
          <a:xfrm>
            <a:off x="3830024" y="1325972"/>
            <a:ext cx="3862137" cy="246221"/>
          </a:xfrm>
          <a:prstGeom prst="rect">
            <a:avLst/>
          </a:prstGeom>
          <a:noFill/>
        </p:spPr>
        <p:txBody>
          <a:bodyPr wrap="square" rtlCol="0">
            <a:spAutoFit/>
          </a:bodyPr>
          <a:lstStyle>
            <a:defPPr>
              <a:defRPr lang="en-US"/>
            </a:defPPr>
            <a:lvl1pPr>
              <a:defRPr sz="1200">
                <a:solidFill>
                  <a:srgbClr val="005096"/>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CN" altLang="en-US" sz="1000" dirty="0">
                <a:latin typeface="华文黑体_易方达" panose="02010600040101010101" pitchFamily="2" charset="-122"/>
                <a:ea typeface="华文黑体_易方达" panose="02010600040101010101" pitchFamily="2" charset="-122"/>
              </a:rPr>
              <a:t>核算部组织架构</a:t>
            </a:r>
            <a:r>
              <a:rPr lang="zh-CN" altLang="en-US" sz="1000" dirty="0" smtClean="0">
                <a:latin typeface="华文黑体_易方达" panose="02010600040101010101" pitchFamily="2" charset="-122"/>
                <a:ea typeface="华文黑体_易方达" panose="02010600040101010101" pitchFamily="2" charset="-122"/>
              </a:rPr>
              <a:t>图</a:t>
            </a:r>
            <a:endParaRPr lang="en-US" altLang="zh-CN" sz="1000" dirty="0">
              <a:latin typeface="华文黑体_易方达" panose="02010600040101010101" pitchFamily="2" charset="-122"/>
              <a:ea typeface="华文黑体_易方达" panose="02010600040101010101" pitchFamily="2" charset="-122"/>
            </a:endParaRPr>
          </a:p>
        </p:txBody>
      </p:sp>
      <p:sp>
        <p:nvSpPr>
          <p:cNvPr id="39" name="矩形 38"/>
          <p:cNvSpPr/>
          <p:nvPr/>
        </p:nvSpPr>
        <p:spPr>
          <a:xfrm>
            <a:off x="-1809374" y="1"/>
            <a:ext cx="1738832" cy="2811566"/>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模板中已设置主题颜色，可直接插入</a:t>
            </a:r>
            <a:r>
              <a:rPr lang="en-US" altLang="zh-CN" sz="1000" dirty="0" err="1"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smartart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图形然后微调输入内</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容，建</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议层</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级用不同颜色间隔</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注意图表不要出现边框</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连接箭头建议不要省略，箭头颜色为灰色（</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R150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G150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内容文字大小、颜色可根据实际情况调整（框内文字较多时建议调小字号，采用灰色系底色）</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禁</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止使用冗余、厚重和繁杂的装饰效果，如透视、纹理、渐变、阴影、</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3D</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效果等等</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50963990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华文黑体_易方达" panose="02010600040101010101" pitchFamily="2" charset="-122"/>
                <a:ea typeface="华文黑体_易方达" panose="02010600040101010101" pitchFamily="2" charset="-122"/>
              </a:rPr>
              <a:t>流程图</a:t>
            </a:r>
            <a:endParaRPr lang="zh-CN" altLang="en-US" b="1" dirty="0">
              <a:latin typeface="华文黑体_易方达" panose="02010600040101010101" pitchFamily="2" charset="-122"/>
              <a:ea typeface="华文黑体_易方达" panose="02010600040101010101" pitchFamily="2" charset="-122"/>
            </a:endParaRPr>
          </a:p>
        </p:txBody>
      </p:sp>
      <p:sp>
        <p:nvSpPr>
          <p:cNvPr id="75" name="任意多边形 74"/>
          <p:cNvSpPr/>
          <p:nvPr/>
        </p:nvSpPr>
        <p:spPr>
          <a:xfrm>
            <a:off x="4899030" y="1353094"/>
            <a:ext cx="675274" cy="675274"/>
          </a:xfrm>
          <a:custGeom>
            <a:avLst/>
            <a:gdLst>
              <a:gd name="connsiteX0" fmla="*/ 0 w 675274"/>
              <a:gd name="connsiteY0" fmla="*/ 0 h 675274"/>
              <a:gd name="connsiteX1" fmla="*/ 675274 w 675274"/>
              <a:gd name="connsiteY1" fmla="*/ 0 h 675274"/>
              <a:gd name="connsiteX2" fmla="*/ 675274 w 675274"/>
              <a:gd name="connsiteY2" fmla="*/ 675274 h 675274"/>
              <a:gd name="connsiteX3" fmla="*/ 0 w 675274"/>
              <a:gd name="connsiteY3" fmla="*/ 675274 h 675274"/>
              <a:gd name="connsiteX4" fmla="*/ 0 w 675274"/>
              <a:gd name="connsiteY4" fmla="*/ 0 h 675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274" h="675274">
                <a:moveTo>
                  <a:pt x="0" y="0"/>
                </a:moveTo>
                <a:lnTo>
                  <a:pt x="675274" y="0"/>
                </a:lnTo>
                <a:lnTo>
                  <a:pt x="675274" y="675274"/>
                </a:lnTo>
                <a:lnTo>
                  <a:pt x="0" y="6752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rPr>
              <a:t>组织架构</a:t>
            </a:r>
            <a:endParaRPr lang="zh-CN" altLang="en-US" sz="1800" b="1" kern="1200" dirty="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76" name="环形箭头 75"/>
          <p:cNvSpPr/>
          <p:nvPr/>
        </p:nvSpPr>
        <p:spPr>
          <a:xfrm>
            <a:off x="2834925" y="1346305"/>
            <a:ext cx="3297423" cy="3297423"/>
          </a:xfrm>
          <a:prstGeom prst="circularArrow">
            <a:avLst>
              <a:gd name="adj1" fmla="val 3993"/>
              <a:gd name="adj2" fmla="val 250531"/>
              <a:gd name="adj3" fmla="val 20572169"/>
              <a:gd name="adj4" fmla="val 18984069"/>
              <a:gd name="adj5" fmla="val 4659"/>
            </a:avLst>
          </a:prstGeom>
          <a:solidFill>
            <a:srgbClr val="D7D7D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7" name="任意多边形 76"/>
          <p:cNvSpPr/>
          <p:nvPr/>
        </p:nvSpPr>
        <p:spPr>
          <a:xfrm>
            <a:off x="5652060" y="2657380"/>
            <a:ext cx="675274" cy="675274"/>
          </a:xfrm>
          <a:custGeom>
            <a:avLst/>
            <a:gdLst>
              <a:gd name="connsiteX0" fmla="*/ 0 w 675274"/>
              <a:gd name="connsiteY0" fmla="*/ 0 h 675274"/>
              <a:gd name="connsiteX1" fmla="*/ 675274 w 675274"/>
              <a:gd name="connsiteY1" fmla="*/ 0 h 675274"/>
              <a:gd name="connsiteX2" fmla="*/ 675274 w 675274"/>
              <a:gd name="connsiteY2" fmla="*/ 675274 h 675274"/>
              <a:gd name="connsiteX3" fmla="*/ 0 w 675274"/>
              <a:gd name="connsiteY3" fmla="*/ 675274 h 675274"/>
              <a:gd name="connsiteX4" fmla="*/ 0 w 675274"/>
              <a:gd name="connsiteY4" fmla="*/ 0 h 675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274" h="675274">
                <a:moveTo>
                  <a:pt x="0" y="0"/>
                </a:moveTo>
                <a:lnTo>
                  <a:pt x="675274" y="0"/>
                </a:lnTo>
                <a:lnTo>
                  <a:pt x="675274" y="675274"/>
                </a:lnTo>
                <a:lnTo>
                  <a:pt x="0" y="6752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rPr>
              <a:t>制度规范</a:t>
            </a:r>
            <a:endParaRPr lang="zh-CN" altLang="en-US" sz="1800" b="1" kern="1200" dirty="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78" name="环形箭头 77"/>
          <p:cNvSpPr/>
          <p:nvPr/>
        </p:nvSpPr>
        <p:spPr>
          <a:xfrm>
            <a:off x="2834925" y="1346305"/>
            <a:ext cx="3297423" cy="3297423"/>
          </a:xfrm>
          <a:prstGeom prst="circularArrow">
            <a:avLst>
              <a:gd name="adj1" fmla="val 3993"/>
              <a:gd name="adj2" fmla="val 250531"/>
              <a:gd name="adj3" fmla="val 2365400"/>
              <a:gd name="adj4" fmla="val 777300"/>
              <a:gd name="adj5" fmla="val 4659"/>
            </a:avLst>
          </a:prstGeom>
          <a:solidFill>
            <a:srgbClr val="D7D7D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79" name="任意多边形 78"/>
          <p:cNvSpPr/>
          <p:nvPr/>
        </p:nvSpPr>
        <p:spPr>
          <a:xfrm>
            <a:off x="4899030" y="3961666"/>
            <a:ext cx="675274" cy="675274"/>
          </a:xfrm>
          <a:custGeom>
            <a:avLst/>
            <a:gdLst>
              <a:gd name="connsiteX0" fmla="*/ 0 w 675274"/>
              <a:gd name="connsiteY0" fmla="*/ 0 h 675274"/>
              <a:gd name="connsiteX1" fmla="*/ 675274 w 675274"/>
              <a:gd name="connsiteY1" fmla="*/ 0 h 675274"/>
              <a:gd name="connsiteX2" fmla="*/ 675274 w 675274"/>
              <a:gd name="connsiteY2" fmla="*/ 675274 h 675274"/>
              <a:gd name="connsiteX3" fmla="*/ 0 w 675274"/>
              <a:gd name="connsiteY3" fmla="*/ 675274 h 675274"/>
              <a:gd name="connsiteX4" fmla="*/ 0 w 675274"/>
              <a:gd name="connsiteY4" fmla="*/ 0 h 675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274" h="675274">
                <a:moveTo>
                  <a:pt x="0" y="0"/>
                </a:moveTo>
                <a:lnTo>
                  <a:pt x="675274" y="0"/>
                </a:lnTo>
                <a:lnTo>
                  <a:pt x="675274" y="675274"/>
                </a:lnTo>
                <a:lnTo>
                  <a:pt x="0" y="6752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rPr>
              <a:t>流程控制</a:t>
            </a:r>
            <a:endParaRPr lang="zh-CN" altLang="en-US" sz="1800" b="1" kern="1200" dirty="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80" name="环形箭头 79"/>
          <p:cNvSpPr/>
          <p:nvPr/>
        </p:nvSpPr>
        <p:spPr>
          <a:xfrm>
            <a:off x="2834925" y="1346305"/>
            <a:ext cx="3297423" cy="3297423"/>
          </a:xfrm>
          <a:prstGeom prst="circularArrow">
            <a:avLst>
              <a:gd name="adj1" fmla="val 3993"/>
              <a:gd name="adj2" fmla="val 250531"/>
              <a:gd name="adj3" fmla="val 6110102"/>
              <a:gd name="adj4" fmla="val 4439367"/>
              <a:gd name="adj5" fmla="val 4659"/>
            </a:avLst>
          </a:prstGeom>
          <a:solidFill>
            <a:srgbClr val="D7D7D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1" name="任意多边形 80"/>
          <p:cNvSpPr/>
          <p:nvPr/>
        </p:nvSpPr>
        <p:spPr>
          <a:xfrm>
            <a:off x="3392970" y="3961666"/>
            <a:ext cx="675274" cy="675274"/>
          </a:xfrm>
          <a:custGeom>
            <a:avLst/>
            <a:gdLst>
              <a:gd name="connsiteX0" fmla="*/ 0 w 675274"/>
              <a:gd name="connsiteY0" fmla="*/ 0 h 675274"/>
              <a:gd name="connsiteX1" fmla="*/ 675274 w 675274"/>
              <a:gd name="connsiteY1" fmla="*/ 0 h 675274"/>
              <a:gd name="connsiteX2" fmla="*/ 675274 w 675274"/>
              <a:gd name="connsiteY2" fmla="*/ 675274 h 675274"/>
              <a:gd name="connsiteX3" fmla="*/ 0 w 675274"/>
              <a:gd name="connsiteY3" fmla="*/ 675274 h 675274"/>
              <a:gd name="connsiteX4" fmla="*/ 0 w 675274"/>
              <a:gd name="connsiteY4" fmla="*/ 0 h 675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274" h="675274">
                <a:moveTo>
                  <a:pt x="0" y="0"/>
                </a:moveTo>
                <a:lnTo>
                  <a:pt x="675274" y="0"/>
                </a:lnTo>
                <a:lnTo>
                  <a:pt x="675274" y="675274"/>
                </a:lnTo>
                <a:lnTo>
                  <a:pt x="0" y="6752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rPr>
              <a:t>反馈报告</a:t>
            </a:r>
            <a:endParaRPr lang="zh-CN" altLang="en-US" sz="1800" b="1" kern="1200" dirty="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82" name="环形箭头 81"/>
          <p:cNvSpPr/>
          <p:nvPr/>
        </p:nvSpPr>
        <p:spPr>
          <a:xfrm>
            <a:off x="2834925" y="1346305"/>
            <a:ext cx="3297423" cy="3297423"/>
          </a:xfrm>
          <a:prstGeom prst="circularArrow">
            <a:avLst>
              <a:gd name="adj1" fmla="val 3993"/>
              <a:gd name="adj2" fmla="val 250531"/>
              <a:gd name="adj3" fmla="val 9772169"/>
              <a:gd name="adj4" fmla="val 8184069"/>
              <a:gd name="adj5" fmla="val 4659"/>
            </a:avLst>
          </a:prstGeom>
          <a:solidFill>
            <a:srgbClr val="D7D7D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3" name="任意多边形 82"/>
          <p:cNvSpPr/>
          <p:nvPr/>
        </p:nvSpPr>
        <p:spPr>
          <a:xfrm>
            <a:off x="2639940" y="2657380"/>
            <a:ext cx="675274" cy="675274"/>
          </a:xfrm>
          <a:custGeom>
            <a:avLst/>
            <a:gdLst>
              <a:gd name="connsiteX0" fmla="*/ 0 w 675274"/>
              <a:gd name="connsiteY0" fmla="*/ 0 h 675274"/>
              <a:gd name="connsiteX1" fmla="*/ 675274 w 675274"/>
              <a:gd name="connsiteY1" fmla="*/ 0 h 675274"/>
              <a:gd name="connsiteX2" fmla="*/ 675274 w 675274"/>
              <a:gd name="connsiteY2" fmla="*/ 675274 h 675274"/>
              <a:gd name="connsiteX3" fmla="*/ 0 w 675274"/>
              <a:gd name="connsiteY3" fmla="*/ 675274 h 675274"/>
              <a:gd name="connsiteX4" fmla="*/ 0 w 675274"/>
              <a:gd name="connsiteY4" fmla="*/ 0 h 675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274" h="675274">
                <a:moveTo>
                  <a:pt x="0" y="0"/>
                </a:moveTo>
                <a:lnTo>
                  <a:pt x="675274" y="0"/>
                </a:lnTo>
                <a:lnTo>
                  <a:pt x="675274" y="675274"/>
                </a:lnTo>
                <a:lnTo>
                  <a:pt x="0" y="6752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rPr>
              <a:t>方法手段</a:t>
            </a:r>
            <a:endParaRPr lang="zh-CN" altLang="en-US" sz="1800" b="1" kern="1200" dirty="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84" name="环形箭头 83"/>
          <p:cNvSpPr/>
          <p:nvPr/>
        </p:nvSpPr>
        <p:spPr>
          <a:xfrm>
            <a:off x="2834925" y="1346305"/>
            <a:ext cx="3297423" cy="3297423"/>
          </a:xfrm>
          <a:prstGeom prst="circularArrow">
            <a:avLst>
              <a:gd name="adj1" fmla="val 3993"/>
              <a:gd name="adj2" fmla="val 250531"/>
              <a:gd name="adj3" fmla="val 13165400"/>
              <a:gd name="adj4" fmla="val 11577300"/>
              <a:gd name="adj5" fmla="val 4659"/>
            </a:avLst>
          </a:prstGeom>
          <a:solidFill>
            <a:srgbClr val="D7D7D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5" name="任意多边形 84"/>
          <p:cNvSpPr/>
          <p:nvPr/>
        </p:nvSpPr>
        <p:spPr>
          <a:xfrm>
            <a:off x="3392970" y="1353094"/>
            <a:ext cx="675274" cy="675274"/>
          </a:xfrm>
          <a:custGeom>
            <a:avLst/>
            <a:gdLst>
              <a:gd name="connsiteX0" fmla="*/ 0 w 675274"/>
              <a:gd name="connsiteY0" fmla="*/ 0 h 675274"/>
              <a:gd name="connsiteX1" fmla="*/ 675274 w 675274"/>
              <a:gd name="connsiteY1" fmla="*/ 0 h 675274"/>
              <a:gd name="connsiteX2" fmla="*/ 675274 w 675274"/>
              <a:gd name="connsiteY2" fmla="*/ 675274 h 675274"/>
              <a:gd name="connsiteX3" fmla="*/ 0 w 675274"/>
              <a:gd name="connsiteY3" fmla="*/ 675274 h 675274"/>
              <a:gd name="connsiteX4" fmla="*/ 0 w 675274"/>
              <a:gd name="connsiteY4" fmla="*/ 0 h 6752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274" h="675274">
                <a:moveTo>
                  <a:pt x="0" y="0"/>
                </a:moveTo>
                <a:lnTo>
                  <a:pt x="675274" y="0"/>
                </a:lnTo>
                <a:lnTo>
                  <a:pt x="675274" y="675274"/>
                </a:lnTo>
                <a:lnTo>
                  <a:pt x="0" y="67527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zh-CN" altLang="en-US" sz="1800" b="1" kern="1200" dirty="0" smtClean="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rPr>
              <a:t>持续检验</a:t>
            </a:r>
            <a:endParaRPr lang="zh-CN" altLang="en-US" sz="1800" b="1" kern="1200" dirty="0">
              <a:solidFill>
                <a:srgbClr val="00BEE6"/>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86" name="环形箭头 85"/>
          <p:cNvSpPr/>
          <p:nvPr/>
        </p:nvSpPr>
        <p:spPr>
          <a:xfrm>
            <a:off x="2834925" y="1346305"/>
            <a:ext cx="3297423" cy="3297423"/>
          </a:xfrm>
          <a:prstGeom prst="circularArrow">
            <a:avLst>
              <a:gd name="adj1" fmla="val 3993"/>
              <a:gd name="adj2" fmla="val 250531"/>
              <a:gd name="adj3" fmla="val 16910102"/>
              <a:gd name="adj4" fmla="val 15239367"/>
              <a:gd name="adj5" fmla="val 4659"/>
            </a:avLst>
          </a:prstGeom>
          <a:solidFill>
            <a:srgbClr val="D7D7D7"/>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sp>
      <p:sp>
        <p:nvSpPr>
          <p:cNvPr id="87" name="文本框 86"/>
          <p:cNvSpPr txBox="1"/>
          <p:nvPr/>
        </p:nvSpPr>
        <p:spPr>
          <a:xfrm>
            <a:off x="3575252" y="2733407"/>
            <a:ext cx="1816769" cy="523220"/>
          </a:xfrm>
          <a:prstGeom prst="rect">
            <a:avLst/>
          </a:prstGeom>
          <a:noFill/>
        </p:spPr>
        <p:txBody>
          <a:bodyPr wrap="square" rtlCol="0">
            <a:spAutoFit/>
          </a:bodyPr>
          <a:lstStyle/>
          <a:p>
            <a:pPr algn="ctr"/>
            <a:r>
              <a:rPr lang="zh-CN" altLang="en-US" sz="2800" b="1" dirty="0" smtClean="0">
                <a:solidFill>
                  <a:srgbClr val="005096"/>
                </a:solidFill>
                <a:latin typeface="华文黑体_易方达" panose="02010600040101010101" pitchFamily="2" charset="-122"/>
                <a:ea typeface="华文黑体_易方达" panose="02010600040101010101" pitchFamily="2" charset="-122"/>
                <a:cs typeface="华文黑体" panose="02010600040101010101" pitchFamily="2" charset="-122"/>
              </a:rPr>
              <a:t>内控文化</a:t>
            </a:r>
          </a:p>
        </p:txBody>
      </p:sp>
      <p:sp>
        <p:nvSpPr>
          <p:cNvPr id="88" name="文本框 87"/>
          <p:cNvSpPr txBox="1"/>
          <p:nvPr/>
        </p:nvSpPr>
        <p:spPr>
          <a:xfrm>
            <a:off x="4058628" y="1109158"/>
            <a:ext cx="3862137" cy="246221"/>
          </a:xfrm>
          <a:prstGeom prst="rect">
            <a:avLst/>
          </a:prstGeom>
          <a:noFill/>
        </p:spPr>
        <p:txBody>
          <a:bodyPr wrap="square" rtlCol="0">
            <a:spAutoFit/>
          </a:bodyPr>
          <a:lstStyle>
            <a:defPPr>
              <a:defRPr lang="en-US"/>
            </a:defPPr>
            <a:lvl1pPr>
              <a:defRPr sz="1200">
                <a:solidFill>
                  <a:srgbClr val="005096"/>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CN" altLang="en-US" sz="1000" dirty="0">
                <a:latin typeface="华文黑体_易方达" panose="02010600040101010101" pitchFamily="2" charset="-122"/>
                <a:ea typeface="华文黑体_易方达" panose="02010600040101010101" pitchFamily="2" charset="-122"/>
              </a:rPr>
              <a:t>公司的内控文</a:t>
            </a:r>
            <a:r>
              <a:rPr lang="zh-CN" altLang="en-US" sz="1000" dirty="0" smtClean="0">
                <a:latin typeface="华文黑体_易方达" panose="02010600040101010101" pitchFamily="2" charset="-122"/>
                <a:ea typeface="华文黑体_易方达" panose="02010600040101010101" pitchFamily="2" charset="-122"/>
              </a:rPr>
              <a:t>化</a:t>
            </a:r>
            <a:endParaRPr lang="en-US" altLang="zh-CN" sz="1000" dirty="0">
              <a:latin typeface="华文黑体_易方达" panose="02010600040101010101" pitchFamily="2" charset="-122"/>
              <a:ea typeface="华文黑体_易方达" panose="02010600040101010101" pitchFamily="2" charset="-122"/>
            </a:endParaRPr>
          </a:p>
        </p:txBody>
      </p:sp>
      <p:sp>
        <p:nvSpPr>
          <p:cNvPr id="20" name="矩形 19"/>
          <p:cNvSpPr/>
          <p:nvPr/>
        </p:nvSpPr>
        <p:spPr>
          <a:xfrm>
            <a:off x="-1662887" y="0"/>
            <a:ext cx="1610645" cy="2271713"/>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模板中已设置主题颜色，可直接插入</a:t>
            </a:r>
            <a:r>
              <a:rPr lang="en-US" altLang="zh-CN" sz="1000" dirty="0" err="1"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smartart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图形然后微调输入内容</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注</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意图表不要出现边框</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建</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议连接箭头颜色为灰色</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内</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容文字大小、颜色可根据实际情况调整</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禁</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止使用冗余、厚重和繁杂的装饰效果，如透视、纹理、渐变、阴影、</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3D</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效果等等</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28267940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表格</a:t>
            </a:r>
            <a:endParaRPr lang="zh-CN" altLang="en-US" b="1" dirty="0">
              <a:latin typeface="Arial" panose="020B0604020202020204" pitchFamily="34" charset="0"/>
              <a:ea typeface="华文黑体_易方达" panose="02010600040101010101" pitchFamily="2" charset="-122"/>
              <a:cs typeface="Arial" panose="020B0604020202020204" pitchFamily="34" charset="0"/>
            </a:endParaRPr>
          </a:p>
        </p:txBody>
      </p:sp>
      <p:sp>
        <p:nvSpPr>
          <p:cNvPr id="4" name="矩形 3"/>
          <p:cNvSpPr/>
          <p:nvPr/>
        </p:nvSpPr>
        <p:spPr>
          <a:xfrm>
            <a:off x="-1798542" y="-1518"/>
            <a:ext cx="1717397" cy="3471111"/>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表格标题文字为华文黑体，一般为</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号（可调），颜色</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深蓝（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）；标题居中</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表</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头背景颜</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色为亮蓝（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R30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G185</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B225</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），字体为白色加粗</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表格内文字字体统一为华文黑体，字体颜色为灰色（</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B60</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表格数字字体统一为</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，字体颜色为灰色，同上</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表格背景色为灰色（</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R242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G242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B242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）或白色</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eaLnBrk="0" hangingPunct="0"/>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表内文字、数字等的字体大小可根据需要调整，表内</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每</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一列内容居左，每一行对齐文本为“中部对齐”</a:t>
            </a:r>
            <a:endPar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626035816"/>
              </p:ext>
            </p:extLst>
          </p:nvPr>
        </p:nvGraphicFramePr>
        <p:xfrm>
          <a:off x="367718" y="1674213"/>
          <a:ext cx="8344482" cy="1303181"/>
        </p:xfrm>
        <a:graphic>
          <a:graphicData uri="http://schemas.openxmlformats.org/drawingml/2006/table">
            <a:tbl>
              <a:tblPr firstRow="1" bandRow="1">
                <a:tableStyleId>{5C22544A-7EE6-4342-B048-85BDC9FD1C3A}</a:tableStyleId>
              </a:tblPr>
              <a:tblGrid>
                <a:gridCol w="2594750">
                  <a:extLst>
                    <a:ext uri="{9D8B030D-6E8A-4147-A177-3AD203B41FA5}">
                      <a16:colId xmlns:a16="http://schemas.microsoft.com/office/drawing/2014/main" val="20000"/>
                    </a:ext>
                  </a:extLst>
                </a:gridCol>
                <a:gridCol w="1437433">
                  <a:extLst>
                    <a:ext uri="{9D8B030D-6E8A-4147-A177-3AD203B41FA5}">
                      <a16:colId xmlns:a16="http://schemas.microsoft.com/office/drawing/2014/main" val="20001"/>
                    </a:ext>
                  </a:extLst>
                </a:gridCol>
                <a:gridCol w="1437433">
                  <a:extLst>
                    <a:ext uri="{9D8B030D-6E8A-4147-A177-3AD203B41FA5}">
                      <a16:colId xmlns:a16="http://schemas.microsoft.com/office/drawing/2014/main" val="20002"/>
                    </a:ext>
                  </a:extLst>
                </a:gridCol>
                <a:gridCol w="1437433">
                  <a:extLst>
                    <a:ext uri="{9D8B030D-6E8A-4147-A177-3AD203B41FA5}">
                      <a16:colId xmlns:a16="http://schemas.microsoft.com/office/drawing/2014/main" val="20003"/>
                    </a:ext>
                  </a:extLst>
                </a:gridCol>
                <a:gridCol w="1437433">
                  <a:extLst>
                    <a:ext uri="{9D8B030D-6E8A-4147-A177-3AD203B41FA5}">
                      <a16:colId xmlns:a16="http://schemas.microsoft.com/office/drawing/2014/main" val="20004"/>
                    </a:ext>
                  </a:extLst>
                </a:gridCol>
              </a:tblGrid>
              <a:tr h="285755">
                <a:tc>
                  <a:txBody>
                    <a:bodyPr/>
                    <a:lstStyle/>
                    <a:p>
                      <a:endParaRPr lang="zh-CN" altLang="en-US" sz="1000" b="1" dirty="0">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tc>
                  <a:txBody>
                    <a:bodyPr/>
                    <a:lstStyle/>
                    <a:p>
                      <a:pPr algn="l"/>
                      <a:r>
                        <a:rPr lang="en-US" altLang="zh-CN" sz="1000" b="1" dirty="0" smtClean="0">
                          <a:latin typeface="Arial" panose="020B0604020202020204" pitchFamily="34" charset="0"/>
                          <a:ea typeface="华文黑体" panose="02010600040101010101" pitchFamily="2" charset="-122"/>
                          <a:cs typeface="Arial" panose="020B0604020202020204" pitchFamily="34" charset="0"/>
                        </a:rPr>
                        <a:t>2014</a:t>
                      </a:r>
                      <a:r>
                        <a:rPr lang="zh-CN" altLang="en-US" sz="1000" b="1" dirty="0" smtClean="0">
                          <a:latin typeface="Arial" panose="020B0604020202020204" pitchFamily="34" charset="0"/>
                          <a:ea typeface="华文黑体" panose="02010600040101010101" pitchFamily="2" charset="-122"/>
                          <a:cs typeface="Arial" panose="020B0604020202020204" pitchFamily="34" charset="0"/>
                        </a:rPr>
                        <a:t>年</a:t>
                      </a:r>
                      <a:endParaRPr lang="zh-CN" altLang="en-US" sz="1000" b="1" dirty="0">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tc>
                  <a:txBody>
                    <a:bodyPr/>
                    <a:lstStyle/>
                    <a:p>
                      <a:pPr algn="l"/>
                      <a:r>
                        <a:rPr lang="en-US" altLang="zh-CN" sz="1000" b="1" dirty="0" smtClean="0">
                          <a:latin typeface="Arial" panose="020B0604020202020204" pitchFamily="34" charset="0"/>
                          <a:ea typeface="华文黑体" panose="02010600040101010101" pitchFamily="2" charset="-122"/>
                          <a:cs typeface="Arial" panose="020B0604020202020204" pitchFamily="34" charset="0"/>
                        </a:rPr>
                        <a:t>2015</a:t>
                      </a:r>
                      <a:r>
                        <a:rPr lang="zh-CN" altLang="en-US" sz="1000" b="1" dirty="0" smtClean="0">
                          <a:latin typeface="Arial" panose="020B0604020202020204" pitchFamily="34" charset="0"/>
                          <a:ea typeface="华文黑体" panose="02010600040101010101" pitchFamily="2" charset="-122"/>
                          <a:cs typeface="Arial" panose="020B0604020202020204" pitchFamily="34" charset="0"/>
                        </a:rPr>
                        <a:t>年</a:t>
                      </a:r>
                      <a:endParaRPr lang="zh-CN" altLang="en-US" sz="1000" b="1" dirty="0">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tc>
                  <a:txBody>
                    <a:bodyPr/>
                    <a:lstStyle/>
                    <a:p>
                      <a:pPr algn="l"/>
                      <a:r>
                        <a:rPr lang="en-US" altLang="zh-CN" sz="1000" b="1" dirty="0" smtClean="0">
                          <a:latin typeface="Arial" panose="020B0604020202020204" pitchFamily="34" charset="0"/>
                          <a:ea typeface="华文黑体" panose="02010600040101010101" pitchFamily="2" charset="-122"/>
                          <a:cs typeface="Arial" panose="020B0604020202020204" pitchFamily="34" charset="0"/>
                        </a:rPr>
                        <a:t>2016</a:t>
                      </a:r>
                      <a:r>
                        <a:rPr lang="zh-CN" altLang="en-US" sz="1000" b="1" dirty="0" smtClean="0">
                          <a:latin typeface="Arial" panose="020B0604020202020204" pitchFamily="34" charset="0"/>
                          <a:ea typeface="华文黑体" panose="02010600040101010101" pitchFamily="2" charset="-122"/>
                          <a:cs typeface="Arial" panose="020B0604020202020204" pitchFamily="34" charset="0"/>
                        </a:rPr>
                        <a:t>年</a:t>
                      </a:r>
                      <a:endParaRPr lang="zh-CN" altLang="en-US" sz="1000" b="1" dirty="0">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tc>
                  <a:txBody>
                    <a:bodyPr/>
                    <a:lstStyle/>
                    <a:p>
                      <a:pPr algn="l"/>
                      <a:r>
                        <a:rPr lang="en-US" altLang="zh-CN" sz="1000" b="1" dirty="0" smtClean="0">
                          <a:latin typeface="Arial" panose="020B0604020202020204" pitchFamily="34" charset="0"/>
                          <a:ea typeface="华文黑体" panose="02010600040101010101" pitchFamily="2" charset="-122"/>
                          <a:cs typeface="Arial" panose="020B0604020202020204" pitchFamily="34" charset="0"/>
                        </a:rPr>
                        <a:t>2017</a:t>
                      </a:r>
                      <a:r>
                        <a:rPr lang="zh-CN" altLang="en-US" sz="1000" b="1" dirty="0" smtClean="0">
                          <a:latin typeface="Arial" panose="020B0604020202020204" pitchFamily="34" charset="0"/>
                          <a:ea typeface="华文黑体" panose="02010600040101010101" pitchFamily="2" charset="-122"/>
                          <a:cs typeface="Arial" panose="020B0604020202020204" pitchFamily="34" charset="0"/>
                        </a:rPr>
                        <a:t>年</a:t>
                      </a:r>
                      <a:endParaRPr lang="zh-CN" altLang="en-US" sz="1000" b="1" dirty="0">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extLst>
                  <a:ext uri="{0D108BD9-81ED-4DB2-BD59-A6C34878D82A}">
                    <a16:rowId xmlns:a16="http://schemas.microsoft.com/office/drawing/2014/main" val="10000"/>
                  </a:ext>
                </a:extLst>
              </a:tr>
              <a:tr h="339142">
                <a:tc>
                  <a:txBody>
                    <a:bodyPr/>
                    <a:lstStyle/>
                    <a:p>
                      <a:r>
                        <a:rPr lang="zh-CN" altLang="en-US" sz="1000" b="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净值增长率</a:t>
                      </a:r>
                      <a:endParaRPr lang="zh-CN" altLang="en-US" sz="1000" b="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EEEEE"/>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1.90%</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EEEEE"/>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18.98%</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EEEEE"/>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78.42%</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EEEEE"/>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3.42%</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10001"/>
                  </a:ext>
                </a:extLst>
              </a:tr>
              <a:tr h="339142">
                <a:tc>
                  <a:txBody>
                    <a:bodyPr/>
                    <a:lstStyle/>
                    <a:p>
                      <a:r>
                        <a:rPr lang="zh-CN" altLang="en-US" sz="1000" b="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业绩基准</a:t>
                      </a:r>
                      <a:endParaRPr lang="zh-CN" altLang="en-US" sz="1000" b="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-1.15%</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7.29%</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56.71%</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algn="l"/>
                      <a:r>
                        <a:rPr lang="en-US" altLang="zh-CN" sz="1000" b="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2.71%</a:t>
                      </a:r>
                      <a:endParaRPr lang="zh-CN" altLang="en-US" sz="1000" b="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9142">
                <a:tc>
                  <a:txBody>
                    <a:bodyPr/>
                    <a:lstStyle/>
                    <a:p>
                      <a:pPr marL="0" algn="l" defTabSz="457200" rtl="0" eaLnBrk="1" latinLnBrk="0" hangingPunct="1"/>
                      <a:r>
                        <a:rPr lang="zh-CN" altLang="en-US" sz="1000" b="0" kern="1200" dirty="0" smtClean="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市场指数</a:t>
                      </a:r>
                      <a:endParaRPr lang="zh-CN" altLang="en-US" sz="1000" b="0" kern="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95000"/>
                      </a:schemeClr>
                    </a:solidFill>
                  </a:tcPr>
                </a:tc>
                <a:tc>
                  <a:txBody>
                    <a:bodyPr/>
                    <a:lstStyle/>
                    <a:p>
                      <a:pPr marL="0" algn="l" defTabSz="457200" rtl="0" eaLnBrk="1" latinLnBrk="0" hangingPunct="1"/>
                      <a:r>
                        <a:rPr lang="en-US" altLang="zh-CN" sz="1000" b="0" kern="120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-1.52%</a:t>
                      </a:r>
                      <a:endParaRPr lang="zh-CN" altLang="en-US" sz="1000" b="0" kern="120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95000"/>
                      </a:schemeClr>
                    </a:solidFill>
                  </a:tcPr>
                </a:tc>
                <a:tc>
                  <a:txBody>
                    <a:bodyPr/>
                    <a:lstStyle/>
                    <a:p>
                      <a:pPr marL="0" algn="l" defTabSz="457200" rtl="0" eaLnBrk="1" latinLnBrk="0" hangingPunct="1"/>
                      <a:r>
                        <a:rPr lang="en-US" altLang="zh-CN" sz="1000" b="0" kern="120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5.58%</a:t>
                      </a:r>
                      <a:endParaRPr lang="zh-CN" altLang="en-US" sz="1000" b="0" kern="120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95000"/>
                      </a:schemeClr>
                    </a:solidFill>
                  </a:tcPr>
                </a:tc>
                <a:tc>
                  <a:txBody>
                    <a:bodyPr/>
                    <a:lstStyle/>
                    <a:p>
                      <a:pPr marL="0" algn="l" defTabSz="457200" rtl="0" eaLnBrk="1" latinLnBrk="0" hangingPunct="1"/>
                      <a:r>
                        <a:rPr lang="en-US" altLang="zh-CN" sz="1000" b="0" kern="120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12.11%</a:t>
                      </a:r>
                      <a:endParaRPr lang="zh-CN" altLang="en-US" sz="1000" b="0" kern="120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95000"/>
                      </a:schemeClr>
                    </a:solidFill>
                  </a:tcPr>
                </a:tc>
                <a:tc>
                  <a:txBody>
                    <a:bodyPr/>
                    <a:lstStyle/>
                    <a:p>
                      <a:pPr marL="0" algn="l" defTabSz="457200" rtl="0" eaLnBrk="1" latinLnBrk="0" hangingPunct="1"/>
                      <a:r>
                        <a:rPr lang="en-US" altLang="zh-CN" sz="1000" b="0" kern="1200" dirty="0" smtClean="0">
                          <a:solidFill>
                            <a:srgbClr val="3C3C3C"/>
                          </a:solidFill>
                          <a:latin typeface="Arial" panose="020B0604020202020204" pitchFamily="34" charset="0"/>
                          <a:ea typeface="华文黑体" panose="02010600040101010101" pitchFamily="2" charset="-122"/>
                          <a:cs typeface="Arial" panose="020B0604020202020204" pitchFamily="34" charset="0"/>
                        </a:rPr>
                        <a:t>1.11%</a:t>
                      </a:r>
                      <a:endParaRPr lang="zh-CN" altLang="en-US" sz="1000" b="0" kern="1200" dirty="0">
                        <a:solidFill>
                          <a:srgbClr val="3C3C3C"/>
                        </a:solidFill>
                        <a:latin typeface="Arial" panose="020B0604020202020204" pitchFamily="34" charset="0"/>
                        <a:ea typeface="华文黑体" panose="02010600040101010101" pitchFamily="2" charset="-122"/>
                        <a:cs typeface="Arial" panose="020B0604020202020204" pitchFamily="34"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3">
                        <a:lumMod val="95000"/>
                      </a:schemeClr>
                    </a:solidFill>
                  </a:tcPr>
                </a:tc>
                <a:extLst>
                  <a:ext uri="{0D108BD9-81ED-4DB2-BD59-A6C34878D82A}">
                    <a16:rowId xmlns:a16="http://schemas.microsoft.com/office/drawing/2014/main" val="10003"/>
                  </a:ext>
                </a:extLst>
              </a:tr>
            </a:tbl>
          </a:graphicData>
        </a:graphic>
      </p:graphicFrame>
      <p:sp>
        <p:nvSpPr>
          <p:cNvPr id="6" name="文本框 5"/>
          <p:cNvSpPr txBox="1"/>
          <p:nvPr/>
        </p:nvSpPr>
        <p:spPr>
          <a:xfrm>
            <a:off x="3667629" y="1293863"/>
            <a:ext cx="3862137" cy="246221"/>
          </a:xfrm>
          <a:prstGeom prst="rect">
            <a:avLst/>
          </a:prstGeom>
          <a:noFill/>
        </p:spPr>
        <p:txBody>
          <a:bodyPr wrap="square" rtlCol="0">
            <a:spAutoFit/>
          </a:bodyPr>
          <a:lstStyle/>
          <a:p>
            <a:r>
              <a:rPr lang="zh-CN" altLang="en-US" sz="1000" dirty="0" smtClean="0">
                <a:solidFill>
                  <a:srgbClr val="005096"/>
                </a:solidFill>
                <a:latin typeface="Arial" panose="020B0604020202020204" pitchFamily="34" charset="0"/>
                <a:ea typeface="华文黑体_易方达" panose="02010600040101010101" pitchFamily="2" charset="-122"/>
                <a:cs typeface="Arial" panose="020B0604020202020204" pitchFamily="34" charset="0"/>
              </a:rPr>
              <a:t>易方达某混合基金历史业绩表</a:t>
            </a:r>
            <a:endParaRPr lang="en-US" altLang="zh-CN" sz="1000" dirty="0" smtClean="0">
              <a:solidFill>
                <a:srgbClr val="005096"/>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7" name="TextBox 10"/>
          <p:cNvSpPr txBox="1"/>
          <p:nvPr/>
        </p:nvSpPr>
        <p:spPr>
          <a:xfrm>
            <a:off x="363153" y="3154716"/>
            <a:ext cx="2035696" cy="200055"/>
          </a:xfrm>
          <a:prstGeom prst="rect">
            <a:avLst/>
          </a:prstGeom>
          <a:noFill/>
        </p:spPr>
        <p:txBody>
          <a:bodyPr wrap="square" lIns="0" bIns="0" rtlCol="0">
            <a:spAutoFit/>
          </a:bodyPr>
          <a:lstStyle/>
          <a:p>
            <a:pPr>
              <a:lnSpc>
                <a:spcPts val="1200"/>
              </a:lnSpc>
            </a:pP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注：数据来自易方达，截至</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2016</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年</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12</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月</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31</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日</a:t>
            </a:r>
            <a:endParaRPr 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91610571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Arial" panose="020B0604020202020204" pitchFamily="34" charset="0"/>
                <a:ea typeface="华文黑体_易方达" panose="02010600040101010101" pitchFamily="2" charset="-122"/>
                <a:cs typeface="Arial" panose="020B0604020202020204" pitchFamily="34" charset="0"/>
              </a:rPr>
              <a:t>表</a:t>
            </a:r>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格的突出显示</a:t>
            </a:r>
            <a:endParaRPr lang="zh-CN" altLang="en-US" b="1" dirty="0">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4277268166"/>
              </p:ext>
            </p:extLst>
          </p:nvPr>
        </p:nvGraphicFramePr>
        <p:xfrm>
          <a:off x="363151" y="1691505"/>
          <a:ext cx="8349049" cy="2562823"/>
        </p:xfrm>
        <a:graphic>
          <a:graphicData uri="http://schemas.openxmlformats.org/drawingml/2006/table">
            <a:tbl>
              <a:tblPr/>
              <a:tblGrid>
                <a:gridCol w="1806883">
                  <a:extLst>
                    <a:ext uri="{9D8B030D-6E8A-4147-A177-3AD203B41FA5}">
                      <a16:colId xmlns:a16="http://schemas.microsoft.com/office/drawing/2014/main" val="20000"/>
                    </a:ext>
                  </a:extLst>
                </a:gridCol>
                <a:gridCol w="2679173">
                  <a:extLst>
                    <a:ext uri="{9D8B030D-6E8A-4147-A177-3AD203B41FA5}">
                      <a16:colId xmlns:a16="http://schemas.microsoft.com/office/drawing/2014/main" val="20001"/>
                    </a:ext>
                  </a:extLst>
                </a:gridCol>
                <a:gridCol w="1370740">
                  <a:extLst>
                    <a:ext uri="{9D8B030D-6E8A-4147-A177-3AD203B41FA5}">
                      <a16:colId xmlns:a16="http://schemas.microsoft.com/office/drawing/2014/main" val="20002"/>
                    </a:ext>
                  </a:extLst>
                </a:gridCol>
                <a:gridCol w="1183820">
                  <a:extLst>
                    <a:ext uri="{9D8B030D-6E8A-4147-A177-3AD203B41FA5}">
                      <a16:colId xmlns:a16="http://schemas.microsoft.com/office/drawing/2014/main" val="20003"/>
                    </a:ext>
                  </a:extLst>
                </a:gridCol>
                <a:gridCol w="1308433">
                  <a:extLst>
                    <a:ext uri="{9D8B030D-6E8A-4147-A177-3AD203B41FA5}">
                      <a16:colId xmlns:a16="http://schemas.microsoft.com/office/drawing/2014/main" val="20004"/>
                    </a:ext>
                  </a:extLst>
                </a:gridCol>
              </a:tblGrid>
              <a:tr h="276123">
                <a:tc gridSpan="2">
                  <a:txBody>
                    <a:bodyPr/>
                    <a:lstStyle/>
                    <a:p>
                      <a:pPr algn="l" rtl="0" fontAlgn="ctr"/>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分类</a:t>
                      </a: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hMerge="1">
                  <a:txBody>
                    <a:bodyPr/>
                    <a:lstStyle/>
                    <a:p>
                      <a:endParaRPr lang="zh-CN" altLang="en-US"/>
                    </a:p>
                  </a:txBody>
                  <a:tcPr/>
                </a:tc>
                <a:tc>
                  <a:txBody>
                    <a:bodyPr/>
                    <a:lstStyle/>
                    <a:p>
                      <a:pPr algn="l" rtl="0" fontAlgn="ctr"/>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已上线</a:t>
                      </a:r>
                      <a:r>
                        <a:rPr lang="en-US" altLang="zh-CN"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家</a:t>
                      </a:r>
                      <a:r>
                        <a:rPr lang="en-US" altLang="zh-CN"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 </a:t>
                      </a: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上线率</a:t>
                      </a: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未上线</a:t>
                      </a:r>
                      <a:r>
                        <a:rPr lang="en-US" altLang="zh-CN"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家</a:t>
                      </a:r>
                      <a:r>
                        <a:rPr lang="en-US" altLang="zh-CN"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 </a:t>
                      </a: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extLst>
                  <a:ext uri="{0D108BD9-81ED-4DB2-BD59-A6C34878D82A}">
                    <a16:rowId xmlns:a16="http://schemas.microsoft.com/office/drawing/2014/main" val="10000"/>
                  </a:ext>
                </a:extLst>
              </a:tr>
              <a:tr h="175900">
                <a:tc rowSpan="5">
                  <a:txBody>
                    <a:bodyPr/>
                    <a:lstStyle/>
                    <a:p>
                      <a:pPr algn="l" rtl="0" fontAlgn="b"/>
                      <a:r>
                        <a:rPr lang="zh-CN" altLang="en-US" sz="1000" b="0" i="0" u="none" strike="noStrike"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银行 </a:t>
                      </a:r>
                      <a:endPar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全国性商业银</a:t>
                      </a:r>
                      <a:r>
                        <a:rPr lang="zh-CN" altLang="en-US" sz="1000" b="0" i="0" u="none" strike="noStrike" dirty="0" smtClean="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行</a:t>
                      </a:r>
                      <a:endPar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175900">
                <a:tc vMerge="1">
                  <a:txBody>
                    <a:bodyPr/>
                    <a:lstStyle/>
                    <a:p>
                      <a:endParaRPr lang="zh-CN" altLang="en-US"/>
                    </a:p>
                  </a:txBody>
                  <a:tcPr/>
                </a:tc>
                <a:tc>
                  <a:txBody>
                    <a:bodyPr/>
                    <a:lstStyle/>
                    <a:p>
                      <a:pPr algn="l" rtl="0" fontAlgn="b"/>
                      <a:r>
                        <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城市商业银</a:t>
                      </a:r>
                      <a:r>
                        <a:rPr lang="zh-CN" altLang="en-US" sz="1000" b="0" i="0" u="none" strike="noStrike" dirty="0" smtClean="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行 </a:t>
                      </a:r>
                      <a:endPar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175900">
                <a:tc vMerge="1">
                  <a:txBody>
                    <a:bodyPr/>
                    <a:lstStyle/>
                    <a:p>
                      <a:endParaRPr lang="zh-CN" altLang="en-US"/>
                    </a:p>
                  </a:txBody>
                  <a:tcPr/>
                </a:tc>
                <a:tc>
                  <a:txBody>
                    <a:bodyPr/>
                    <a:lstStyle/>
                    <a:p>
                      <a:pPr algn="l" rtl="0" fontAlgn="b"/>
                      <a:r>
                        <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农村商业银</a:t>
                      </a:r>
                      <a:r>
                        <a:rPr lang="zh-CN" altLang="en-US" sz="1000" b="0" i="0" u="none" strike="noStrike" dirty="0" smtClean="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行</a:t>
                      </a:r>
                      <a:endPar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175900">
                <a:tc vMerge="1">
                  <a:txBody>
                    <a:bodyPr/>
                    <a:lstStyle/>
                    <a:p>
                      <a:endParaRPr lang="zh-CN" altLang="en-US"/>
                    </a:p>
                  </a:txBody>
                  <a:tcPr/>
                </a:tc>
                <a:tc>
                  <a:txBody>
                    <a:bodyPr/>
                    <a:lstStyle/>
                    <a:p>
                      <a:pPr algn="l" rtl="0" fontAlgn="b"/>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在华外资法人银</a:t>
                      </a:r>
                      <a:r>
                        <a:rPr lang="zh-CN" altLang="en-US" sz="1000" b="1" i="0" u="none" strike="noStrike"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行</a:t>
                      </a:r>
                      <a:endPar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en-US" altLang="zh-CN" sz="1000" b="1" i="0" u="none" strike="noStrike" smtClean="0">
                          <a:solidFill>
                            <a:schemeClr val="bg1"/>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1" i="0" u="none" strike="noStrike" dirty="0">
                        <a:solidFill>
                          <a:schemeClr val="bg1"/>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en-US" altLang="zh-CN" sz="1000" b="1" i="0" u="none" strike="noStrike" dirty="0" smtClean="0">
                          <a:solidFill>
                            <a:schemeClr val="bg1"/>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1" i="0" u="none" strike="noStrike" dirty="0">
                        <a:solidFill>
                          <a:schemeClr val="bg1"/>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en-US" altLang="zh-CN" sz="1000" b="1" i="0" u="none" strike="noStrike" dirty="0" smtClean="0">
                          <a:solidFill>
                            <a:schemeClr val="bg1"/>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1" i="0" u="none" strike="noStrike" dirty="0">
                        <a:solidFill>
                          <a:schemeClr val="bg1"/>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extLst>
                  <a:ext uri="{0D108BD9-81ED-4DB2-BD59-A6C34878D82A}">
                    <a16:rowId xmlns:a16="http://schemas.microsoft.com/office/drawing/2014/main" val="10004"/>
                  </a:ext>
                </a:extLst>
              </a:tr>
              <a:tr h="175900">
                <a:tc vMerge="1">
                  <a:txBody>
                    <a:bodyPr/>
                    <a:lstStyle/>
                    <a:p>
                      <a:endParaRPr lang="zh-CN" altLang="en-US"/>
                    </a:p>
                  </a:txBody>
                  <a:tcPr/>
                </a:tc>
                <a:tc>
                  <a:txBody>
                    <a:bodyPr/>
                    <a:lstStyle/>
                    <a:p>
                      <a:pPr algn="l" rtl="0" fontAlgn="b"/>
                      <a:r>
                        <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小计</a:t>
                      </a: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10005"/>
                  </a:ext>
                </a:extLst>
              </a:tr>
              <a:tr h="175900">
                <a:tc>
                  <a:txBody>
                    <a:bodyPr/>
                    <a:lstStyle/>
                    <a:p>
                      <a:pPr algn="l" rtl="0" fontAlgn="b"/>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券</a:t>
                      </a:r>
                      <a:r>
                        <a:rPr lang="zh-CN" altLang="en-US" sz="1000" b="0" i="0" u="none" strike="noStrike"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商 </a:t>
                      </a:r>
                      <a:endPar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　</a:t>
                      </a: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175900">
                <a:tc rowSpan="3">
                  <a:txBody>
                    <a:bodyPr/>
                    <a:lstStyle/>
                    <a:p>
                      <a:pPr algn="l" rtl="0" fontAlgn="b"/>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第三</a:t>
                      </a:r>
                      <a:r>
                        <a:rPr lang="zh-CN" altLang="en-US" sz="1000" b="0" i="0" u="none" strike="noStrike"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方</a:t>
                      </a:r>
                      <a:endPar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证券投资咨</a:t>
                      </a:r>
                      <a:r>
                        <a:rPr lang="zh-CN" altLang="en-US" sz="1000" b="0" i="0" u="none" strike="noStrike" dirty="0" smtClean="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询</a:t>
                      </a:r>
                      <a:endPar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175900">
                <a:tc vMerge="1">
                  <a:txBody>
                    <a:bodyPr/>
                    <a:lstStyle/>
                    <a:p>
                      <a:endParaRPr lang="zh-CN" altLang="en-US"/>
                    </a:p>
                  </a:txBody>
                  <a:tcPr/>
                </a:tc>
                <a:tc>
                  <a:txBody>
                    <a:bodyPr/>
                    <a:lstStyle/>
                    <a:p>
                      <a:pPr algn="l" rtl="0" fontAlgn="b"/>
                      <a:r>
                        <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独立基金销</a:t>
                      </a:r>
                      <a:r>
                        <a:rPr lang="zh-CN" altLang="en-US" sz="1000" b="1" i="0" u="none" strike="noStrike"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售</a:t>
                      </a:r>
                      <a:endParaRPr lang="zh-CN" altLang="en-US" sz="1000" b="1" i="0" u="none" strike="noStrike"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en-US" altLang="zh-CN" sz="1000" b="1" i="0" u="none" strike="noStrike" smtClean="0">
                          <a:solidFill>
                            <a:schemeClr val="bg1"/>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1" i="0" u="none" strike="noStrike" dirty="0">
                        <a:solidFill>
                          <a:schemeClr val="bg1"/>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en-US" altLang="zh-CN" sz="1000" b="1" i="0" u="none" strike="noStrike" smtClean="0">
                          <a:solidFill>
                            <a:schemeClr val="bg1"/>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1" i="0" u="none" strike="noStrike" dirty="0">
                        <a:solidFill>
                          <a:schemeClr val="bg1"/>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tc>
                  <a:txBody>
                    <a:bodyPr/>
                    <a:lstStyle/>
                    <a:p>
                      <a:pPr algn="l" rtl="0" fontAlgn="ctr"/>
                      <a:r>
                        <a:rPr lang="en-US" altLang="zh-CN" sz="1000" b="1" i="0" u="none" strike="noStrike" dirty="0" smtClean="0">
                          <a:solidFill>
                            <a:schemeClr val="bg1"/>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1" i="0" u="none" strike="noStrike" dirty="0">
                        <a:solidFill>
                          <a:schemeClr val="bg1"/>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00BEE6"/>
                    </a:solidFill>
                  </a:tcPr>
                </a:tc>
                <a:extLst>
                  <a:ext uri="{0D108BD9-81ED-4DB2-BD59-A6C34878D82A}">
                    <a16:rowId xmlns:a16="http://schemas.microsoft.com/office/drawing/2014/main" val="10008"/>
                  </a:ext>
                </a:extLst>
              </a:tr>
              <a:tr h="175900">
                <a:tc vMerge="1">
                  <a:txBody>
                    <a:bodyPr/>
                    <a:lstStyle/>
                    <a:p>
                      <a:endParaRPr lang="zh-CN" altLang="en-US"/>
                    </a:p>
                  </a:txBody>
                  <a:tcPr/>
                </a:tc>
                <a:tc>
                  <a:txBody>
                    <a:bodyPr/>
                    <a:lstStyle/>
                    <a:p>
                      <a:pPr algn="l" rtl="0" fontAlgn="b"/>
                      <a:r>
                        <a:rPr lang="zh-CN" altLang="en-US" sz="1000" b="0" i="0" u="none" strike="noStrike" dirty="0">
                          <a:solidFill>
                            <a:srgbClr val="606060"/>
                          </a:solidFill>
                          <a:latin typeface="华文黑体_易方达" panose="02010600040101010101" pitchFamily="2" charset="-122"/>
                          <a:ea typeface="华文黑体_易方达" panose="02010600040101010101" pitchFamily="2" charset="-122"/>
                          <a:cs typeface="华文黑体" panose="02010600040101010101" pitchFamily="2" charset="-122"/>
                        </a:rPr>
                        <a:t>小计</a:t>
                      </a: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10009"/>
                  </a:ext>
                </a:extLst>
              </a:tr>
              <a:tr h="175900">
                <a:tc>
                  <a:txBody>
                    <a:bodyPr/>
                    <a:lstStyle/>
                    <a:p>
                      <a:pPr algn="l" rtl="0" fontAlgn="b"/>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期</a:t>
                      </a:r>
                      <a:r>
                        <a:rPr lang="zh-CN" altLang="en-US" sz="1000" b="0" i="0" u="none" strike="noStrike"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货 </a:t>
                      </a:r>
                      <a:endPar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　</a:t>
                      </a: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0"/>
                  </a:ext>
                </a:extLst>
              </a:tr>
              <a:tr h="175900">
                <a:tc>
                  <a:txBody>
                    <a:bodyPr/>
                    <a:lstStyle/>
                    <a:p>
                      <a:pPr algn="l" rtl="0" fontAlgn="b"/>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保</a:t>
                      </a:r>
                      <a:r>
                        <a:rPr lang="zh-CN" altLang="en-US" sz="1000" b="0" i="0" u="none" strike="noStrike"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险 </a:t>
                      </a:r>
                      <a:endPar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b"/>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　</a:t>
                      </a: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175900">
                <a:tc>
                  <a:txBody>
                    <a:bodyPr/>
                    <a:lstStyle/>
                    <a:p>
                      <a:pPr algn="l" rtl="0" fontAlgn="b"/>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保</a:t>
                      </a:r>
                      <a:r>
                        <a:rPr lang="zh-CN" altLang="en-US" sz="1000" b="0" i="0" u="none" strike="noStrike"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险代理</a:t>
                      </a:r>
                      <a:endPar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3146" marR="3146" marT="3146" marB="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　</a:t>
                      </a: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33</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12"/>
                  </a:ext>
                </a:extLst>
              </a:tr>
              <a:tr h="175900">
                <a:tc gridSpan="2">
                  <a:txBody>
                    <a:bodyPr/>
                    <a:lstStyle/>
                    <a:p>
                      <a:pPr algn="l" rtl="0" fontAlgn="ctr"/>
                      <a:r>
                        <a:rPr lang="zh-CN" altLang="en-US" sz="1000" b="0" i="0" u="none" strike="noStrike"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合计</a:t>
                      </a: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hMerge="1">
                  <a:txBody>
                    <a:bodyPr/>
                    <a:lstStyle/>
                    <a:p>
                      <a:endParaRPr lang="zh-CN" altLang="en-US"/>
                    </a:p>
                  </a:txBody>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399</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100%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tc>
                  <a:txBody>
                    <a:bodyPr/>
                    <a:lstStyle/>
                    <a:p>
                      <a:pPr algn="l" rtl="0" fontAlgn="ctr"/>
                      <a:r>
                        <a:rPr lang="en-US" altLang="zh-CN" sz="1000" b="0" i="0" u="none" strike="noStrike" dirty="0" smtClean="0">
                          <a:solidFill>
                            <a:srgbClr val="606060"/>
                          </a:solidFill>
                          <a:latin typeface="Arial" panose="020B0604020202020204" pitchFamily="34" charset="0"/>
                          <a:ea typeface="华文黑体" panose="02010600040101010101" pitchFamily="2" charset="-122"/>
                          <a:cs typeface="Arial" panose="020B0604020202020204" pitchFamily="34" charset="0"/>
                        </a:rPr>
                        <a:t>0</a:t>
                      </a:r>
                      <a:endParaRPr lang="en-US" altLang="zh-CN" sz="1000" b="0" i="0" u="none" strike="noStrike" dirty="0">
                        <a:solidFill>
                          <a:srgbClr val="606060"/>
                        </a:solidFill>
                        <a:latin typeface="Arial" panose="020B0604020202020204" pitchFamily="34" charset="0"/>
                        <a:ea typeface="华文黑体" panose="02010600040101010101" pitchFamily="2" charset="-122"/>
                        <a:cs typeface="Arial" panose="020B0604020202020204" pitchFamily="34" charset="0"/>
                      </a:endParaRPr>
                    </a:p>
                  </a:txBody>
                  <a:tcPr marL="3146" marR="3146" marT="3146"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EEEEE"/>
                    </a:solidFill>
                  </a:tcPr>
                </a:tc>
                <a:extLst>
                  <a:ext uri="{0D108BD9-81ED-4DB2-BD59-A6C34878D82A}">
                    <a16:rowId xmlns:a16="http://schemas.microsoft.com/office/drawing/2014/main" val="10013"/>
                  </a:ext>
                </a:extLst>
              </a:tr>
            </a:tbl>
          </a:graphicData>
        </a:graphic>
      </p:graphicFrame>
      <p:sp>
        <p:nvSpPr>
          <p:cNvPr id="5" name="矩形 4"/>
          <p:cNvSpPr/>
          <p:nvPr/>
        </p:nvSpPr>
        <p:spPr>
          <a:xfrm>
            <a:off x="-1717704" y="0"/>
            <a:ext cx="1644828" cy="1622721"/>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表格可根据展示的实际需要，对局部进行文字加粗、增加背景色等处理，使所要展示的内容重点更为突出，然而需要注意，不能添加规定色系以外的颜色对表格进行处理（比如对数字进行涂红、使用红色背景等）</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6" name="文本框 5"/>
          <p:cNvSpPr txBox="1"/>
          <p:nvPr/>
        </p:nvSpPr>
        <p:spPr>
          <a:xfrm>
            <a:off x="3974200" y="1379630"/>
            <a:ext cx="3862137" cy="246221"/>
          </a:xfrm>
          <a:prstGeom prst="rect">
            <a:avLst/>
          </a:prstGeom>
          <a:noFill/>
        </p:spPr>
        <p:txBody>
          <a:bodyPr wrap="square" rtlCol="0">
            <a:spAutoFit/>
          </a:bodyPr>
          <a:lstStyle>
            <a:defPPr>
              <a:defRPr lang="en-US"/>
            </a:defPPr>
            <a:lvl1pPr>
              <a:defRPr sz="1200">
                <a:solidFill>
                  <a:srgbClr val="005096"/>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CN" altLang="en-US" sz="1000" dirty="0">
                <a:latin typeface="Arial" panose="020B0604020202020204" pitchFamily="34" charset="0"/>
                <a:ea typeface="华文黑体_易方达" panose="02010600040101010101" pitchFamily="2" charset="-122"/>
                <a:cs typeface="Arial" panose="020B0604020202020204" pitchFamily="34" charset="0"/>
              </a:rPr>
              <a:t>代销渠道开通情况</a:t>
            </a:r>
            <a:r>
              <a:rPr lang="zh-CN" altLang="en-US" sz="1000" dirty="0" smtClean="0">
                <a:latin typeface="Arial" panose="020B0604020202020204" pitchFamily="34" charset="0"/>
                <a:ea typeface="华文黑体_易方达" panose="02010600040101010101" pitchFamily="2" charset="-122"/>
                <a:cs typeface="Arial" panose="020B0604020202020204" pitchFamily="34" charset="0"/>
              </a:rPr>
              <a:t>表</a:t>
            </a:r>
            <a:endParaRPr lang="en-US" altLang="zh-CN" sz="1000" dirty="0" smtClean="0">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9165071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Arial" panose="020B0604020202020204" pitchFamily="34" charset="0"/>
                <a:ea typeface="华文黑体_易方达" panose="02010600040101010101" pitchFamily="2" charset="-122"/>
                <a:cs typeface="Arial" panose="020B0604020202020204" pitchFamily="34" charset="0"/>
              </a:rPr>
              <a:t>表</a:t>
            </a:r>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格中五角星显示</a:t>
            </a:r>
            <a:endParaRPr lang="zh-CN" altLang="en-US" b="1" dirty="0">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1680130989"/>
              </p:ext>
            </p:extLst>
          </p:nvPr>
        </p:nvGraphicFramePr>
        <p:xfrm>
          <a:off x="358775" y="1708480"/>
          <a:ext cx="8353427" cy="2478508"/>
        </p:xfrm>
        <a:graphic>
          <a:graphicData uri="http://schemas.openxmlformats.org/drawingml/2006/table">
            <a:tbl>
              <a:tblPr>
                <a:tableStyleId>{2D5ABB26-0587-4C30-8999-92F81FD0307C}</a:tableStyleId>
              </a:tblPr>
              <a:tblGrid>
                <a:gridCol w="1739072">
                  <a:extLst>
                    <a:ext uri="{9D8B030D-6E8A-4147-A177-3AD203B41FA5}">
                      <a16:colId xmlns:a16="http://schemas.microsoft.com/office/drawing/2014/main" val="20000"/>
                    </a:ext>
                  </a:extLst>
                </a:gridCol>
                <a:gridCol w="1040315">
                  <a:extLst>
                    <a:ext uri="{9D8B030D-6E8A-4147-A177-3AD203B41FA5}">
                      <a16:colId xmlns:a16="http://schemas.microsoft.com/office/drawing/2014/main" val="20001"/>
                    </a:ext>
                  </a:extLst>
                </a:gridCol>
                <a:gridCol w="1040315">
                  <a:extLst>
                    <a:ext uri="{9D8B030D-6E8A-4147-A177-3AD203B41FA5}">
                      <a16:colId xmlns:a16="http://schemas.microsoft.com/office/drawing/2014/main" val="20002"/>
                    </a:ext>
                  </a:extLst>
                </a:gridCol>
                <a:gridCol w="906745">
                  <a:extLst>
                    <a:ext uri="{9D8B030D-6E8A-4147-A177-3AD203B41FA5}">
                      <a16:colId xmlns:a16="http://schemas.microsoft.com/office/drawing/2014/main" val="20003"/>
                    </a:ext>
                  </a:extLst>
                </a:gridCol>
                <a:gridCol w="906745">
                  <a:extLst>
                    <a:ext uri="{9D8B030D-6E8A-4147-A177-3AD203B41FA5}">
                      <a16:colId xmlns:a16="http://schemas.microsoft.com/office/drawing/2014/main" val="20004"/>
                    </a:ext>
                  </a:extLst>
                </a:gridCol>
                <a:gridCol w="906745">
                  <a:extLst>
                    <a:ext uri="{9D8B030D-6E8A-4147-A177-3AD203B41FA5}">
                      <a16:colId xmlns:a16="http://schemas.microsoft.com/office/drawing/2014/main" val="20005"/>
                    </a:ext>
                  </a:extLst>
                </a:gridCol>
                <a:gridCol w="906745">
                  <a:extLst>
                    <a:ext uri="{9D8B030D-6E8A-4147-A177-3AD203B41FA5}">
                      <a16:colId xmlns:a16="http://schemas.microsoft.com/office/drawing/2014/main" val="20006"/>
                    </a:ext>
                  </a:extLst>
                </a:gridCol>
                <a:gridCol w="906745">
                  <a:extLst>
                    <a:ext uri="{9D8B030D-6E8A-4147-A177-3AD203B41FA5}">
                      <a16:colId xmlns:a16="http://schemas.microsoft.com/office/drawing/2014/main" val="20007"/>
                    </a:ext>
                  </a:extLst>
                </a:gridCol>
              </a:tblGrid>
              <a:tr h="318770">
                <a:tc rowSpan="2">
                  <a:txBody>
                    <a:bodyPr/>
                    <a:lstStyle/>
                    <a:p>
                      <a:pPr algn="l" fontAlgn="ctr"/>
                      <a:r>
                        <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基金简称</a:t>
                      </a: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rowSpan="2">
                  <a:txBody>
                    <a:bodyPr/>
                    <a:lstStyle/>
                    <a:p>
                      <a:pPr marL="0" algn="l" defTabSz="457200" rtl="0" eaLnBrk="1" fontAlgn="ctr" latinLnBrk="0" hangingPunct="1"/>
                      <a:r>
                        <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成立日期</a:t>
                      </a: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rowSpan="2">
                  <a:txBody>
                    <a:bodyPr/>
                    <a:lstStyle/>
                    <a:p>
                      <a:pPr algn="l" fontAlgn="ctr"/>
                      <a:r>
                        <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银</a:t>
                      </a: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河分</a:t>
                      </a:r>
                      <a:r>
                        <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类</a:t>
                      </a: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gridSpan="3">
                  <a:txBody>
                    <a:bodyPr/>
                    <a:lstStyle/>
                    <a:p>
                      <a:pPr algn="l" fontAlgn="ct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银河评级</a:t>
                      </a:r>
                      <a:endPar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hMerge="1">
                  <a:txBody>
                    <a:bodyPr/>
                    <a:lstStyle/>
                    <a:p>
                      <a:pPr algn="l" fontAlgn="ctr"/>
                      <a:endParaRPr lang="zh-CN" altLang="en-US" sz="1000" u="none" strike="noStrike" kern="1200" dirty="0">
                        <a:solidFill>
                          <a:schemeClr val="tx1"/>
                        </a:solidFill>
                        <a:latin typeface="Microsoft JhengHei" panose="020B0604030504040204" pitchFamily="34" charset="-120"/>
                        <a:ea typeface="Microsoft JhengHei" panose="020B0604030504040204" pitchFamily="34" charset="-120"/>
                        <a:cs typeface="+mn-cs"/>
                      </a:endParaRPr>
                    </a:p>
                  </a:txBody>
                  <a:tcPr marL="9525" marR="9525" marT="9526" marB="0" anchor="ctr">
                    <a:solidFill>
                      <a:schemeClr val="bg1"/>
                    </a:solidFill>
                  </a:tcPr>
                </a:tc>
                <a:tc hMerge="1">
                  <a:txBody>
                    <a:bodyPr/>
                    <a:lstStyle/>
                    <a:p>
                      <a:pPr algn="l" fontAlgn="ctr"/>
                      <a:endParaRPr lang="zh-CN" altLang="en-US" sz="1000" u="none" strike="noStrike" kern="1200" dirty="0">
                        <a:solidFill>
                          <a:schemeClr val="tx1"/>
                        </a:solidFill>
                        <a:latin typeface="Microsoft JhengHei" panose="020B0604030504040204" pitchFamily="34" charset="-120"/>
                        <a:ea typeface="Microsoft JhengHei" panose="020B0604030504040204" pitchFamily="34" charset="-120"/>
                        <a:cs typeface="+mn-cs"/>
                      </a:endParaRPr>
                    </a:p>
                  </a:txBody>
                  <a:tcPr marL="9525" marR="9525" marT="9526" marB="0" anchor="ctr">
                    <a:solidFill>
                      <a:schemeClr val="bg1"/>
                    </a:solidFill>
                  </a:tcPr>
                </a:tc>
                <a:tc gridSpan="2">
                  <a:txBody>
                    <a:bodyPr/>
                    <a:lstStyle/>
                    <a:p>
                      <a:pPr algn="l" rtl="0" fontAlgn="ct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晨星评级</a:t>
                      </a:r>
                      <a:endPar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hMerge="1">
                  <a:txBody>
                    <a:bodyPr/>
                    <a:lstStyle/>
                    <a:p>
                      <a:pPr algn="ctr" rtl="0" fontAlgn="ctr"/>
                      <a:endParaRPr lang="zh-CN" altLang="en-US" sz="1000" u="none" strike="noStrike" kern="1200" dirty="0">
                        <a:solidFill>
                          <a:schemeClr val="tx1"/>
                        </a:solidFill>
                        <a:latin typeface="Microsoft JhengHei" panose="020B0604030504040204" pitchFamily="34" charset="-120"/>
                        <a:ea typeface="Microsoft JhengHei" panose="020B0604030504040204" pitchFamily="34" charset="-120"/>
                        <a:cs typeface="+mn-cs"/>
                      </a:endParaRPr>
                    </a:p>
                  </a:txBody>
                  <a:tcPr marL="9525" marR="9525" marT="9526" marB="0" anchor="ctr">
                    <a:solidFill>
                      <a:schemeClr val="bg1"/>
                    </a:solidFill>
                  </a:tcPr>
                </a:tc>
                <a:extLst>
                  <a:ext uri="{0D108BD9-81ED-4DB2-BD59-A6C34878D82A}">
                    <a16:rowId xmlns:a16="http://schemas.microsoft.com/office/drawing/2014/main" val="10000"/>
                  </a:ext>
                </a:extLst>
              </a:tr>
              <a:tr h="206780">
                <a:tc vMerge="1">
                  <a:txBody>
                    <a:bodyPr/>
                    <a:lstStyle/>
                    <a:p>
                      <a:pPr algn="ctr" fontAlgn="ctr"/>
                      <a:endParaRPr lang="zh-CN" altLang="en-US" sz="1000" b="1"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solidFill>
                      <a:srgbClr val="00BEE6"/>
                    </a:solidFill>
                  </a:tcPr>
                </a:tc>
                <a:tc vMerge="1">
                  <a:txBody>
                    <a:bodyPr/>
                    <a:lstStyle/>
                    <a:p>
                      <a:pPr marL="0" algn="ctr" defTabSz="457200" rtl="0" eaLnBrk="1" fontAlgn="ctr" latinLnBrk="0" hangingPunct="1"/>
                      <a:endParaRPr lang="zh-CN" altLang="en-US" sz="1000" b="1"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solidFill>
                      <a:srgbClr val="00BEE6"/>
                    </a:solidFill>
                  </a:tcPr>
                </a:tc>
                <a:tc vMerge="1">
                  <a:txBody>
                    <a:bodyPr/>
                    <a:lstStyle/>
                    <a:p>
                      <a:pPr algn="ctr" fontAlgn="ctr"/>
                      <a:endParaRPr lang="zh-CN" altLang="en-US" sz="1000" b="1"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solidFill>
                      <a:srgbClr val="00BEE6"/>
                    </a:solidFill>
                  </a:tcPr>
                </a:tc>
                <a:tc>
                  <a:txBody>
                    <a:bodyPr/>
                    <a:lstStyle/>
                    <a:p>
                      <a:pPr algn="l" fontAlgn="ctr"/>
                      <a:r>
                        <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过去一</a:t>
                      </a: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年</a:t>
                      </a:r>
                      <a:endPar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a:txBody>
                    <a:bodyPr/>
                    <a:lstStyle/>
                    <a:p>
                      <a:pPr algn="l" fontAlgn="ctr"/>
                      <a:r>
                        <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过去三</a:t>
                      </a: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年</a:t>
                      </a:r>
                      <a:endPar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a:txBody>
                    <a:bodyPr/>
                    <a:lstStyle/>
                    <a:p>
                      <a:pPr algn="l" fontAlgn="ctr"/>
                      <a:r>
                        <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过去五</a:t>
                      </a: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年</a:t>
                      </a:r>
                      <a:endPar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a:txBody>
                    <a:bodyPr/>
                    <a:lstStyle/>
                    <a:p>
                      <a:pPr algn="l" rtl="0" fontAlgn="ct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过去三年</a:t>
                      </a:r>
                      <a:endPar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tc>
                  <a:txBody>
                    <a:bodyPr/>
                    <a:lstStyle/>
                    <a:p>
                      <a:pPr algn="l" rtl="0" fontAlgn="ctr"/>
                      <a:r>
                        <a:rPr lang="zh-CN" altLang="en-US" sz="1000" b="1"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过去五年</a:t>
                      </a:r>
                      <a:endParaRPr lang="zh-CN" altLang="en-US" sz="1000" b="1"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rgbClr val="00BEE6"/>
                    </a:solidFill>
                  </a:tcPr>
                </a:tc>
                <a:extLst>
                  <a:ext uri="{0D108BD9-81ED-4DB2-BD59-A6C34878D82A}">
                    <a16:rowId xmlns:a16="http://schemas.microsoft.com/office/drawing/2014/main" val="10001"/>
                  </a:ext>
                </a:extLst>
              </a:tr>
              <a:tr h="278994">
                <a:tc>
                  <a:txBody>
                    <a:bodyPr/>
                    <a:lstStyle/>
                    <a:p>
                      <a:pPr algn="l" fontAlgn="ctr"/>
                      <a:r>
                        <a:rPr lang="zh-CN" altLang="en-US" sz="100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易方达价值精选混合</a:t>
                      </a: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ctr"/>
                      <a:r>
                        <a:rPr lang="en-US" altLang="zh-CN" sz="1000" u="none" strike="noStrike" kern="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2006/6/13</a:t>
                      </a: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偏股</a:t>
                      </a:r>
                      <a:r>
                        <a:rPr lang="zh-CN" altLang="en-US" sz="1000" u="none" strike="noStrike" kern="12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型</a:t>
                      </a:r>
                      <a:endParaRPr lang="zh-CN" altLang="en-US" sz="100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smtClean="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278994">
                <a:tc>
                  <a:txBody>
                    <a:bodyPr/>
                    <a:lstStyle/>
                    <a:p>
                      <a:pPr algn="l" fontAlgn="ctr"/>
                      <a:r>
                        <a:rPr lang="zh-CN" altLang="en-US" sz="100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易方达科讯混合</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en-US" altLang="zh-CN" sz="1000" u="none" strike="noStrike" kern="1200"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rPr>
                        <a:t>2007/12/18</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偏股</a:t>
                      </a:r>
                      <a:r>
                        <a:rPr lang="zh-CN" altLang="en-US" sz="1000"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型</a:t>
                      </a:r>
                      <a:endParaRPr lang="zh-CN" altLang="en-US" sz="100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smtClean="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extLst>
                  <a:ext uri="{0D108BD9-81ED-4DB2-BD59-A6C34878D82A}">
                    <a16:rowId xmlns:a16="http://schemas.microsoft.com/office/drawing/2014/main" val="10003"/>
                  </a:ext>
                </a:extLst>
              </a:tr>
              <a:tr h="278994">
                <a:tc>
                  <a:txBody>
                    <a:bodyPr/>
                    <a:lstStyle/>
                    <a:p>
                      <a:pPr algn="l" fontAlgn="ctr"/>
                      <a:r>
                        <a:rPr lang="zh-CN" altLang="en-US" sz="100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易方达科翔混合</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pPr algn="l" fontAlgn="ctr"/>
                      <a:r>
                        <a:rPr lang="en-US" altLang="zh-CN" sz="1000" u="none" strike="noStrike" kern="1200"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rPr>
                        <a:t>2008/11/13</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pPr algn="l" fontAlgn="ctr"/>
                      <a:r>
                        <a:rPr lang="zh-CN" altLang="en-US" sz="100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偏股</a:t>
                      </a:r>
                      <a:r>
                        <a:rPr lang="zh-CN" altLang="en-US" sz="1000"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型</a:t>
                      </a:r>
                      <a:endParaRPr lang="zh-CN" altLang="en-US" sz="100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pPr algn="l" fontAlgn="ctr"/>
                      <a:r>
                        <a:rPr lang="zh-CN" altLang="en-US" sz="1000" u="none" strike="noStrike" kern="1200" smtClean="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4"/>
                  </a:ext>
                </a:extLst>
              </a:tr>
              <a:tr h="278994">
                <a:tc>
                  <a:txBody>
                    <a:bodyPr/>
                    <a:lstStyle/>
                    <a:p>
                      <a:pPr algn="l" fontAlgn="ctr"/>
                      <a:r>
                        <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易方达行业领先混合</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US" altLang="zh-CN" sz="1000" b="0" u="none" strike="noStrike" kern="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2009/3/26</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偏股</a:t>
                      </a:r>
                      <a:r>
                        <a:rPr lang="zh-CN" altLang="en-US" sz="1000" b="0" u="none" strike="noStrike" kern="12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型</a:t>
                      </a:r>
                      <a:endPar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smtClean="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278994">
                <a:tc>
                  <a:txBody>
                    <a:bodyPr/>
                    <a:lstStyle/>
                    <a:p>
                      <a:pPr algn="l" fontAlgn="ctr"/>
                      <a:r>
                        <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易方达价值成长混合</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fontAlgn="ctr"/>
                      <a:r>
                        <a:rPr lang="en-US" altLang="zh-CN" sz="1000" b="0" u="none" strike="noStrike" kern="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2007/4/2</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灵活配置</a:t>
                      </a:r>
                      <a:r>
                        <a:rPr lang="zh-CN" altLang="en-US" sz="1000" b="0" u="none" strike="noStrike" kern="12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型</a:t>
                      </a:r>
                      <a:endPar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smtClean="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no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278994">
                <a:tc>
                  <a:txBody>
                    <a:bodyPr/>
                    <a:lstStyle/>
                    <a:p>
                      <a:pPr algn="l" fontAlgn="ctr"/>
                      <a:r>
                        <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易方达新兴成长混合</a:t>
                      </a: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en-US" altLang="zh-CN" sz="1000" b="0" u="none" strike="noStrike" kern="1200" dirty="0">
                          <a:solidFill>
                            <a:srgbClr val="3C3C3C"/>
                          </a:solidFill>
                          <a:latin typeface="华文黑体_易方达" panose="02010600040101010101" pitchFamily="2" charset="-122"/>
                          <a:ea typeface="华文黑体_易方达" panose="02010600040101010101" pitchFamily="2" charset="-122"/>
                          <a:cs typeface="Arial" panose="020B0604020202020204" pitchFamily="34" charset="0"/>
                        </a:rPr>
                        <a:t>2013/11/28</a:t>
                      </a: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灵活配置</a:t>
                      </a:r>
                      <a:r>
                        <a:rPr lang="zh-CN" altLang="en-US" sz="1000" b="0" u="none" strike="noStrike" kern="120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型</a:t>
                      </a:r>
                      <a:endParaRPr lang="zh-CN" altLang="en-US" sz="1000" b="0" u="none" strike="noStrike" kern="120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smtClean="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r>
                        <a:rPr lang="zh-CN" altLang="en-US" sz="1000" u="none" strike="noStrike" kern="1200" dirty="0">
                          <a:solidFill>
                            <a:srgbClr val="1EB9E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a:noFill/>
                    </a:lnT>
                    <a:lnB w="12700" cap="flat" cmpd="sng" algn="ctr">
                      <a:solidFill>
                        <a:srgbClr val="CCCCC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278994">
                <a:tc>
                  <a:txBody>
                    <a:bodyPr/>
                    <a:lstStyle/>
                    <a:p>
                      <a:pPr algn="l" fontAlgn="ctr"/>
                      <a:r>
                        <a:rPr lang="zh-CN" altLang="en-US" sz="1000" b="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易方达平稳增长混合</a:t>
                      </a: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en-US" altLang="zh-CN" sz="1000" b="0" u="none" strike="noStrike" kern="1200" dirty="0">
                          <a:solidFill>
                            <a:schemeClr val="bg1"/>
                          </a:solidFill>
                          <a:latin typeface="华文黑体_易方达" panose="02010600040101010101" pitchFamily="2" charset="-122"/>
                          <a:ea typeface="华文黑体_易方达" panose="02010600040101010101" pitchFamily="2" charset="-122"/>
                          <a:cs typeface="Arial" panose="020B0604020202020204" pitchFamily="34" charset="0"/>
                        </a:rPr>
                        <a:t>2002/8/23</a:t>
                      </a: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b="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股债平衡</a:t>
                      </a:r>
                      <a:r>
                        <a:rPr lang="zh-CN" altLang="en-US" sz="1000" b="0" u="none" strike="noStrike"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型</a:t>
                      </a:r>
                      <a:endParaRPr lang="zh-CN" altLang="en-US" sz="1000" b="0" u="none" strike="noStrike"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smtClean="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endPar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endParaRP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rtl="0"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tc>
                  <a:txBody>
                    <a:bodyPr/>
                    <a:lstStyle/>
                    <a:p>
                      <a:pPr algn="l" rtl="0" fontAlgn="ctr"/>
                      <a:r>
                        <a:rPr lang="zh-CN" altLang="en-US" sz="1000" u="none" strike="noStrike" kern="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rPr>
                        <a:t>★★★★</a:t>
                      </a:r>
                    </a:p>
                  </a:txBody>
                  <a:tcPr marL="9525" marR="9525" marT="9526" marB="0" anchor="ctr">
                    <a:lnL>
                      <a:noFill/>
                    </a:lnL>
                    <a:lnR>
                      <a:noFill/>
                    </a:lnR>
                    <a:lnT w="12700" cap="flat" cmpd="sng" algn="ctr">
                      <a:solidFill>
                        <a:srgbClr val="CCCCC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3">
                        <a:lumMod val="95000"/>
                      </a:schemeClr>
                    </a:solidFill>
                  </a:tcPr>
                </a:tc>
                <a:extLst>
                  <a:ext uri="{0D108BD9-81ED-4DB2-BD59-A6C34878D82A}">
                    <a16:rowId xmlns:a16="http://schemas.microsoft.com/office/drawing/2014/main" val="10008"/>
                  </a:ext>
                </a:extLst>
              </a:tr>
            </a:tbl>
          </a:graphicData>
        </a:graphic>
      </p:graphicFrame>
      <p:sp>
        <p:nvSpPr>
          <p:cNvPr id="7" name="文本框 6"/>
          <p:cNvSpPr txBox="1"/>
          <p:nvPr/>
        </p:nvSpPr>
        <p:spPr>
          <a:xfrm>
            <a:off x="3718578" y="1318337"/>
            <a:ext cx="3862137" cy="246221"/>
          </a:xfrm>
          <a:prstGeom prst="rect">
            <a:avLst/>
          </a:prstGeom>
          <a:noFill/>
        </p:spPr>
        <p:txBody>
          <a:bodyPr wrap="square" rtlCol="0">
            <a:spAutoFit/>
          </a:bodyPr>
          <a:lstStyle>
            <a:defPPr>
              <a:defRPr lang="en-US"/>
            </a:defPPr>
            <a:lvl1pPr>
              <a:defRPr sz="1200">
                <a:solidFill>
                  <a:srgbClr val="005096"/>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CN" altLang="en-US" sz="1000" dirty="0" smtClean="0">
                <a:latin typeface="Arial" panose="020B0604020202020204" pitchFamily="34" charset="0"/>
                <a:ea typeface="华文黑体_易方达" panose="02010600040101010101" pitchFamily="2" charset="-122"/>
                <a:cs typeface="Arial" panose="020B0604020202020204" pitchFamily="34" charset="0"/>
              </a:rPr>
              <a:t>易方达主动权益基金的历史表现</a:t>
            </a:r>
            <a:endParaRPr lang="en-US" altLang="zh-CN" sz="1000" dirty="0" smtClean="0">
              <a:latin typeface="Arial" panose="020B0604020202020204" pitchFamily="34" charset="0"/>
              <a:ea typeface="华文黑体_易方达" panose="02010600040101010101" pitchFamily="2" charset="-122"/>
              <a:cs typeface="Arial" panose="020B0604020202020204" pitchFamily="34" charset="0"/>
            </a:endParaRPr>
          </a:p>
        </p:txBody>
      </p:sp>
      <p:sp>
        <p:nvSpPr>
          <p:cNvPr id="6" name="TextBox 10"/>
          <p:cNvSpPr txBox="1"/>
          <p:nvPr/>
        </p:nvSpPr>
        <p:spPr>
          <a:xfrm>
            <a:off x="363151" y="4318474"/>
            <a:ext cx="2035696" cy="200055"/>
          </a:xfrm>
          <a:prstGeom prst="rect">
            <a:avLst/>
          </a:prstGeom>
          <a:noFill/>
        </p:spPr>
        <p:txBody>
          <a:bodyPr wrap="square" lIns="0" bIns="0" rtlCol="0">
            <a:spAutoFit/>
          </a:bodyPr>
          <a:lstStyle/>
          <a:p>
            <a:pPr>
              <a:lnSpc>
                <a:spcPts val="1200"/>
              </a:lnSpc>
            </a:pP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注：数据来</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自</a:t>
            </a:r>
            <a:r>
              <a:rPr lang="en-US" altLang="zh-CN"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wind</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截至</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2016</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年</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12</a:t>
            </a:r>
            <a:r>
              <a:rPr lang="zh-TW" altLang="en-US"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月</a:t>
            </a:r>
            <a:r>
              <a:rPr lang="en-US" altLang="zh-TW" sz="700" dirty="0">
                <a:solidFill>
                  <a:srgbClr val="505050"/>
                </a:solidFill>
                <a:latin typeface="Arial" panose="020B0604020202020204" pitchFamily="34" charset="0"/>
                <a:ea typeface="华文黑体_易方达" panose="02010600040101010101" pitchFamily="2" charset="-122"/>
                <a:cs typeface="Arial" panose="020B0604020202020204" pitchFamily="34" charset="0"/>
              </a:rPr>
              <a:t>31</a:t>
            </a:r>
            <a:r>
              <a:rPr lang="zh-TW" alt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rPr>
              <a:t>日</a:t>
            </a:r>
            <a:endParaRPr lang="en-US" sz="700" dirty="0" smtClean="0">
              <a:solidFill>
                <a:srgbClr val="505050"/>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8" name="矩形 7"/>
          <p:cNvSpPr/>
          <p:nvPr/>
        </p:nvSpPr>
        <p:spPr>
          <a:xfrm>
            <a:off x="-1452785" y="0"/>
            <a:ext cx="1388455" cy="700453"/>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mj-ea"/>
                <a:ea typeface="+mj-ea"/>
                <a:cs typeface="Arial" panose="020B0604020202020204" pitchFamily="34" charset="0"/>
              </a:rPr>
              <a:t>经常用到的基金银河评级的五角星均可用</a:t>
            </a:r>
            <a:r>
              <a:rPr lang="en-US" altLang="zh-CN" sz="1000" dirty="0" smtClean="0">
                <a:solidFill>
                  <a:schemeClr val="bg1"/>
                </a:solidFill>
                <a:latin typeface="+mn-lt"/>
                <a:ea typeface="+mj-ea"/>
                <a:cs typeface="Arial" panose="020B0604020202020204" pitchFamily="34" charset="0"/>
              </a:rPr>
              <a:t>VI</a:t>
            </a:r>
            <a:r>
              <a:rPr lang="zh-CN" altLang="en-US" sz="1000" dirty="0" smtClean="0">
                <a:solidFill>
                  <a:schemeClr val="bg1"/>
                </a:solidFill>
                <a:latin typeface="+mj-ea"/>
                <a:ea typeface="+mj-ea"/>
                <a:cs typeface="Arial" panose="020B0604020202020204" pitchFamily="34" charset="0"/>
              </a:rPr>
              <a:t>中不同颜色和反白显示处理</a:t>
            </a:r>
            <a:endParaRPr lang="en-US" altLang="zh-CN" sz="1000" dirty="0" smtClean="0">
              <a:solidFill>
                <a:schemeClr val="bg1"/>
              </a:solidFill>
              <a:latin typeface="+mj-ea"/>
              <a:ea typeface="+mj-ea"/>
              <a:cs typeface="Arial" panose="020B0604020202020204" pitchFamily="34" charset="0"/>
            </a:endParaRPr>
          </a:p>
        </p:txBody>
      </p:sp>
    </p:spTree>
    <p:extLst>
      <p:ext uri="{BB962C8B-B14F-4D97-AF65-F5344CB8AC3E}">
        <p14:creationId xmlns:p14="http://schemas.microsoft.com/office/powerpoint/2010/main" val="253409397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latin typeface="Arial" panose="020B0604020202020204" pitchFamily="34" charset="0"/>
                <a:ea typeface="华文黑体_易方达" panose="02010600040101010101" pitchFamily="2" charset="-122"/>
                <a:cs typeface="Arial" panose="020B0604020202020204" pitchFamily="34" charset="0"/>
              </a:rPr>
              <a:t>表</a:t>
            </a:r>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格</a:t>
            </a:r>
            <a:r>
              <a:rPr lang="zh-CN" altLang="en-US" dirty="0" smtClean="0">
                <a:latin typeface="Arial" panose="020B0604020202020204" pitchFamily="34" charset="0"/>
                <a:cs typeface="Arial" panose="020B0604020202020204" pitchFamily="34" charset="0"/>
              </a:rPr>
              <a:t>的灵活处理</a:t>
            </a:r>
            <a:endParaRPr lang="zh-CN" altLang="en-US" b="1" dirty="0">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18" name="表格 17"/>
          <p:cNvGraphicFramePr>
            <a:graphicFrameLocks noGrp="1"/>
          </p:cNvGraphicFramePr>
          <p:nvPr>
            <p:extLst>
              <p:ext uri="{D42A27DB-BD31-4B8C-83A1-F6EECF244321}">
                <p14:modId xmlns:p14="http://schemas.microsoft.com/office/powerpoint/2010/main" val="3828741479"/>
              </p:ext>
            </p:extLst>
          </p:nvPr>
        </p:nvGraphicFramePr>
        <p:xfrm>
          <a:off x="363151" y="1837345"/>
          <a:ext cx="8349048" cy="2243328"/>
        </p:xfrm>
        <a:graphic>
          <a:graphicData uri="http://schemas.openxmlformats.org/drawingml/2006/table">
            <a:tbl>
              <a:tblPr firstRow="1" bandRow="1">
                <a:tableStyleId>{5C22544A-7EE6-4342-B048-85BDC9FD1C3A}</a:tableStyleId>
              </a:tblPr>
              <a:tblGrid>
                <a:gridCol w="747087">
                  <a:extLst>
                    <a:ext uri="{9D8B030D-6E8A-4147-A177-3AD203B41FA5}">
                      <a16:colId xmlns:a16="http://schemas.microsoft.com/office/drawing/2014/main" val="20000"/>
                    </a:ext>
                  </a:extLst>
                </a:gridCol>
                <a:gridCol w="2154582">
                  <a:extLst>
                    <a:ext uri="{9D8B030D-6E8A-4147-A177-3AD203B41FA5}">
                      <a16:colId xmlns:a16="http://schemas.microsoft.com/office/drawing/2014/main" val="20001"/>
                    </a:ext>
                  </a:extLst>
                </a:gridCol>
                <a:gridCol w="5447379">
                  <a:extLst>
                    <a:ext uri="{9D8B030D-6E8A-4147-A177-3AD203B41FA5}">
                      <a16:colId xmlns:a16="http://schemas.microsoft.com/office/drawing/2014/main" val="20002"/>
                    </a:ext>
                  </a:extLst>
                </a:gridCol>
              </a:tblGrid>
              <a:tr h="181624">
                <a:tc>
                  <a:txBody>
                    <a:bodyPr/>
                    <a:lstStyle/>
                    <a:p>
                      <a:endParaRPr lang="zh-CN" altLang="en-US" sz="1200" dirty="0">
                        <a:solidFill>
                          <a:schemeClr val="bg1"/>
                        </a:solidFill>
                        <a:latin typeface="华文黑体" panose="02010600040101010101" pitchFamily="2" charset="-122"/>
                        <a:ea typeface="华文黑体" panose="02010600040101010101" pitchFamily="2" charset="-122"/>
                        <a:cs typeface="华文黑体" panose="02010600040101010101" pitchFamily="2" charset="-122"/>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tc>
                  <a:txBody>
                    <a:bodyPr/>
                    <a:lstStyle/>
                    <a:p>
                      <a:pPr marL="0" algn="l" defTabSz="457200" rtl="0" eaLnBrk="1" latinLnBrk="0" hangingPunct="1"/>
                      <a:r>
                        <a:rPr lang="zh-CN" altLang="en-US" sz="1200" b="1"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工作内容</a:t>
                      </a:r>
                      <a:endParaRPr lang="zh-CN" altLang="en-US" sz="1200" b="1"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tc>
                  <a:txBody>
                    <a:bodyPr/>
                    <a:lstStyle/>
                    <a:p>
                      <a:pPr marL="0" indent="0" algn="l" defTabSz="457200" rtl="0" eaLnBrk="1" latinLnBrk="0" hangingPunct="1">
                        <a:buFont typeface="Arial" panose="020B0604020202020204" pitchFamily="34" charset="0"/>
                        <a:buNone/>
                      </a:pPr>
                      <a:r>
                        <a:rPr lang="zh-CN" altLang="en-US" sz="1200" b="1" kern="12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工作情况</a:t>
                      </a:r>
                      <a:endParaRPr lang="zh-CN" altLang="en-US" sz="1200" b="1" kern="1200"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00BEE6"/>
                    </a:solidFill>
                  </a:tcPr>
                </a:tc>
                <a:extLst>
                  <a:ext uri="{0D108BD9-81ED-4DB2-BD59-A6C34878D82A}">
                    <a16:rowId xmlns:a16="http://schemas.microsoft.com/office/drawing/2014/main" val="10000"/>
                  </a:ext>
                </a:extLst>
              </a:tr>
              <a:tr h="383429">
                <a:tc>
                  <a:txBody>
                    <a:bodyPr/>
                    <a:lstStyle/>
                    <a:p>
                      <a:pPr algn="ctr"/>
                      <a:r>
                        <a:rPr lang="en-US" altLang="zh-CN" sz="3200" b="1" dirty="0" smtClean="0">
                          <a:solidFill>
                            <a:srgbClr val="00BEE6"/>
                          </a:solidFill>
                          <a:latin typeface="Arial" panose="020B0604020202020204" pitchFamily="34" charset="0"/>
                          <a:ea typeface="华文黑体" panose="02010600040101010101" pitchFamily="2" charset="-122"/>
                          <a:cs typeface="Arial" panose="020B0604020202020204" pitchFamily="34" charset="0"/>
                        </a:rPr>
                        <a:t>1.</a:t>
                      </a:r>
                      <a:endParaRPr lang="zh-CN" altLang="en-US" sz="3200" b="1" dirty="0">
                        <a:solidFill>
                          <a:srgbClr val="00BEE6"/>
                        </a:solidFill>
                        <a:latin typeface="Arial" panose="020B0604020202020204" pitchFamily="34" charset="0"/>
                        <a:ea typeface="华文黑体" panose="02010600040101010101" pitchFamily="2" charset="-122"/>
                        <a:cs typeface="Arial" panose="020B0604020202020204" pitchFamily="34" charset="0"/>
                      </a:endParaRP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bg1"/>
                    </a:solidFill>
                  </a:tcPr>
                </a:tc>
                <a:tc>
                  <a:txBody>
                    <a:bodyPr/>
                    <a:lstStyle/>
                    <a:p>
                      <a:r>
                        <a:rPr lang="zh-CN" altLang="en-US" sz="14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从业资格管理</a:t>
                      </a:r>
                      <a:endParaRPr lang="zh-CN" altLang="en-US" sz="14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b">
                    <a:lnL w="12700" cmpd="sng">
                      <a:noFill/>
                    </a:lnL>
                    <a:lnR w="12700" cmpd="sng">
                      <a:noFill/>
                    </a:lnR>
                    <a:lnT w="12700" cmpd="sng">
                      <a:noFill/>
                    </a:lnT>
                    <a:lnB w="12700"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gn="l">
                        <a:lnSpc>
                          <a:spcPct val="100000"/>
                        </a:lnSpc>
                        <a:spcBef>
                          <a:spcPct val="20000"/>
                        </a:spcBef>
                        <a:buClrTx/>
                        <a:buSzPct val="100000"/>
                        <a:buFont typeface="Arial" panose="020B0604020202020204" pitchFamily="34" charset="0"/>
                        <a:buChar char="•"/>
                      </a:pP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完成</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126</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人次基金执业资格注册、离职备案手续</a:t>
                      </a:r>
                      <a:endPar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algn="l">
                        <a:lnSpc>
                          <a:spcPct val="100000"/>
                        </a:lnSpc>
                        <a:spcBef>
                          <a:spcPct val="20000"/>
                        </a:spcBef>
                        <a:buClrTx/>
                        <a:buSzPct val="100000"/>
                        <a:buFont typeface="Arial" panose="020B0604020202020204" pitchFamily="34" charset="0"/>
                        <a:buChar char="•"/>
                      </a:pP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公司入职</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6</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个月以上</a:t>
                      </a:r>
                      <a:r>
                        <a:rPr lang="zh-CN"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除行政、文秘和人力资源岗位的员工</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全部具备从业资格</a:t>
                      </a:r>
                      <a:endParaRPr lang="zh-CN" altLang="en-US" sz="1200" b="0" kern="1200" dirty="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b">
                    <a:lnL w="12700" cmpd="sng">
                      <a:noFill/>
                    </a:lnL>
                    <a:lnR w="12700" cmpd="sng">
                      <a:noFill/>
                    </a:lnR>
                    <a:lnT w="12700" cmpd="sng">
                      <a:noFill/>
                    </a:lnT>
                    <a:lnB w="12700"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72223">
                <a:tc>
                  <a:txBody>
                    <a:bodyPr/>
                    <a:lstStyle/>
                    <a:p>
                      <a:pPr algn="ctr"/>
                      <a:r>
                        <a:rPr lang="en-US" altLang="zh-CN" sz="3200" b="1" dirty="0" smtClean="0">
                          <a:solidFill>
                            <a:srgbClr val="00BEE6"/>
                          </a:solidFill>
                          <a:latin typeface="Arial" panose="020B0604020202020204" pitchFamily="34" charset="0"/>
                          <a:ea typeface="华文黑体" panose="02010600040101010101" pitchFamily="2" charset="-122"/>
                          <a:cs typeface="Arial" panose="020B0604020202020204" pitchFamily="34" charset="0"/>
                        </a:rPr>
                        <a:t>2.</a:t>
                      </a:r>
                      <a:endParaRPr lang="zh-CN" altLang="en-US" sz="3200" b="1" dirty="0">
                        <a:solidFill>
                          <a:srgbClr val="00BEE6"/>
                        </a:solidFill>
                        <a:latin typeface="Arial" panose="020B0604020202020204" pitchFamily="34" charset="0"/>
                        <a:ea typeface="华文黑体" panose="02010600040101010101" pitchFamily="2" charset="-122"/>
                        <a:cs typeface="Arial" panose="020B0604020202020204" pitchFamily="34" charset="0"/>
                      </a:endParaRPr>
                    </a:p>
                  </a:txBody>
                  <a:tcPr anchor="b">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zh-CN" altLang="en-US" sz="14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人员规范</a:t>
                      </a:r>
                      <a:endParaRPr lang="zh-CN" altLang="en-US" sz="14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b">
                    <a:lnL w="12700" cmpd="sng">
                      <a:noFill/>
                    </a:lnL>
                    <a:lnR w="12700" cmpd="sng">
                      <a:noFill/>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lgn="l">
                        <a:spcBef>
                          <a:spcPct val="20000"/>
                        </a:spcBef>
                        <a:buClrTx/>
                        <a:buSzPct val="100000"/>
                        <a:buFont typeface="Arial" panose="020B0604020202020204" pitchFamily="34" charset="0"/>
                        <a:buChar char="•"/>
                      </a:pP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完成</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44</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位新员工入职申报及自查，督促所有入职员工完成了入职申报。</a:t>
                      </a:r>
                    </a:p>
                    <a:p>
                      <a:pPr marL="171450" indent="-171450" algn="l">
                        <a:spcBef>
                          <a:spcPct val="20000"/>
                        </a:spcBef>
                        <a:buClrTx/>
                        <a:buSzPct val="100000"/>
                        <a:buFont typeface="Arial" panose="020B0604020202020204" pitchFamily="34" charset="0"/>
                        <a:buChar char="•"/>
                      </a:pP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完成</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152</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人次劳动合同签订</a:t>
                      </a:r>
                      <a:endPar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algn="l">
                        <a:spcBef>
                          <a:spcPct val="20000"/>
                        </a:spcBef>
                        <a:buClrTx/>
                        <a:buSzPct val="100000"/>
                        <a:buFont typeface="Arial" panose="020B0604020202020204" pitchFamily="34" charset="0"/>
                        <a:buChar char="•"/>
                      </a:pP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完成</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46</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人次员工转正手续，设定定期提醒，保证新员工能及时完成转正手续</a:t>
                      </a:r>
                      <a:endParaRPr lang="zh-CN" altLang="en-US" sz="1200" b="0" kern="1200" dirty="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b">
                    <a:lnL w="12700" cmpd="sng">
                      <a:noFill/>
                    </a:lnL>
                    <a:lnR w="12700" cmpd="sng">
                      <a:noFill/>
                    </a:lnR>
                    <a:lnT w="12700" cap="flat" cmpd="sng" algn="ctr">
                      <a:solidFill>
                        <a:srgbClr val="969696"/>
                      </a:solidFill>
                      <a:prstDash val="solid"/>
                      <a:round/>
                      <a:headEnd type="none" w="med" len="med"/>
                      <a:tailEnd type="none" w="med" len="med"/>
                    </a:lnT>
                    <a:lnB w="12700" cap="flat" cmpd="sng" algn="ctr">
                      <a:solidFill>
                        <a:srgbClr val="969696"/>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48006">
                <a:tc>
                  <a:txBody>
                    <a:bodyPr/>
                    <a:lstStyle/>
                    <a:p>
                      <a:pPr algn="ctr"/>
                      <a:r>
                        <a:rPr lang="en-US" altLang="zh-CN" sz="3200" b="1" dirty="0" smtClean="0">
                          <a:solidFill>
                            <a:srgbClr val="00BEE6"/>
                          </a:solidFill>
                          <a:latin typeface="Arial" panose="020B0604020202020204" pitchFamily="34" charset="0"/>
                          <a:ea typeface="华文黑体" panose="02010600040101010101" pitchFamily="2" charset="-122"/>
                          <a:cs typeface="Arial" panose="020B0604020202020204" pitchFamily="34" charset="0"/>
                        </a:rPr>
                        <a:t>3.</a:t>
                      </a:r>
                      <a:endParaRPr lang="zh-CN" altLang="en-US" sz="3200" b="1" dirty="0">
                        <a:solidFill>
                          <a:srgbClr val="00BEE6"/>
                        </a:solidFill>
                        <a:latin typeface="Arial" panose="020B0604020202020204" pitchFamily="34" charset="0"/>
                        <a:ea typeface="华文黑体" panose="02010600040101010101" pitchFamily="2" charset="-122"/>
                        <a:cs typeface="Arial" panose="020B0604020202020204" pitchFamily="34" charset="0"/>
                      </a:endParaRPr>
                    </a:p>
                  </a:txBody>
                  <a:tcPr anchor="b">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zh-CN" altLang="en-US" sz="1400" b="0" dirty="0" smtClean="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rPr>
                        <a:t>数据统计</a:t>
                      </a:r>
                      <a:endParaRPr lang="zh-CN" altLang="en-US" sz="1400" b="0" dirty="0">
                        <a:solidFill>
                          <a:srgbClr val="3C3C3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b">
                    <a:lnL w="12700" cmpd="sng">
                      <a:noFill/>
                    </a:lnL>
                    <a:lnR w="12700" cmpd="sng">
                      <a:noFill/>
                    </a:lnR>
                    <a:lnT w="12700" cap="flat" cmpd="sng" algn="ctr">
                      <a:solidFill>
                        <a:srgbClr val="96969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1450" indent="-171450">
                        <a:spcBef>
                          <a:spcPct val="20000"/>
                        </a:spcBef>
                        <a:buClrTx/>
                        <a:buSzPct val="100000"/>
                        <a:buFont typeface="Arial" panose="020B0604020202020204" pitchFamily="34" charset="0"/>
                        <a:buChar char="•"/>
                      </a:pP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完成</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66</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次数据统计，协助养老金部、机构客户部标书；综合部人员管理等</a:t>
                      </a:r>
                      <a:endPar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171450" indent="-171450">
                        <a:spcBef>
                          <a:spcPct val="20000"/>
                        </a:spcBef>
                        <a:buClrTx/>
                        <a:buSzPct val="100000"/>
                        <a:buFont typeface="Arial" panose="020B0604020202020204" pitchFamily="34" charset="0"/>
                        <a:buChar char="•"/>
                      </a:pP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完成工作所有劳动合同的核查，录入系统，同时促进</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OA</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系统改造、完成</a:t>
                      </a:r>
                      <a:r>
                        <a:rPr lang="en-US" altLang="zh-CN"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HR</a:t>
                      </a:r>
                      <a:r>
                        <a:rPr lang="zh-CN" altLang="en-US" sz="1200" b="0" kern="1200" dirty="0" smtClean="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rPr>
                        <a:t>系统合同数据维护</a:t>
                      </a:r>
                      <a:endParaRPr lang="zh-CN" altLang="en-US" sz="1200" b="0" kern="1200" dirty="0">
                        <a:solidFill>
                          <a:srgbClr val="969696"/>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b">
                    <a:lnL w="12700" cmpd="sng">
                      <a:noFill/>
                    </a:lnL>
                    <a:lnR w="12700" cmpd="sng">
                      <a:noFill/>
                    </a:lnR>
                    <a:lnT w="12700" cap="flat" cmpd="sng" algn="ctr">
                      <a:solidFill>
                        <a:srgbClr val="96969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sp>
        <p:nvSpPr>
          <p:cNvPr id="19" name="矩形 18"/>
          <p:cNvSpPr/>
          <p:nvPr/>
        </p:nvSpPr>
        <p:spPr>
          <a:xfrm>
            <a:off x="-1410056" y="0"/>
            <a:ext cx="1328634" cy="1621262"/>
          </a:xfrm>
          <a:prstGeom prst="rect">
            <a:avLst/>
          </a:prstGeom>
          <a:solidFill>
            <a:schemeClr val="accent5"/>
          </a:solidFill>
          <a:ln w="9525" cap="flat" cmpd="sng" algn="ctr">
            <a:noFill/>
            <a:prstDash val="dash"/>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171450" indent="-171450" eaLnBrk="0" hangingPunct="0">
              <a:buFont typeface="Arial" panose="020B0604020202020204" pitchFamily="34" charset="0"/>
              <a:buChar char="•"/>
            </a:pP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表格允许在规定的色系、字体范围内，对表内文字和数字的大小、颜色深浅等进行差异化的设计，以使得形式更具美感、活泼或使得重点更为突出等</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20" name="文本框 19"/>
          <p:cNvSpPr txBox="1"/>
          <p:nvPr/>
        </p:nvSpPr>
        <p:spPr>
          <a:xfrm>
            <a:off x="3776351" y="1442568"/>
            <a:ext cx="3862137" cy="246221"/>
          </a:xfrm>
          <a:prstGeom prst="rect">
            <a:avLst/>
          </a:prstGeom>
          <a:noFill/>
        </p:spPr>
        <p:txBody>
          <a:bodyPr wrap="square" rtlCol="0">
            <a:spAutoFit/>
          </a:bodyPr>
          <a:lstStyle>
            <a:defPPr>
              <a:defRPr lang="en-US"/>
            </a:defPPr>
            <a:lvl1pPr>
              <a:defRPr sz="1200">
                <a:solidFill>
                  <a:srgbClr val="005096"/>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en-US" altLang="zh-CN" sz="1000" dirty="0">
                <a:latin typeface="Arial" panose="020B0604020202020204" pitchFamily="34" charset="0"/>
                <a:ea typeface="华文黑体_易方达" panose="02010600040101010101" pitchFamily="2" charset="-122"/>
                <a:cs typeface="Arial" panose="020B0604020202020204" pitchFamily="34" charset="0"/>
              </a:rPr>
              <a:t>2010</a:t>
            </a:r>
            <a:r>
              <a:rPr lang="zh-CN" altLang="en-US" sz="1000" dirty="0">
                <a:latin typeface="Arial" panose="020B0604020202020204" pitchFamily="34" charset="0"/>
                <a:ea typeface="华文黑体_易方达" panose="02010600040101010101" pitchFamily="2" charset="-122"/>
                <a:cs typeface="Arial" panose="020B0604020202020204" pitchFamily="34" charset="0"/>
              </a:rPr>
              <a:t>年人力资源工作情况</a:t>
            </a:r>
            <a:r>
              <a:rPr lang="zh-CN" altLang="en-US" sz="1000" dirty="0" smtClean="0">
                <a:latin typeface="Arial" panose="020B0604020202020204" pitchFamily="34" charset="0"/>
                <a:ea typeface="华文黑体_易方达" panose="02010600040101010101" pitchFamily="2" charset="-122"/>
                <a:cs typeface="Arial" panose="020B0604020202020204" pitchFamily="34" charset="0"/>
              </a:rPr>
              <a:t>表</a:t>
            </a:r>
            <a:endParaRPr lang="en-US" altLang="zh-CN" sz="1000" dirty="0">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32705889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b="0" i="0" baseline="0">
                <a:solidFill>
                  <a:srgbClr val="005096"/>
                </a:solidFill>
                <a:latin typeface="Arial"/>
                <a:ea typeface="华文黑体"/>
                <a:cs typeface="华文细黑"/>
              </a:defRPr>
            </a:lvl1pPr>
            <a:lvl2pPr algn="l" rtl="0" fontAlgn="base">
              <a:spcBef>
                <a:spcPct val="0"/>
              </a:spcBef>
              <a:spcAft>
                <a:spcPct val="0"/>
              </a:spcAft>
              <a:defRPr sz="3600">
                <a:solidFill>
                  <a:schemeClr val="tx1"/>
                </a:solidFill>
                <a:latin typeface="黑体" charset="-122"/>
                <a:ea typeface="黑体" charset="0"/>
                <a:cs typeface="ＭＳ Ｐゴシック" charset="-128"/>
              </a:defRPr>
            </a:lvl2pPr>
            <a:lvl3pPr algn="l" rtl="0" fontAlgn="base">
              <a:spcBef>
                <a:spcPct val="0"/>
              </a:spcBef>
              <a:spcAft>
                <a:spcPct val="0"/>
              </a:spcAft>
              <a:defRPr sz="3600">
                <a:solidFill>
                  <a:schemeClr val="tx1"/>
                </a:solidFill>
                <a:latin typeface="黑体" charset="-122"/>
                <a:ea typeface="黑体" charset="0"/>
                <a:cs typeface="ＭＳ Ｐゴシック" charset="-128"/>
              </a:defRPr>
            </a:lvl3pPr>
            <a:lvl4pPr algn="l" rtl="0" fontAlgn="base">
              <a:spcBef>
                <a:spcPct val="0"/>
              </a:spcBef>
              <a:spcAft>
                <a:spcPct val="0"/>
              </a:spcAft>
              <a:defRPr sz="3600">
                <a:solidFill>
                  <a:schemeClr val="tx1"/>
                </a:solidFill>
                <a:latin typeface="黑体" charset="-122"/>
                <a:ea typeface="黑体" charset="0"/>
                <a:cs typeface="ＭＳ Ｐゴシック" charset="-128"/>
              </a:defRPr>
            </a:lvl4pPr>
            <a:lvl5pPr algn="l" rtl="0" fontAlgn="base">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a:lstStyle>
          <a:p>
            <a:r>
              <a:rPr lang="zh-CN" altLang="en-US" sz="23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a:t>
            </a:r>
            <a:endParaRPr lang="en-US" sz="23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2535259024"/>
              </p:ext>
            </p:extLst>
          </p:nvPr>
        </p:nvGraphicFramePr>
        <p:xfrm>
          <a:off x="323850" y="1050267"/>
          <a:ext cx="8016845" cy="3627120"/>
        </p:xfrm>
        <a:graphic>
          <a:graphicData uri="http://schemas.openxmlformats.org/drawingml/2006/table">
            <a:tbl>
              <a:tblPr firstRow="1" bandRow="1">
                <a:tableStyleId>{5C22544A-7EE6-4342-B048-85BDC9FD1C3A}</a:tableStyleId>
              </a:tblPr>
              <a:tblGrid>
                <a:gridCol w="1171476">
                  <a:extLst>
                    <a:ext uri="{9D8B030D-6E8A-4147-A177-3AD203B41FA5}">
                      <a16:colId xmlns:a16="http://schemas.microsoft.com/office/drawing/2014/main" val="20000"/>
                    </a:ext>
                  </a:extLst>
                </a:gridCol>
                <a:gridCol w="6845369">
                  <a:extLst>
                    <a:ext uri="{9D8B030D-6E8A-4147-A177-3AD203B41FA5}">
                      <a16:colId xmlns:a16="http://schemas.microsoft.com/office/drawing/2014/main" val="20001"/>
                    </a:ext>
                  </a:extLst>
                </a:gridCol>
              </a:tblGrid>
              <a:tr h="499442">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01.</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封面</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0"/>
                  </a:ext>
                </a:extLst>
              </a:tr>
              <a:tr h="499442">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02.</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目录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1"/>
                  </a:ext>
                </a:extLst>
              </a:tr>
              <a:tr h="499442">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03.</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纯文字页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2"/>
                  </a:ext>
                </a:extLst>
              </a:tr>
              <a:tr h="499442">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04.</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文字与图表结合页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3"/>
                  </a:ext>
                </a:extLst>
              </a:tr>
              <a:tr h="499442">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05.</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图表</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4"/>
                  </a:ext>
                </a:extLst>
              </a:tr>
              <a:tr h="49944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06.</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chemeClr val="accent1"/>
                          </a:solidFill>
                          <a:latin typeface="华文黑体_易方达" panose="02010600040101010101" pitchFamily="2" charset="-122"/>
                          <a:ea typeface="华文黑体_易方达" panose="02010600040101010101" pitchFamily="2" charset="-122"/>
                          <a:cs typeface="华文黑体" panose="02010600040101010101" pitchFamily="2" charset="-122"/>
                        </a:rPr>
                        <a:t>风险提示及免责声明</a:t>
                      </a:r>
                      <a:endParaRPr lang="zh-CN" altLang="en-US" sz="1800" b="0" dirty="0">
                        <a:solidFill>
                          <a:schemeClr val="accent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5"/>
                  </a:ext>
                </a:extLst>
              </a:tr>
              <a:tr h="499442">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07.</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封底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47932252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idx="4294967295"/>
          </p:nvPr>
        </p:nvSpPr>
        <p:spPr>
          <a:xfrm>
            <a:off x="363150" y="211632"/>
            <a:ext cx="5180399" cy="268047"/>
          </a:xfrm>
          <a:noFill/>
          <a:ln>
            <a:noFill/>
          </a:ln>
        </p:spPr>
        <p:txBody>
          <a:bodyPr vert="horz" wrap="square" lIns="0" tIns="0" rIns="0" bIns="45720" numCol="1" anchor="t" anchorCtr="0" compatLnSpc="1">
            <a:prstTxWarp prst="textNoShape">
              <a:avLst/>
            </a:prstTxWarp>
          </a:bodyPr>
          <a:lstStyle/>
          <a:p>
            <a:r>
              <a:rPr lang="zh-CN" altLang="zh-CN" sz="2300" b="1" kern="1200" dirty="0">
                <a:latin typeface="Arial" panose="020B0604020202020204" pitchFamily="34" charset="0"/>
                <a:ea typeface="华文黑体_易方达" panose="02010600040101010101" pitchFamily="2" charset="-122"/>
                <a:cs typeface="Arial" panose="020B0604020202020204" pitchFamily="34" charset="0"/>
              </a:rPr>
              <a:t>风险提示</a:t>
            </a:r>
            <a:r>
              <a:rPr lang="zh-CN" altLang="en-US" sz="2300" b="1" kern="1200" dirty="0">
                <a:latin typeface="Arial" panose="020B0604020202020204" pitchFamily="34" charset="0"/>
                <a:ea typeface="华文黑体_易方达" panose="02010600040101010101" pitchFamily="2" charset="-122"/>
                <a:cs typeface="Arial" panose="020B0604020202020204" pitchFamily="34" charset="0"/>
              </a:rPr>
              <a:t>及免责声明（公募基金适用）</a:t>
            </a:r>
          </a:p>
        </p:txBody>
      </p:sp>
      <p:sp>
        <p:nvSpPr>
          <p:cNvPr id="6" name="矩形 5"/>
          <p:cNvSpPr/>
          <p:nvPr/>
        </p:nvSpPr>
        <p:spPr bwMode="auto">
          <a:xfrm>
            <a:off x="-1324599" y="0"/>
            <a:ext cx="1236885" cy="973106"/>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eaLnBrk="0" latinLnBrk="0" hangingPunct="0">
              <a:lnSpc>
                <a:spcPct val="100000"/>
              </a:lnSpc>
              <a:buClrTx/>
              <a:buSzTx/>
              <a:buFontTx/>
              <a:buNone/>
              <a:tabLst/>
            </a:pPr>
            <a:r>
              <a:rPr lang="zh-CN" altLang="en-US" sz="1000" b="1" dirty="0">
                <a:solidFill>
                  <a:schemeClr val="bg1"/>
                </a:solidFill>
                <a:latin typeface="+mj-ea"/>
                <a:ea typeface="+mj-ea"/>
                <a:cs typeface="Arial" panose="020B0604020202020204" pitchFamily="34" charset="0"/>
              </a:rPr>
              <a:t>风险提示页规则</a:t>
            </a:r>
            <a:endParaRPr lang="en-US" altLang="zh-CN" sz="1000" b="1" dirty="0">
              <a:solidFill>
                <a:schemeClr val="bg1"/>
              </a:solidFill>
              <a:latin typeface="+mj-ea"/>
              <a:ea typeface="+mj-ea"/>
              <a:cs typeface="Arial" panose="020B0604020202020204" pitchFamily="34" charset="0"/>
            </a:endParaRPr>
          </a:p>
          <a:p>
            <a:pPr eaLnBrk="0" hangingPunct="0"/>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中涉及公司旗下公募基金产品推介时适用此版本</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对外使用时需予以保留，不得删除</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p:txBody>
      </p:sp>
      <p:sp>
        <p:nvSpPr>
          <p:cNvPr id="7" name="内容占位符 2"/>
          <p:cNvSpPr txBox="1">
            <a:spLocks/>
          </p:cNvSpPr>
          <p:nvPr/>
        </p:nvSpPr>
        <p:spPr bwMode="auto">
          <a:xfrm>
            <a:off x="331419" y="1266633"/>
            <a:ext cx="4442117" cy="3299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342900" algn="l" rtl="0" fontAlgn="base">
              <a:spcBef>
                <a:spcPts val="0"/>
              </a:spcBef>
              <a:spcAft>
                <a:spcPct val="0"/>
              </a:spcAft>
              <a:defRPr sz="3600" b="1" baseline="0">
                <a:solidFill>
                  <a:schemeClr val="bg1"/>
                </a:solidFill>
                <a:latin typeface="Arial"/>
                <a:ea typeface="华文细黑"/>
                <a:cs typeface="华文细黑"/>
              </a:defRPr>
            </a:lvl1pPr>
            <a:lvl2pPr marL="0" indent="0" algn="l" rtl="0" fontAlgn="base">
              <a:lnSpc>
                <a:spcPts val="2400"/>
              </a:lnSpc>
              <a:spcBef>
                <a:spcPts val="0"/>
              </a:spcBef>
              <a:spcAft>
                <a:spcPct val="0"/>
              </a:spcAft>
              <a:buClr>
                <a:srgbClr val="5F294F"/>
              </a:buClr>
              <a:buFontTx/>
              <a:buNone/>
              <a:defRPr sz="1500" b="1" baseline="0">
                <a:solidFill>
                  <a:schemeClr val="bg1"/>
                </a:solidFill>
                <a:latin typeface="Arial"/>
                <a:ea typeface="华文细黑"/>
                <a:cs typeface="华文细黑"/>
              </a:defRPr>
            </a:lvl2pPr>
            <a:lvl3pPr marL="39687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3pPr>
            <a:lvl4pPr marL="63182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4pPr>
            <a:lvl5pPr marL="91757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5pPr>
            <a:lvl6pPr marL="15414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6pPr>
            <a:lvl7pPr marL="19986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7pPr>
            <a:lvl8pPr marL="24558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8pPr>
            <a:lvl9pPr marL="29130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9pPr>
          </a:lstStyle>
          <a:p>
            <a:pPr marL="203787" lvl="2" indent="-203787" algn="l">
              <a:lnSpc>
                <a:spcPct val="150000"/>
              </a:lnSpc>
              <a:buFont typeface="Arial" panose="020B0604020202020204" pitchFamily="34" charset="0"/>
              <a:buChar char="•"/>
              <a:defRPr/>
            </a:pPr>
            <a:r>
              <a:rPr lang="zh-CN" altLang="en-US"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公募基金产品</a:t>
            </a: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依照有关法规以及《基金合同》</a:t>
            </a:r>
            <a:r>
              <a:rPr lang="en-US"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并经中国证监会许可注册设立，中国证监会的注册不代表中国证监会对基金的风险和收益做出实质性判断、推荐或保证。基金的《基金合同》等法律文件通过指定报刊和基金管理人的互联网网站进行公开披露。</a:t>
            </a:r>
          </a:p>
          <a:p>
            <a:pPr marL="203787" lvl="2" indent="-203787" algn="l">
              <a:lnSpc>
                <a:spcPct val="150000"/>
              </a:lnSpc>
              <a:buFont typeface="Arial" panose="020B0604020202020204" pitchFamily="34" charset="0"/>
              <a:buChar char="•"/>
              <a:defRPr/>
            </a:pP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基金投资于证券市场，基金净值会因为证券市场波动等因素产生波动。基金有风险，销售机构根据法规要求对投资者类别、风险承受能力和基金的风险等级进行划分，并提出适当性匹配意见。投资者在投资基金前应认真阅读《基金合同》和《招募说明书》等基金法律文件，全面认识基金产品的风险收益特征，在了解产品情况及听取销售机构适当性意见的基础上，根据自身的风险承受能力、投资期限和投资目标，对基金投资作出独立决策，选择合适的基金产品</a:t>
            </a:r>
          </a:p>
          <a:p>
            <a:pPr marL="203787" lvl="2" indent="-203787" algn="l">
              <a:lnSpc>
                <a:spcPct val="150000"/>
              </a:lnSpc>
              <a:buFont typeface="Arial" panose="020B0604020202020204" pitchFamily="34" charset="0"/>
              <a:buChar char="•"/>
              <a:defRPr/>
            </a:pP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基金以一元初始面值发售，这不会改变基金的风险收益特征，也不会降低基金的投资风险或提高基金的投资效益。在市场波动等因素的影响下，基金投资仍有可能出现亏损或基金净值仍有可能低于初始面值。</a:t>
            </a:r>
          </a:p>
          <a:p>
            <a:pPr marL="203787" lvl="2" indent="-203787" algn="l">
              <a:lnSpc>
                <a:spcPct val="150000"/>
              </a:lnSpc>
              <a:buFont typeface="Arial" panose="020B0604020202020204" pitchFamily="34" charset="0"/>
              <a:buChar char="•"/>
              <a:defRPr/>
            </a:pP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基金管理人承诺以诚实信用，勤勉尽责的原则管理和运用基金资产，但不保证基金一定盈利，也不保证最低收益。基金的过往业绩及其净值高低并不预示其未来业绩表现，基金管理人管理的其他基金业绩也不构成基金业绩表现的保证。投资者在作出基金投资决策时应认同</a:t>
            </a:r>
            <a:r>
              <a:rPr lang="en-US"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买者自负</a:t>
            </a:r>
            <a:r>
              <a:rPr lang="en-US"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a:t>
            </a: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原则，在做出基金投资决策后，基金运营状况与基金净值变化导致的投资风险及亏损，由投资者自行承担</a:t>
            </a:r>
            <a:r>
              <a:rPr lang="zh-CN" altLang="en-US"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a:t>
            </a:r>
            <a:endPar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marL="203787" lvl="2" indent="-203787" algn="l">
              <a:lnSpc>
                <a:spcPct val="150000"/>
              </a:lnSpc>
              <a:buFont typeface="Arial" panose="020B0604020202020204" pitchFamily="34" charset="0"/>
              <a:buChar char="•"/>
              <a:defRPr/>
            </a:pPr>
            <a:r>
              <a:rPr lang="zh-CN" altLang="zh-CN"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rPr>
              <a:t>投资者应当通过基金管理人或具有基金销售业务资格的其他机构购买赎回基金，具体销售机构名单详见基金的相关公告。</a:t>
            </a:r>
            <a:endParaRPr lang="zh-CN" altLang="en-US" sz="800" b="0" kern="0" dirty="0">
              <a:solidFill>
                <a:prstClr val="black"/>
              </a:solidFill>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
        <p:nvSpPr>
          <p:cNvPr id="8" name="内容占位符 2"/>
          <p:cNvSpPr txBox="1">
            <a:spLocks/>
          </p:cNvSpPr>
          <p:nvPr/>
        </p:nvSpPr>
        <p:spPr bwMode="auto">
          <a:xfrm>
            <a:off x="5472113" y="1256856"/>
            <a:ext cx="3338400" cy="29893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ts val="1800"/>
              </a:lnSpc>
              <a:spcBef>
                <a:spcPts val="0"/>
              </a:spcBef>
              <a:spcAft>
                <a:spcPct val="0"/>
              </a:spcAft>
              <a:buClrTx/>
              <a:buSzTx/>
              <a:buFontTx/>
              <a:buNone/>
              <a:tabLst/>
              <a:defRPr sz="1500" b="0" baseline="0">
                <a:solidFill>
                  <a:srgbClr val="005096"/>
                </a:solidFill>
                <a:latin typeface="华文黑体"/>
                <a:ea typeface="华文黑体"/>
                <a:cs typeface="华文细黑"/>
              </a:defRPr>
            </a:lvl1pPr>
            <a:lvl2pPr marL="0" indent="0" algn="l" rtl="0" fontAlgn="base">
              <a:lnSpc>
                <a:spcPts val="2400"/>
              </a:lnSpc>
              <a:spcBef>
                <a:spcPts val="0"/>
              </a:spcBef>
              <a:spcAft>
                <a:spcPct val="0"/>
              </a:spcAft>
              <a:buClr>
                <a:srgbClr val="5F294F"/>
              </a:buClr>
              <a:buFontTx/>
              <a:buNone/>
              <a:defRPr sz="1500" b="1" baseline="0">
                <a:solidFill>
                  <a:schemeClr val="bg1"/>
                </a:solidFill>
                <a:latin typeface="Arial"/>
                <a:ea typeface="华文细黑"/>
                <a:cs typeface="华文细黑"/>
              </a:defRPr>
            </a:lvl2pPr>
            <a:lvl3pPr marL="39687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3pPr>
            <a:lvl4pPr marL="63182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4pPr>
            <a:lvl5pPr marL="91757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5pPr>
            <a:lvl6pPr marL="15414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6pPr>
            <a:lvl7pPr marL="19986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7pPr>
            <a:lvl8pPr marL="24558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8pPr>
            <a:lvl9pPr marL="29130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9pPr>
          </a:lstStyle>
          <a:p>
            <a:pPr marL="203787" lvl="2" indent="-203787" algn="l">
              <a:lnSpc>
                <a:spcPct val="150000"/>
              </a:lnSpc>
              <a:buFont typeface="Arial" panose="020B0604020202020204" pitchFamily="34" charset="0"/>
              <a:buChar char="•"/>
              <a:defRPr/>
            </a:pPr>
            <a:r>
              <a:rPr lang="zh-CN" altLang="zh-CN" sz="800" b="0" dirty="0">
                <a:latin typeface="Arial" panose="020B0604020202020204" pitchFamily="34" charset="0"/>
                <a:ea typeface="华文黑体_易方达" panose="02010600040101010101" pitchFamily="2" charset="-122"/>
                <a:cs typeface="Arial" panose="020B0604020202020204" pitchFamily="34" charset="0"/>
              </a:rPr>
              <a:t>本报告仅为一般性情况介绍，不构成要约或要约邀请，报告中所包含的数据信息及观点等不作为任何投资建议或收益暗示及担保。本公司（指易方达基金管理有限公司，下同）不会对任何投资者使用本报告或报告载明的内容产生的直接或间接损失承担任何责任。</a:t>
            </a:r>
          </a:p>
          <a:p>
            <a:pPr marL="203787" lvl="2" indent="-203787" algn="l">
              <a:lnSpc>
                <a:spcPct val="150000"/>
              </a:lnSpc>
              <a:buFont typeface="Arial" panose="020B0604020202020204" pitchFamily="34" charset="0"/>
              <a:buChar char="•"/>
              <a:defRPr/>
            </a:pPr>
            <a:r>
              <a:rPr lang="zh-CN" altLang="zh-CN" sz="800" b="0" dirty="0">
                <a:latin typeface="Arial" panose="020B0604020202020204" pitchFamily="34" charset="0"/>
                <a:ea typeface="华文黑体_易方达" panose="02010600040101010101" pitchFamily="2" charset="-122"/>
                <a:cs typeface="Arial" panose="020B0604020202020204" pitchFamily="34" charset="0"/>
              </a:rPr>
              <a:t>未经本公司授权，本报告的任何部分均不得以任何方式制作任何形式的拷贝、复印件或复制品，或再次分发、披露给任何第三方，或以任何侵犯本公司版权的其他方式使用。任何本公司以外的机构或个人发送、披露本报告的，则由其自行承担由此产生的全部责任。</a:t>
            </a:r>
          </a:p>
          <a:p>
            <a:pPr marL="203787" lvl="2" indent="-203787" algn="l">
              <a:lnSpc>
                <a:spcPct val="150000"/>
              </a:lnSpc>
              <a:buFont typeface="Arial" panose="020B0604020202020204" pitchFamily="34" charset="0"/>
              <a:buChar char="•"/>
              <a:defRPr/>
            </a:pPr>
            <a:r>
              <a:rPr lang="zh-CN" altLang="zh-CN" sz="800" b="0" dirty="0">
                <a:latin typeface="Arial" panose="020B0604020202020204" pitchFamily="34" charset="0"/>
                <a:ea typeface="华文黑体_易方达" panose="02010600040101010101" pitchFamily="2" charset="-122"/>
                <a:cs typeface="Arial" panose="020B0604020202020204" pitchFamily="34" charset="0"/>
              </a:rPr>
              <a:t>本报告所载信息的来源被认为是可靠的，但本公司不保证其准确性或完整性，且并不对使用本报告所包含的信息产生的任何直接或间接损失或与此有关的其他损失承担任何责任。本报告所载的观点、预测等信息反映的是特定时间、特定环境下的判断，这些判断存在发生变动的可能，本公司并无义务保证随时将最新资料、观点及预测及时对外传递。</a:t>
            </a:r>
          </a:p>
        </p:txBody>
      </p:sp>
    </p:spTree>
    <p:extLst>
      <p:ext uri="{BB962C8B-B14F-4D97-AF65-F5344CB8AC3E}">
        <p14:creationId xmlns:p14="http://schemas.microsoft.com/office/powerpoint/2010/main" val="9683570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363151" y="211632"/>
            <a:ext cx="6943503" cy="268047"/>
          </a:xfrm>
        </p:spPr>
        <p:txBody>
          <a:bodyPr/>
          <a:lstStyle/>
          <a:p>
            <a:r>
              <a:rPr lang="en-US" altLang="zh-CN" b="1" dirty="0">
                <a:latin typeface="+mn-lt"/>
                <a:cs typeface="Arial" panose="020B0604020202020204" pitchFamily="34" charset="0"/>
              </a:rPr>
              <a:t>Risk Reminder and Disclaimer </a:t>
            </a:r>
            <a:r>
              <a:rPr lang="en-US" altLang="zh-CN" sz="1800" b="1" dirty="0">
                <a:latin typeface="+mn-lt"/>
                <a:cs typeface="Arial" panose="020B0604020202020204" pitchFamily="34" charset="0"/>
              </a:rPr>
              <a:t>(for mutual funds)</a:t>
            </a:r>
            <a:endParaRPr lang="zh-CN" altLang="en-US" sz="1800" b="1" dirty="0">
              <a:latin typeface="+mn-lt"/>
              <a:cs typeface="Arial" panose="020B0604020202020204" pitchFamily="34" charset="0"/>
            </a:endParaRPr>
          </a:p>
        </p:txBody>
      </p:sp>
      <p:sp>
        <p:nvSpPr>
          <p:cNvPr id="7" name="内容占位符 2"/>
          <p:cNvSpPr txBox="1">
            <a:spLocks/>
          </p:cNvSpPr>
          <p:nvPr/>
        </p:nvSpPr>
        <p:spPr bwMode="auto">
          <a:xfrm>
            <a:off x="363151" y="1277938"/>
            <a:ext cx="4280287" cy="329910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0" numCol="1" anchor="t" anchorCtr="0" compatLnSpc="1">
            <a:prstTxWarp prst="textNoShape">
              <a:avLst/>
            </a:prstTxWarp>
          </a:bodyPr>
          <a:lstStyle>
            <a:lvl1pPr marL="0" indent="-342900" algn="l" rtl="0" fontAlgn="base">
              <a:spcBef>
                <a:spcPts val="0"/>
              </a:spcBef>
              <a:spcAft>
                <a:spcPct val="0"/>
              </a:spcAft>
              <a:defRPr sz="3600" b="1" baseline="0">
                <a:solidFill>
                  <a:schemeClr val="bg1"/>
                </a:solidFill>
                <a:latin typeface="Arial"/>
                <a:ea typeface="华文细黑"/>
                <a:cs typeface="华文细黑"/>
              </a:defRPr>
            </a:lvl1pPr>
            <a:lvl2pPr marL="0" indent="0" algn="l" rtl="0" fontAlgn="base">
              <a:lnSpc>
                <a:spcPts val="2400"/>
              </a:lnSpc>
              <a:spcBef>
                <a:spcPts val="0"/>
              </a:spcBef>
              <a:spcAft>
                <a:spcPct val="0"/>
              </a:spcAft>
              <a:buClr>
                <a:srgbClr val="5F294F"/>
              </a:buClr>
              <a:buFontTx/>
              <a:buNone/>
              <a:defRPr sz="1500" b="1" baseline="0">
                <a:solidFill>
                  <a:schemeClr val="bg1"/>
                </a:solidFill>
                <a:latin typeface="Arial"/>
                <a:ea typeface="华文细黑"/>
                <a:cs typeface="华文细黑"/>
              </a:defRPr>
            </a:lvl2pPr>
            <a:lvl3pPr marL="39687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3pPr>
            <a:lvl4pPr marL="63182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4pPr>
            <a:lvl5pPr marL="917575" indent="0" algn="just" rtl="0" fontAlgn="base">
              <a:spcBef>
                <a:spcPct val="0"/>
              </a:spcBef>
              <a:spcAft>
                <a:spcPct val="0"/>
              </a:spcAft>
              <a:buClr>
                <a:srgbClr val="5F294F"/>
              </a:buClr>
              <a:buFontTx/>
              <a:buNone/>
              <a:defRPr sz="1500" b="1" baseline="0">
                <a:solidFill>
                  <a:schemeClr val="tx1"/>
                </a:solidFill>
                <a:latin typeface="Arial"/>
                <a:ea typeface="华文细黑"/>
                <a:cs typeface="华文细黑"/>
              </a:defRPr>
            </a:lvl5pPr>
            <a:lvl6pPr marL="15414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6pPr>
            <a:lvl7pPr marL="19986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7pPr>
            <a:lvl8pPr marL="24558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8pPr>
            <a:lvl9pPr marL="2913063" indent="-166688" algn="l" rtl="0" eaLnBrk="1" fontAlgn="base" hangingPunct="1">
              <a:spcBef>
                <a:spcPct val="0"/>
              </a:spcBef>
              <a:spcAft>
                <a:spcPct val="0"/>
              </a:spcAft>
              <a:buClr>
                <a:srgbClr val="5F294F"/>
              </a:buClr>
              <a:buFont typeface="Times" charset="0"/>
              <a:buChar char="•"/>
              <a:defRPr sz="2000">
                <a:solidFill>
                  <a:srgbClr val="747679"/>
                </a:solidFill>
                <a:latin typeface="+mn-lt"/>
                <a:ea typeface="+mn-ea"/>
              </a:defRPr>
            </a:lvl9pPr>
          </a:lstStyle>
          <a:p>
            <a:pPr marL="85725" lvl="2" indent="-85725">
              <a:lnSpc>
                <a:spcPct val="150000"/>
              </a:lnSpc>
              <a:buFont typeface="Arial" panose="020B0604020202020204" pitchFamily="34" charset="0"/>
              <a:buChar char="•"/>
              <a:defRPr/>
            </a:pPr>
            <a:r>
              <a:rPr lang="en-US" altLang="zh-CN" sz="600" b="0" kern="0" dirty="0" smtClean="0">
                <a:solidFill>
                  <a:prstClr val="black"/>
                </a:solidFill>
                <a:ea typeface="华文黑体_易方达" panose="02010600040101010101" pitchFamily="2" charset="-122"/>
                <a:cs typeface="华文黑体" panose="02010600040101010101" pitchFamily="2" charset="-122"/>
              </a:rPr>
              <a:t>Mutual </a:t>
            </a:r>
            <a:r>
              <a:rPr lang="en-US" altLang="zh-CN" sz="600" b="0" kern="0" dirty="0">
                <a:solidFill>
                  <a:prstClr val="black"/>
                </a:solidFill>
                <a:ea typeface="华文黑体_易方达" panose="02010600040101010101" pitchFamily="2" charset="-122"/>
                <a:cs typeface="华文黑体" panose="02010600040101010101" pitchFamily="2" charset="-122"/>
              </a:rPr>
              <a:t>fund products are registered and established upon approval by CSRC and in accordance with the relevant laws and regulations and the Fund Contract. The registration at CSRC does not represent any substantive judgment, recommendation or guarantee by CSRC regarding the risks and returns of the fund. The legal documents pertaining to the fund, such as the Fund Contract, are disclosed to the public via the websites of designated publications and fund managers.</a:t>
            </a:r>
          </a:p>
          <a:p>
            <a:pPr marL="85725" lvl="2" indent="-85725">
              <a:lnSpc>
                <a:spcPct val="150000"/>
              </a:lnSpc>
              <a:buFont typeface="Arial" panose="020B0604020202020204" pitchFamily="34" charset="0"/>
              <a:buChar char="•"/>
              <a:defRPr/>
            </a:pPr>
            <a:r>
              <a:rPr lang="en-US" altLang="zh-CN" sz="600" b="0" kern="0" dirty="0" smtClean="0">
                <a:solidFill>
                  <a:prstClr val="black"/>
                </a:solidFill>
                <a:ea typeface="华文黑体_易方达" panose="02010600040101010101" pitchFamily="2" charset="-122"/>
                <a:cs typeface="华文黑体" panose="02010600040101010101" pitchFamily="2" charset="-122"/>
              </a:rPr>
              <a:t>The </a:t>
            </a:r>
            <a:r>
              <a:rPr lang="en-US" altLang="zh-CN" sz="600" b="0" kern="0" dirty="0">
                <a:solidFill>
                  <a:prstClr val="black"/>
                </a:solidFill>
                <a:ea typeface="华文黑体_易方达" panose="02010600040101010101" pitchFamily="2" charset="-122"/>
                <a:cs typeface="华文黑体" panose="02010600040101010101" pitchFamily="2" charset="-122"/>
              </a:rPr>
              <a:t>net value of a fund, which invests in the securities market, will fluctuate as a result of various factors such as fluctuations in the securities market. Funds involve risks. Before investing in a fund, the investor should study carefully the disclosure documents such as the prospectus and fund contract, understand thoroughly the risk-return characteristics and product features of the fund product, consider fully the investor’s own risk tolerance level, form rational judgments of the market, independently determine the fund’s investment value, make independent decisions for investment activities including the intent, timing, quantity, etc. of subscription (or purchase) of the fund,  and be prepared to bear the various investment risks involved in fund investments.</a:t>
            </a:r>
          </a:p>
          <a:p>
            <a:pPr marL="85725" lvl="2" indent="-85725">
              <a:lnSpc>
                <a:spcPct val="150000"/>
              </a:lnSpc>
              <a:buFont typeface="Arial" panose="020B0604020202020204" pitchFamily="34" charset="0"/>
              <a:buChar char="•"/>
              <a:defRPr/>
            </a:pPr>
            <a:r>
              <a:rPr lang="en-US" altLang="zh-CN" sz="600" b="0" kern="0" dirty="0" smtClean="0">
                <a:solidFill>
                  <a:prstClr val="black"/>
                </a:solidFill>
                <a:ea typeface="华文黑体_易方达" panose="02010600040101010101" pitchFamily="2" charset="-122"/>
                <a:cs typeface="华文黑体" panose="02010600040101010101" pitchFamily="2" charset="-122"/>
              </a:rPr>
              <a:t>The </a:t>
            </a:r>
            <a:r>
              <a:rPr lang="en-US" altLang="zh-CN" sz="600" b="0" kern="0" dirty="0">
                <a:solidFill>
                  <a:prstClr val="black"/>
                </a:solidFill>
                <a:ea typeface="华文黑体_易方达" panose="02010600040101010101" pitchFamily="2" charset="-122"/>
                <a:cs typeface="华文黑体" panose="02010600040101010101" pitchFamily="2" charset="-122"/>
              </a:rPr>
              <a:t>fund is sold at an initial par value of RMB one </a:t>
            </a:r>
            <a:r>
              <a:rPr lang="en-US" altLang="zh-CN" sz="600" b="0" kern="0" dirty="0" err="1">
                <a:solidFill>
                  <a:prstClr val="black"/>
                </a:solidFill>
                <a:ea typeface="华文黑体_易方达" panose="02010600040101010101" pitchFamily="2" charset="-122"/>
                <a:cs typeface="华文黑体" panose="02010600040101010101" pitchFamily="2" charset="-122"/>
              </a:rPr>
              <a:t>yuan</a:t>
            </a:r>
            <a:r>
              <a:rPr lang="en-US" altLang="zh-CN" sz="600" b="0" kern="0" dirty="0">
                <a:solidFill>
                  <a:prstClr val="black"/>
                </a:solidFill>
                <a:ea typeface="华文黑体_易方达" panose="02010600040101010101" pitchFamily="2" charset="-122"/>
                <a:cs typeface="华文黑体" panose="02010600040101010101" pitchFamily="2" charset="-122"/>
              </a:rPr>
              <a:t>. This will not change the risk-return characteristics of the fund, nor will it reduce the investment risks or enhance the investment results of the fund. Under the influence of factors such as market fluctuations, the investment in a fund may result in a loss, or the net value of a fund may be lower than the initial par value.</a:t>
            </a:r>
          </a:p>
          <a:p>
            <a:pPr marL="85725" lvl="2" indent="-85725">
              <a:lnSpc>
                <a:spcPct val="150000"/>
              </a:lnSpc>
              <a:buFont typeface="Arial" panose="020B0604020202020204" pitchFamily="34" charset="0"/>
              <a:buChar char="•"/>
              <a:defRPr/>
            </a:pPr>
            <a:r>
              <a:rPr lang="en-US" altLang="zh-CN" sz="600" b="0" kern="0" dirty="0" smtClean="0">
                <a:solidFill>
                  <a:prstClr val="black"/>
                </a:solidFill>
                <a:ea typeface="华文黑体_易方达" panose="02010600040101010101" pitchFamily="2" charset="-122"/>
                <a:cs typeface="华文黑体" panose="02010600040101010101" pitchFamily="2" charset="-122"/>
              </a:rPr>
              <a:t>The </a:t>
            </a:r>
            <a:r>
              <a:rPr lang="en-US" altLang="zh-CN" sz="600" b="0" kern="0" dirty="0">
                <a:solidFill>
                  <a:prstClr val="black"/>
                </a:solidFill>
                <a:ea typeface="华文黑体_易方达" panose="02010600040101010101" pitchFamily="2" charset="-122"/>
                <a:cs typeface="华文黑体" panose="02010600040101010101" pitchFamily="2" charset="-122"/>
              </a:rPr>
              <a:t>fund manager undertakes to adhere to the principles of honesty, integrity, diligence and conscientiousness in managing and utilizing the fund assets, but does not guarantee profitability of the fund or any minimum return on the fund. The fund’s past performance and its net value do not foretell its future performance, and the performance of other funds managed by the fund manager does not constitute a guarantee of the performance of a particular fund. Before making decisions on fund investment, the investor should recognize the principle of “the buyer assumes his own responsibility”; after making decisions on fund investment, the investor shall, and bear all investment risks and deficits caused by the operation of the fund and changes in the fund’s asset value.</a:t>
            </a:r>
          </a:p>
          <a:p>
            <a:pPr marL="85725" lvl="2" indent="-85725">
              <a:lnSpc>
                <a:spcPct val="150000"/>
              </a:lnSpc>
              <a:buFont typeface="Arial" panose="020B0604020202020204" pitchFamily="34" charset="0"/>
              <a:buChar char="•"/>
              <a:defRPr/>
            </a:pPr>
            <a:r>
              <a:rPr lang="en-US" altLang="zh-CN" sz="600" b="0" kern="0" dirty="0" smtClean="0">
                <a:solidFill>
                  <a:prstClr val="black"/>
                </a:solidFill>
                <a:ea typeface="华文黑体_易方达" panose="02010600040101010101" pitchFamily="2" charset="-122"/>
                <a:cs typeface="华文黑体" panose="02010600040101010101" pitchFamily="2" charset="-122"/>
              </a:rPr>
              <a:t>The </a:t>
            </a:r>
            <a:r>
              <a:rPr lang="en-US" altLang="zh-CN" sz="600" b="0" kern="0" dirty="0">
                <a:solidFill>
                  <a:prstClr val="black"/>
                </a:solidFill>
                <a:ea typeface="华文黑体_易方达" panose="02010600040101010101" pitchFamily="2" charset="-122"/>
                <a:cs typeface="华文黑体" panose="02010600040101010101" pitchFamily="2" charset="-122"/>
              </a:rPr>
              <a:t>investor should purchase and redeem funds via fund managers or other institutions which are qualified to conduct fund sales business. For a list of institutional sellers, please refer to the relevant notices of the fund</a:t>
            </a:r>
            <a:r>
              <a:rPr lang="en-US" altLang="zh-CN" sz="600" b="0" kern="0" dirty="0" smtClean="0">
                <a:solidFill>
                  <a:prstClr val="black"/>
                </a:solidFill>
                <a:ea typeface="华文黑体_易方达" panose="02010600040101010101" pitchFamily="2" charset="-122"/>
                <a:cs typeface="华文黑体" panose="02010600040101010101" pitchFamily="2" charset="-122"/>
              </a:rPr>
              <a:t>.</a:t>
            </a:r>
          </a:p>
          <a:p>
            <a:pPr marL="85725" lvl="2" indent="-85725">
              <a:lnSpc>
                <a:spcPct val="150000"/>
              </a:lnSpc>
              <a:buFont typeface="Arial" panose="020B0604020202020204" pitchFamily="34" charset="0"/>
              <a:buChar char="•"/>
              <a:defRPr/>
            </a:pPr>
            <a:endParaRPr lang="en-US" altLang="zh-CN" sz="600" b="0" kern="0" dirty="0">
              <a:solidFill>
                <a:prstClr val="black"/>
              </a:solidFill>
              <a:ea typeface="华文黑体_易方达" panose="02010600040101010101" pitchFamily="2" charset="-122"/>
              <a:cs typeface="华文黑体" panose="02010600040101010101" pitchFamily="2" charset="-122"/>
            </a:endParaRPr>
          </a:p>
        </p:txBody>
      </p:sp>
      <p:sp>
        <p:nvSpPr>
          <p:cNvPr id="2" name="矩形 1"/>
          <p:cNvSpPr/>
          <p:nvPr/>
        </p:nvSpPr>
        <p:spPr>
          <a:xfrm>
            <a:off x="5388124" y="1277938"/>
            <a:ext cx="3324076" cy="2723823"/>
          </a:xfrm>
          <a:prstGeom prst="rect">
            <a:avLst/>
          </a:prstGeom>
        </p:spPr>
        <p:txBody>
          <a:bodyPr wrap="square">
            <a:spAutoFit/>
          </a:bodyPr>
          <a:lstStyle/>
          <a:p>
            <a:pPr marL="85725" lvl="2" indent="-85725" algn="just">
              <a:lnSpc>
                <a:spcPct val="150000"/>
              </a:lnSpc>
              <a:buFont typeface="Arial" panose="020B0604020202020204" pitchFamily="34" charset="0"/>
              <a:buChar char="•"/>
              <a:defRPr/>
            </a:pPr>
            <a:r>
              <a:rPr lang="en-US" altLang="zh-CN" sz="600" kern="0" dirty="0">
                <a:solidFill>
                  <a:prstClr val="black"/>
                </a:solidFill>
                <a:ea typeface="华文黑体_易方达" panose="02010600040101010101" pitchFamily="2" charset="-122"/>
                <a:cs typeface="华文黑体" panose="02010600040101010101" pitchFamily="2" charset="-122"/>
              </a:rPr>
              <a:t>This report serves solely as a general introduction and does not constitute an offer or invitation to treat. The data, information and opinions contained in this report do not serve as any investment advice or any suggestion or guarantee of profit or return. E Fund Management Company Limited (hereinafter “the Company”) shall not assume any liability for any direct or indirect loss or damage arising from the use of this report or the contents thereof by any investor.  </a:t>
            </a:r>
          </a:p>
          <a:p>
            <a:pPr marL="85725" lvl="2" indent="-85725" algn="just">
              <a:lnSpc>
                <a:spcPct val="150000"/>
              </a:lnSpc>
              <a:buFont typeface="Arial" panose="020B0604020202020204" pitchFamily="34" charset="0"/>
              <a:buChar char="•"/>
              <a:defRPr/>
            </a:pPr>
            <a:r>
              <a:rPr lang="en-US" altLang="zh-CN" sz="600" kern="0" dirty="0">
                <a:solidFill>
                  <a:prstClr val="black"/>
                </a:solidFill>
                <a:ea typeface="华文黑体_易方达" panose="02010600040101010101" pitchFamily="2" charset="-122"/>
                <a:cs typeface="华文黑体" panose="02010600040101010101" pitchFamily="2" charset="-122"/>
              </a:rPr>
              <a:t>Unless 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p>
          <a:p>
            <a:pPr marL="85725" lvl="2" indent="-85725" algn="just">
              <a:lnSpc>
                <a:spcPct val="150000"/>
              </a:lnSpc>
              <a:buFont typeface="Arial" panose="020B0604020202020204" pitchFamily="34" charset="0"/>
              <a:buChar char="•"/>
              <a:defRPr/>
            </a:pPr>
            <a:r>
              <a:rPr lang="en-US" altLang="zh-CN" sz="600" kern="0" dirty="0">
                <a:solidFill>
                  <a:prstClr val="black"/>
                </a:solidFill>
                <a:ea typeface="华文黑体_易方达" panose="02010600040101010101" pitchFamily="2" charset="-122"/>
                <a:cs typeface="华文黑体" panose="02010600040101010101" pitchFamily="2" charset="-122"/>
              </a:rPr>
              <a:t>•Although the sources of information contained in this report are considered reliable, the Company does not guarantee the accuracy or completeness of such information and assumes no liability whatsoever for any direct or indirect loss or damage arising from the use of the information contained in this report or for any other loss or damage in connection therewith. The opinions and predictions contained in this report reflect judgments made at specific points of time under specific circumstances, and these judgments are subject to changes. The Company is under no obligation to ensure at any time the prompt external delivery of up-to-date information, opinions or predictions.</a:t>
            </a:r>
          </a:p>
        </p:txBody>
      </p:sp>
    </p:spTree>
    <p:extLst>
      <p:ext uri="{BB962C8B-B14F-4D97-AF65-F5344CB8AC3E}">
        <p14:creationId xmlns:p14="http://schemas.microsoft.com/office/powerpoint/2010/main" val="2279468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151" y="211632"/>
            <a:ext cx="5983861" cy="268047"/>
          </a:xfrm>
        </p:spPr>
        <p:txBody>
          <a:bodyPr/>
          <a:lstStyle/>
          <a:p>
            <a:r>
              <a:rPr lang="zh-CN" altLang="zh-CN" b="1" dirty="0">
                <a:latin typeface="Arial" panose="020B0604020202020204" pitchFamily="34" charset="0"/>
                <a:ea typeface="华文黑体_易方达" panose="02010600040101010101" pitchFamily="2" charset="-122"/>
                <a:cs typeface="Arial" panose="020B0604020202020204" pitchFamily="34" charset="0"/>
              </a:rPr>
              <a:t>风险提示</a:t>
            </a:r>
            <a:r>
              <a:rPr lang="zh-CN" altLang="en-US" b="1" dirty="0">
                <a:latin typeface="Arial" panose="020B0604020202020204" pitchFamily="34" charset="0"/>
                <a:ea typeface="华文黑体_易方达" panose="02010600040101010101" pitchFamily="2" charset="-122"/>
                <a:cs typeface="Arial" panose="020B0604020202020204" pitchFamily="34" charset="0"/>
              </a:rPr>
              <a:t>及免责声明</a:t>
            </a:r>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a:t>
            </a:r>
            <a:r>
              <a:rPr lang="zh-CN" altLang="en-US" dirty="0">
                <a:latin typeface="Arial" panose="020B0604020202020204" pitchFamily="34" charset="0"/>
                <a:cs typeface="Arial" panose="020B0604020202020204" pitchFamily="34" charset="0"/>
              </a:rPr>
              <a:t>专</a:t>
            </a:r>
            <a:r>
              <a:rPr lang="zh-CN" altLang="en-US" dirty="0" smtClean="0">
                <a:latin typeface="Arial" panose="020B0604020202020204" pitchFamily="34" charset="0"/>
                <a:cs typeface="Arial" panose="020B0604020202020204" pitchFamily="34" charset="0"/>
              </a:rPr>
              <a:t>户产品适用</a:t>
            </a:r>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a:t>
            </a:r>
            <a:endParaRPr lang="zh-CN" altLang="en-US" b="1" dirty="0">
              <a:latin typeface="Arial" panose="020B0604020202020204" pitchFamily="34" charset="0"/>
              <a:ea typeface="华文黑体_易方达" panose="02010600040101010101" pitchFamily="2" charset="-122"/>
              <a:cs typeface="Arial" panose="020B0604020202020204" pitchFamily="34" charset="0"/>
            </a:endParaRPr>
          </a:p>
        </p:txBody>
      </p:sp>
      <p:sp>
        <p:nvSpPr>
          <p:cNvPr id="5" name="矩形 4"/>
          <p:cNvSpPr/>
          <p:nvPr/>
        </p:nvSpPr>
        <p:spPr bwMode="auto">
          <a:xfrm>
            <a:off x="-1495514" y="0"/>
            <a:ext cx="1428153" cy="776884"/>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eaLnBrk="0" latinLnBrk="0" hangingPunct="0">
              <a:lnSpc>
                <a:spcPct val="100000"/>
              </a:lnSpc>
              <a:buClrTx/>
              <a:buSzTx/>
              <a:buFontTx/>
              <a:buNone/>
              <a:tabLst/>
            </a:pPr>
            <a:r>
              <a:rPr lang="zh-CN" altLang="en-US" sz="1000" b="1" dirty="0">
                <a:solidFill>
                  <a:schemeClr val="bg1"/>
                </a:solidFill>
                <a:latin typeface="+mj-ea"/>
                <a:ea typeface="+mj-ea"/>
                <a:cs typeface="Arial" panose="020B0604020202020204" pitchFamily="34" charset="0"/>
              </a:rPr>
              <a:t>风险提示页规则</a:t>
            </a:r>
            <a:endParaRPr lang="en-US" altLang="zh-CN" sz="1000" b="1" dirty="0">
              <a:solidFill>
                <a:schemeClr val="bg1"/>
              </a:solidFill>
              <a:latin typeface="+mj-ea"/>
              <a:ea typeface="+mj-ea"/>
              <a:cs typeface="Arial" panose="020B0604020202020204" pitchFamily="34" charset="0"/>
            </a:endParaRPr>
          </a:p>
          <a:p>
            <a:pPr eaLnBrk="0" hangingPunct="0"/>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本页适用于专户、养老金等非公募基金业务的推介材料使用。</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p:txBody>
      </p:sp>
      <p:sp>
        <p:nvSpPr>
          <p:cNvPr id="4" name="内容占位符 3"/>
          <p:cNvSpPr>
            <a:spLocks noGrp="1"/>
          </p:cNvSpPr>
          <p:nvPr>
            <p:ph idx="10"/>
          </p:nvPr>
        </p:nvSpPr>
        <p:spPr>
          <a:xfrm>
            <a:off x="360363" y="1241425"/>
            <a:ext cx="8351837" cy="2995774"/>
          </a:xfrm>
        </p:spPr>
        <p:txBody>
          <a:bodyPr/>
          <a:lstStyle/>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本报告仅向具备一定风险识别和承受能力的特定的合格投资者提供，供其了解本公司（指易方达基金管理有限公司，下同）私募资产管理业</a:t>
            </a:r>
            <a:r>
              <a:rPr lang="zh-CN" altLang="zh-CN" sz="1000" b="0" kern="1200" dirty="0" smtClean="0">
                <a:latin typeface="Arial" panose="020B0604020202020204" pitchFamily="34" charset="0"/>
                <a:ea typeface="华文黑体_易方达" panose="02010600040101010101" pitchFamily="2" charset="-122"/>
                <a:cs typeface="Arial" panose="020B0604020202020204" pitchFamily="34" charset="0"/>
              </a:rPr>
              <a:t>务的</a:t>
            </a: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相关信息。本报告仅为一般性情况介绍，不构成要约或要约邀请。</a:t>
            </a:r>
          </a:p>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私募资管计划属于高风险产品，受托资产在投资过程中可能面临各种风险，包括但不限于：市场风险，流动性风险，管理风险，信用风险，特定投资对象或特定投资方法引发的特定风险，税收风险，以及其他风险等等，投资者面临无法获得收益甚至损失本金的风险。投资者应在充分理解产品内容及风险收益特征的前提下谨慎作出投资决策，并自行承担由此导致的投资风险和损</a:t>
            </a:r>
            <a:r>
              <a:rPr lang="zh-CN" altLang="zh-CN" sz="1000" b="0" kern="1200" dirty="0" smtClean="0">
                <a:latin typeface="Arial" panose="020B0604020202020204" pitchFamily="34" charset="0"/>
                <a:ea typeface="华文黑体_易方达" panose="02010600040101010101" pitchFamily="2" charset="-122"/>
                <a:cs typeface="Arial" panose="020B0604020202020204" pitchFamily="34" charset="0"/>
              </a:rPr>
              <a:t>失</a:t>
            </a:r>
            <a:r>
              <a:rPr lang="zh-CN" altLang="en-US" sz="1000" b="0" kern="1200" dirty="0" smtClean="0">
                <a:latin typeface="Arial" panose="020B0604020202020204" pitchFamily="34" charset="0"/>
                <a:ea typeface="华文黑体_易方达" panose="02010600040101010101" pitchFamily="2" charset="-122"/>
                <a:cs typeface="Arial" panose="020B0604020202020204" pitchFamily="34" charset="0"/>
              </a:rPr>
              <a:t>。</a:t>
            </a:r>
            <a:endParaRPr lang="zh-CN" altLang="zh-CN" sz="1000" b="0" kern="1200" dirty="0">
              <a:latin typeface="Arial" panose="020B0604020202020204" pitchFamily="34" charset="0"/>
              <a:ea typeface="华文黑体_易方达" panose="02010600040101010101" pitchFamily="2" charset="-122"/>
              <a:cs typeface="Arial" panose="020B0604020202020204" pitchFamily="34" charset="0"/>
            </a:endParaRPr>
          </a:p>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本公司不以任何方式保证受托资产一定盈利，也不保证最低收益，本公司及受托资产的过往业绩及其净值高低并不预示未来的业绩表现。本报告内容仅供参考，报告中所包含的数据信息及观点等不作为任何投资建议或收益暗示及担保，投资者在投资前应详细阅读相关产品法律文件或咨询专业顾问意见，本公司不会对任何投资者使用本报告或报告载明的内容产生的直接或间接损失承担任何责任。</a:t>
            </a:r>
          </a:p>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未经本公司授权，本报告的任何部分均不得以任何方式制作任何形式的拷贝、复印件或复制品，或再次分发、披露给任何第三方，或以任何侵犯本公司版权的其他方式使用。任何本公司以外的机构或个人发送、披露本报告的，则由其自行承担由此产生的全部责任。</a:t>
            </a:r>
          </a:p>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本报告所载信息的来源被认为是可靠的，但本公司不保证其准确性或完整性，且并不对使用本报告所包含的信息产生的任何直接或间接损失或与此有关的其他损失承担任何责任。本报告所载的观点、预测等信息反映的是特定时间、特定环境下的判断，这些判断存在发生变动的可能，本公司并无义务保证随时将最新资料、观点及预测及时对外传递。</a:t>
            </a:r>
          </a:p>
          <a:p>
            <a:endParaRPr lang="zh-CN" altLang="en-US" sz="1000" dirty="0">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123380372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151" y="211632"/>
            <a:ext cx="6584580" cy="268047"/>
          </a:xfrm>
        </p:spPr>
        <p:txBody>
          <a:bodyPr/>
          <a:lstStyle/>
          <a:p>
            <a:r>
              <a:rPr lang="en-US" altLang="zh-CN" sz="2000" b="1" dirty="0">
                <a:latin typeface="Arial" panose="020B0604020202020204" pitchFamily="34" charset="0"/>
                <a:cs typeface="Arial" panose="020B0604020202020204" pitchFamily="34" charset="0"/>
              </a:rPr>
              <a:t>Risk Reminder and Disclaimer </a:t>
            </a:r>
            <a:r>
              <a:rPr lang="en-US" altLang="zh-CN" sz="1400" b="1" dirty="0">
                <a:latin typeface="Arial" panose="020B0604020202020204" pitchFamily="34" charset="0"/>
                <a:cs typeface="Arial" panose="020B0604020202020204" pitchFamily="34" charset="0"/>
              </a:rPr>
              <a:t>(for specific qualified investors )</a:t>
            </a:r>
            <a:endParaRPr lang="zh-CN" altLang="en-US" sz="1800" b="1" dirty="0">
              <a:latin typeface="Arial" panose="020B0604020202020204" pitchFamily="34" charset="0"/>
              <a:cs typeface="Arial" panose="020B0604020202020204" pitchFamily="34" charset="0"/>
            </a:endParaRPr>
          </a:p>
        </p:txBody>
      </p:sp>
      <p:sp>
        <p:nvSpPr>
          <p:cNvPr id="4" name="内容占位符 3"/>
          <p:cNvSpPr>
            <a:spLocks noGrp="1"/>
          </p:cNvSpPr>
          <p:nvPr>
            <p:ph idx="10"/>
          </p:nvPr>
        </p:nvSpPr>
        <p:spPr>
          <a:xfrm>
            <a:off x="363151" y="1226618"/>
            <a:ext cx="8030104" cy="2479218"/>
          </a:xfrm>
        </p:spPr>
        <p:txBody>
          <a:bodyPr/>
          <a:lstStyle/>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This </a:t>
            </a:r>
            <a:r>
              <a:rPr lang="en-US" altLang="zh-CN" sz="800" b="0" kern="1200" dirty="0">
                <a:latin typeface="+mn-lt"/>
                <a:ea typeface="华文黑体_易方达" panose="02010600040101010101" pitchFamily="2" charset="-122"/>
                <a:cs typeface="Arial" panose="020B0604020202020204" pitchFamily="34" charset="0"/>
              </a:rPr>
              <a:t>report is provided only to specific qualified investors who possess considerable ability in identifying and tolerating risks, for the purpose of supplying to them information relating to the private asset management business </a:t>
            </a:r>
            <a:r>
              <a:rPr lang="en-US" altLang="zh-CN" sz="800" b="0" kern="1200" dirty="0" smtClean="0">
                <a:latin typeface="+mn-lt"/>
                <a:ea typeface="华文黑体_易方达" panose="02010600040101010101" pitchFamily="2" charset="-122"/>
                <a:cs typeface="Arial" panose="020B0604020202020204" pitchFamily="34" charset="0"/>
              </a:rPr>
              <a:t>of </a:t>
            </a:r>
            <a:r>
              <a:rPr lang="en-US" altLang="zh-CN" sz="800" b="0" kern="1200" dirty="0">
                <a:latin typeface="+mn-lt"/>
                <a:ea typeface="华文黑体_易方达" panose="02010600040101010101" pitchFamily="2" charset="-122"/>
                <a:cs typeface="Arial" panose="020B0604020202020204" pitchFamily="34" charset="0"/>
              </a:rPr>
              <a:t>E Fund Management Company Limited (hereinafter “the Company”). This report serves solely as a general introduction and does not constitute an offer or invitation to treat. </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Private </a:t>
            </a:r>
            <a:r>
              <a:rPr lang="en-US" altLang="zh-CN" sz="800" b="0" kern="1200" dirty="0">
                <a:latin typeface="+mn-lt"/>
                <a:ea typeface="华文黑体_易方达" panose="02010600040101010101" pitchFamily="2" charset="-122"/>
                <a:cs typeface="Arial" panose="020B0604020202020204" pitchFamily="34" charset="0"/>
              </a:rPr>
              <a:t>asset management plans are high-risk products. Entrusted assets may be exposed to various kinds of risks in the course of investment, including but not limited to: market risks, liquidity risks, management risks, credit risks, specific risks arising from specific investment targets or specific investment methods, tax risks, and other risks. The Investor is exposed to the risks of being unable to obtain returns or even suffering loss of capital. The investor should, on the basis of a thorough understanding of the product and its risk-return characteristics, make investment decisions carefully, and shall bear investment risks and loss or damage as a result of such decisions.</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The </a:t>
            </a:r>
            <a:r>
              <a:rPr lang="en-US" altLang="zh-CN" sz="800" b="0" kern="1200" dirty="0">
                <a:latin typeface="+mn-lt"/>
                <a:ea typeface="华文黑体_易方达" panose="02010600040101010101" pitchFamily="2" charset="-122"/>
                <a:cs typeface="Arial" panose="020B0604020202020204" pitchFamily="34" charset="0"/>
              </a:rPr>
              <a:t>Company does not in any way guarantee profitability of the entrusted assets or any minimum return on those assets. The past performance and net value of the Company and entrusted assets do not foretell future performance. The contents of this report are for reference only, and the data, information and opinions contained in this report do not serve as any investment advice or any suggestion or guarantee of profit or return. Before making investments, the investor should study in detail the legal documents for the relevant product or seek professional advice. The Company shall not assume any liability for any direct or indirect loss or damage arising from the use of this report or the contents thereof by any investor.</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Unless </a:t>
            </a:r>
            <a:r>
              <a:rPr lang="en-US" altLang="zh-CN" sz="800" b="0" kern="1200" dirty="0">
                <a:latin typeface="+mn-lt"/>
                <a:ea typeface="华文黑体_易方达" panose="02010600040101010101" pitchFamily="2" charset="-122"/>
                <a:cs typeface="Arial" panose="020B0604020202020204" pitchFamily="34" charset="0"/>
              </a:rPr>
              <a:t>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Although </a:t>
            </a:r>
            <a:r>
              <a:rPr lang="en-US" altLang="zh-CN" sz="800" b="0" kern="1200" dirty="0">
                <a:latin typeface="+mn-lt"/>
                <a:ea typeface="华文黑体_易方达" panose="02010600040101010101" pitchFamily="2" charset="-122"/>
                <a:cs typeface="Arial" panose="020B0604020202020204" pitchFamily="34" charset="0"/>
              </a:rPr>
              <a:t>the sources of information contained in this report are considered reliable, the Company does not guarantee the accuracy or completeness of such information and assumes no liability whatsoever for any direct or indirect loss or damage arising from the use of the information contained in this report or for any other loss or damage in connection therewith. The opinions and predictions contained in this report reflect judgments made at specific points of time under specific circumstances, and these judgments are subject to changes. The Company is under no obligation to ensure at any time the prompt external delivery of up-to-date information, opinions or predictions.</a:t>
            </a:r>
          </a:p>
          <a:p>
            <a:pPr algn="just"/>
            <a:endParaRPr lang="zh-CN" altLang="en-US" sz="800" dirty="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1649403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151" y="211632"/>
            <a:ext cx="5983861" cy="268047"/>
          </a:xfrm>
        </p:spPr>
        <p:txBody>
          <a:bodyPr/>
          <a:lstStyle/>
          <a:p>
            <a:r>
              <a:rPr lang="zh-CN" altLang="zh-CN" b="1" dirty="0">
                <a:latin typeface="Arial" panose="020B0604020202020204" pitchFamily="34" charset="0"/>
                <a:ea typeface="华文黑体_易方达" panose="02010600040101010101" pitchFamily="2" charset="-122"/>
                <a:cs typeface="Arial" panose="020B0604020202020204" pitchFamily="34" charset="0"/>
              </a:rPr>
              <a:t>风险提示</a:t>
            </a:r>
            <a:r>
              <a:rPr lang="zh-CN" altLang="en-US" b="1" dirty="0">
                <a:latin typeface="Arial" panose="020B0604020202020204" pitchFamily="34" charset="0"/>
                <a:ea typeface="华文黑体_易方达" panose="02010600040101010101" pitchFamily="2" charset="-122"/>
                <a:cs typeface="Arial" panose="020B0604020202020204" pitchFamily="34" charset="0"/>
              </a:rPr>
              <a:t>及免责声明</a:t>
            </a:r>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a:t>
            </a:r>
            <a:r>
              <a:rPr lang="zh-CN" altLang="en-US" dirty="0">
                <a:latin typeface="Arial" panose="020B0604020202020204" pitchFamily="34" charset="0"/>
                <a:cs typeface="Arial" panose="020B0604020202020204" pitchFamily="34" charset="0"/>
              </a:rPr>
              <a:t>年</a:t>
            </a:r>
            <a:r>
              <a:rPr lang="zh-CN" altLang="en-US" dirty="0" smtClean="0">
                <a:latin typeface="Arial" panose="020B0604020202020204" pitchFamily="34" charset="0"/>
                <a:cs typeface="Arial" panose="020B0604020202020204" pitchFamily="34" charset="0"/>
              </a:rPr>
              <a:t>金、养老金适用</a:t>
            </a:r>
            <a:r>
              <a:rPr lang="zh-CN" altLang="en-US" b="1" dirty="0" smtClean="0">
                <a:latin typeface="Arial" panose="020B0604020202020204" pitchFamily="34" charset="0"/>
                <a:ea typeface="华文黑体_易方达" panose="02010600040101010101" pitchFamily="2" charset="-122"/>
                <a:cs typeface="Arial" panose="020B0604020202020204" pitchFamily="34" charset="0"/>
              </a:rPr>
              <a:t>）</a:t>
            </a:r>
            <a:endParaRPr lang="zh-CN" altLang="en-US" b="1" dirty="0">
              <a:latin typeface="Arial" panose="020B0604020202020204" pitchFamily="34" charset="0"/>
              <a:ea typeface="华文黑体_易方达" panose="02010600040101010101" pitchFamily="2" charset="-122"/>
              <a:cs typeface="Arial" panose="020B0604020202020204" pitchFamily="34" charset="0"/>
            </a:endParaRPr>
          </a:p>
        </p:txBody>
      </p:sp>
      <p:sp>
        <p:nvSpPr>
          <p:cNvPr id="5" name="矩形 4"/>
          <p:cNvSpPr/>
          <p:nvPr/>
        </p:nvSpPr>
        <p:spPr bwMode="auto">
          <a:xfrm>
            <a:off x="-1495514" y="0"/>
            <a:ext cx="1428153" cy="776884"/>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eaLnBrk="0" latinLnBrk="0" hangingPunct="0">
              <a:lnSpc>
                <a:spcPct val="100000"/>
              </a:lnSpc>
              <a:buClrTx/>
              <a:buSzTx/>
              <a:buFontTx/>
              <a:buNone/>
              <a:tabLst/>
            </a:pPr>
            <a:r>
              <a:rPr lang="zh-CN" altLang="en-US" sz="1000" b="1" dirty="0">
                <a:solidFill>
                  <a:schemeClr val="bg1"/>
                </a:solidFill>
                <a:latin typeface="+mj-ea"/>
                <a:ea typeface="+mj-ea"/>
                <a:cs typeface="Arial" panose="020B0604020202020204" pitchFamily="34" charset="0"/>
              </a:rPr>
              <a:t>风险提示页规则</a:t>
            </a:r>
            <a:endParaRPr lang="en-US" altLang="zh-CN" sz="1000" b="1" dirty="0">
              <a:solidFill>
                <a:schemeClr val="bg1"/>
              </a:solidFill>
              <a:latin typeface="+mj-ea"/>
              <a:ea typeface="+mj-ea"/>
              <a:cs typeface="Arial" panose="020B0604020202020204" pitchFamily="34" charset="0"/>
            </a:endParaRPr>
          </a:p>
          <a:p>
            <a:pPr eaLnBrk="0" hangingPunct="0"/>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本页适用于专户、养老金等非公募基金业务的推介材料使用。</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p:txBody>
      </p:sp>
      <p:sp>
        <p:nvSpPr>
          <p:cNvPr id="4" name="内容占位符 3"/>
          <p:cNvSpPr>
            <a:spLocks noGrp="1"/>
          </p:cNvSpPr>
          <p:nvPr>
            <p:ph idx="10"/>
          </p:nvPr>
        </p:nvSpPr>
        <p:spPr>
          <a:xfrm>
            <a:off x="360363" y="1241425"/>
            <a:ext cx="8351837" cy="2995774"/>
          </a:xfrm>
        </p:spPr>
        <p:txBody>
          <a:bodyPr/>
          <a:lstStyle/>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本报告仅向具备一定风险识别和承受能力的特定的合格投资者提供，供其了解本公司（指易方达基金管理有限公司，下同</a:t>
            </a:r>
            <a:r>
              <a:rPr lang="zh-CN" altLang="zh-CN" sz="1000" b="0" kern="1200" dirty="0" smtClean="0">
                <a:latin typeface="Arial" panose="020B0604020202020204" pitchFamily="34" charset="0"/>
                <a:ea typeface="华文黑体_易方达" panose="02010600040101010101" pitchFamily="2" charset="-122"/>
                <a:cs typeface="Arial" panose="020B0604020202020204" pitchFamily="34" charset="0"/>
              </a:rPr>
              <a:t>）</a:t>
            </a:r>
            <a:r>
              <a:rPr lang="zh-CN" altLang="en-US" sz="1000" b="0" kern="1200" dirty="0">
                <a:latin typeface="Arial" panose="020B0604020202020204" pitchFamily="34" charset="0"/>
                <a:ea typeface="华文黑体_易方达" panose="02010600040101010101" pitchFamily="2" charset="-122"/>
                <a:cs typeface="Arial" panose="020B0604020202020204" pitchFamily="34" charset="0"/>
              </a:rPr>
              <a:t>年金</a:t>
            </a:r>
            <a:r>
              <a:rPr lang="zh-CN" altLang="zh-CN" sz="1000" b="0" kern="1200" dirty="0" smtClean="0">
                <a:latin typeface="Arial" panose="020B0604020202020204" pitchFamily="34" charset="0"/>
                <a:ea typeface="华文黑体_易方达" panose="02010600040101010101" pitchFamily="2" charset="-122"/>
                <a:cs typeface="Arial" panose="020B0604020202020204" pitchFamily="34" charset="0"/>
              </a:rPr>
              <a:t>、</a:t>
            </a: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养老金等业</a:t>
            </a:r>
            <a:r>
              <a:rPr lang="zh-CN" altLang="zh-CN" sz="1000" b="0" kern="1200" dirty="0" smtClean="0">
                <a:latin typeface="Arial" panose="020B0604020202020204" pitchFamily="34" charset="0"/>
                <a:ea typeface="华文黑体_易方达" panose="02010600040101010101" pitchFamily="2" charset="-122"/>
                <a:cs typeface="Arial" panose="020B0604020202020204" pitchFamily="34" charset="0"/>
              </a:rPr>
              <a:t>务的</a:t>
            </a: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相关信息。本报告仅为一般性情况介绍，不构成要约或要约邀请。</a:t>
            </a:r>
          </a:p>
          <a:p>
            <a:pPr marL="203787" lvl="2" indent="-203787" algn="l">
              <a:lnSpc>
                <a:spcPct val="150000"/>
              </a:lnSpc>
              <a:buFont typeface="Arial" panose="020B0604020202020204" pitchFamily="34" charset="0"/>
              <a:buChar char="•"/>
              <a:defRPr/>
            </a:pPr>
            <a:r>
              <a:rPr lang="zh-CN" altLang="en-US" sz="1000" b="0" kern="1200" dirty="0">
                <a:latin typeface="Arial" panose="020B0604020202020204" pitchFamily="34" charset="0"/>
                <a:ea typeface="华文黑体_易方达" panose="02010600040101010101" pitchFamily="2" charset="-122"/>
                <a:cs typeface="Arial" panose="020B0604020202020204" pitchFamily="34" charset="0"/>
              </a:rPr>
              <a:t>年金、养老金产品的</a:t>
            </a:r>
            <a:r>
              <a:rPr lang="zh-CN" altLang="zh-CN" sz="1000" b="0" kern="1200" dirty="0" smtClean="0">
                <a:latin typeface="Arial" panose="020B0604020202020204" pitchFamily="34" charset="0"/>
                <a:ea typeface="华文黑体_易方达" panose="02010600040101010101" pitchFamily="2" charset="-122"/>
                <a:cs typeface="Arial" panose="020B0604020202020204" pitchFamily="34" charset="0"/>
              </a:rPr>
              <a:t>受</a:t>
            </a: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托资产在投资过程中可能面临各种风险，包括但不限于：市场风险，流动性风险，管理风险，信用风险，特定投资对象或特定投资方法引发的特定风险，税收风险，以及其他风险等等，投资者面临无法获得收益甚至损失本金的风险。投资者应在充分理解产品内容及风险收益特征的前提下谨慎作出投资决策，并自行承担由此导致的投资风险和损</a:t>
            </a:r>
            <a:r>
              <a:rPr lang="zh-CN" altLang="zh-CN" sz="1000" b="0" kern="1200" dirty="0" smtClean="0">
                <a:latin typeface="Arial" panose="020B0604020202020204" pitchFamily="34" charset="0"/>
                <a:ea typeface="华文黑体_易方达" panose="02010600040101010101" pitchFamily="2" charset="-122"/>
                <a:cs typeface="Arial" panose="020B0604020202020204" pitchFamily="34" charset="0"/>
              </a:rPr>
              <a:t>失</a:t>
            </a:r>
            <a:r>
              <a:rPr lang="zh-CN" altLang="en-US" sz="1000" b="0" kern="1200" dirty="0" smtClean="0">
                <a:latin typeface="Arial" panose="020B0604020202020204" pitchFamily="34" charset="0"/>
                <a:ea typeface="华文黑体_易方达" panose="02010600040101010101" pitchFamily="2" charset="-122"/>
                <a:cs typeface="Arial" panose="020B0604020202020204" pitchFamily="34" charset="0"/>
              </a:rPr>
              <a:t>。</a:t>
            </a:r>
            <a:endParaRPr lang="zh-CN" altLang="zh-CN" sz="1000" b="0" kern="1200" dirty="0">
              <a:latin typeface="Arial" panose="020B0604020202020204" pitchFamily="34" charset="0"/>
              <a:ea typeface="华文黑体_易方达" panose="02010600040101010101" pitchFamily="2" charset="-122"/>
              <a:cs typeface="Arial" panose="020B0604020202020204" pitchFamily="34" charset="0"/>
            </a:endParaRPr>
          </a:p>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本公司不以任何方式保证受托资产一定盈利，也不保证最低收益，本公司及受托资产的过往业绩及其净值高低并不预示未来的业绩表现。本报告内容仅供参考，报告中所包含的数据信息及观点等不作为任何投资建议或收益暗示及担保，投资者在投资前应详细阅读相关产品法律文件或咨询专业顾问意见，本公司不会对任何投资者使用本报告或报告载明的内容产生的直接或间接损失承担任何责任。</a:t>
            </a:r>
          </a:p>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未经本公司授权，本报告的任何部分均不得以任何方式制作任何形式的拷贝、复印件或复制品，或再次分发、披露给任何第三方，或以任何侵犯本公司版权的其他方式使用。任何本公司以外的机构或个人发送、披露本报告的，则由其自行承担由此产生的全部责任。</a:t>
            </a:r>
          </a:p>
          <a:p>
            <a:pPr marL="203787" lvl="2" indent="-203787" algn="l">
              <a:lnSpc>
                <a:spcPct val="150000"/>
              </a:lnSpc>
              <a:buFont typeface="Arial" panose="020B0604020202020204" pitchFamily="34" charset="0"/>
              <a:buChar char="•"/>
              <a:defRPr/>
            </a:pPr>
            <a:r>
              <a:rPr lang="zh-CN" altLang="zh-CN" sz="1000" b="0" kern="1200" dirty="0">
                <a:latin typeface="Arial" panose="020B0604020202020204" pitchFamily="34" charset="0"/>
                <a:ea typeface="华文黑体_易方达" panose="02010600040101010101" pitchFamily="2" charset="-122"/>
                <a:cs typeface="Arial" panose="020B0604020202020204" pitchFamily="34" charset="0"/>
              </a:rPr>
              <a:t>本报告所载信息的来源被认为是可靠的，但本公司不保证其准确性或完整性，且并不对使用本报告所包含的信息产生的任何直接或间接损失或与此有关的其他损失承担任何责任。本报告所载的观点、预测等信息反映的是特定时间、特定环境下的判断，这些判断存在发生变动的可能，本公司并无义务保证随时将最新资料、观点及预测及时对外传递。</a:t>
            </a:r>
          </a:p>
          <a:p>
            <a:endParaRPr lang="zh-CN" altLang="en-US" sz="1000" dirty="0">
              <a:latin typeface="Arial" panose="020B0604020202020204" pitchFamily="34" charset="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215939111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151" y="211632"/>
            <a:ext cx="6584580" cy="268047"/>
          </a:xfrm>
        </p:spPr>
        <p:txBody>
          <a:bodyPr/>
          <a:lstStyle/>
          <a:p>
            <a:r>
              <a:rPr lang="en-US" altLang="zh-CN" sz="2000" b="1" dirty="0">
                <a:latin typeface="Arial" panose="020B0604020202020204" pitchFamily="34" charset="0"/>
                <a:cs typeface="Arial" panose="020B0604020202020204" pitchFamily="34" charset="0"/>
              </a:rPr>
              <a:t>Risk Reminder and Disclaimer </a:t>
            </a:r>
            <a:r>
              <a:rPr lang="en-US" altLang="zh-CN" sz="1200" b="1" dirty="0">
                <a:latin typeface="Arial" panose="020B0604020202020204" pitchFamily="34" charset="0"/>
                <a:cs typeface="Arial" panose="020B0604020202020204" pitchFamily="34" charset="0"/>
              </a:rPr>
              <a:t>(for </a:t>
            </a:r>
            <a:r>
              <a:rPr lang="en-US" altLang="zh-CN" sz="1200" b="1" dirty="0" smtClean="0">
                <a:latin typeface="Arial" panose="020B0604020202020204" pitchFamily="34" charset="0"/>
                <a:cs typeface="Arial" panose="020B0604020202020204" pitchFamily="34" charset="0"/>
              </a:rPr>
              <a:t>annuity funds </a:t>
            </a:r>
            <a:r>
              <a:rPr lang="en-US" altLang="zh-CN" sz="1200" dirty="0" smtClean="0">
                <a:latin typeface="Arial" panose="020B0604020202020204" pitchFamily="34" charset="0"/>
                <a:cs typeface="Arial" panose="020B0604020202020204" pitchFamily="34" charset="0"/>
              </a:rPr>
              <a:t>and pension funds)</a:t>
            </a:r>
            <a:endParaRPr lang="zh-CN" altLang="en-US" sz="1600" b="1" dirty="0">
              <a:latin typeface="Arial" panose="020B0604020202020204" pitchFamily="34" charset="0"/>
              <a:cs typeface="Arial" panose="020B0604020202020204" pitchFamily="34" charset="0"/>
            </a:endParaRPr>
          </a:p>
        </p:txBody>
      </p:sp>
      <p:sp>
        <p:nvSpPr>
          <p:cNvPr id="4" name="内容占位符 3"/>
          <p:cNvSpPr>
            <a:spLocks noGrp="1"/>
          </p:cNvSpPr>
          <p:nvPr>
            <p:ph idx="10"/>
          </p:nvPr>
        </p:nvSpPr>
        <p:spPr>
          <a:xfrm>
            <a:off x="363150" y="1226618"/>
            <a:ext cx="8349049" cy="2479218"/>
          </a:xfrm>
        </p:spPr>
        <p:txBody>
          <a:bodyPr/>
          <a:lstStyle/>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This </a:t>
            </a:r>
            <a:r>
              <a:rPr lang="en-US" altLang="zh-CN" sz="800" b="0" kern="1200" dirty="0">
                <a:latin typeface="+mn-lt"/>
                <a:ea typeface="华文黑体_易方达" panose="02010600040101010101" pitchFamily="2" charset="-122"/>
                <a:cs typeface="Arial" panose="020B0604020202020204" pitchFamily="34" charset="0"/>
              </a:rPr>
              <a:t>report is provided only to specific qualified investors who possess considerable ability in identifying and tolerating risks, for the purpose of supplying to them information </a:t>
            </a:r>
            <a:r>
              <a:rPr lang="en-US" altLang="zh-CN" sz="800" b="0" kern="1200" dirty="0">
                <a:solidFill>
                  <a:schemeClr val="accent4"/>
                </a:solidFill>
                <a:latin typeface="+mn-lt"/>
                <a:ea typeface="华文黑体_易方达" panose="02010600040101010101" pitchFamily="2" charset="-122"/>
                <a:cs typeface="Arial" panose="020B0604020202020204" pitchFamily="34" charset="0"/>
              </a:rPr>
              <a:t>relating to annuity funds and pension </a:t>
            </a:r>
            <a:r>
              <a:rPr lang="en-US" altLang="zh-CN" sz="800" b="0" kern="1200" dirty="0" smtClean="0">
                <a:solidFill>
                  <a:schemeClr val="accent4"/>
                </a:solidFill>
                <a:latin typeface="+mn-lt"/>
                <a:ea typeface="华文黑体_易方达" panose="02010600040101010101" pitchFamily="2" charset="-122"/>
                <a:cs typeface="Arial" panose="020B0604020202020204" pitchFamily="34" charset="0"/>
              </a:rPr>
              <a:t>funds </a:t>
            </a:r>
            <a:r>
              <a:rPr lang="en-US" altLang="zh-CN" sz="800" b="0" kern="1200" dirty="0" smtClean="0">
                <a:latin typeface="+mn-lt"/>
                <a:ea typeface="华文黑体_易方达" panose="02010600040101010101" pitchFamily="2" charset="-122"/>
                <a:cs typeface="Arial" panose="020B0604020202020204" pitchFamily="34" charset="0"/>
              </a:rPr>
              <a:t>of </a:t>
            </a:r>
            <a:r>
              <a:rPr lang="en-US" altLang="zh-CN" sz="800" b="0" kern="1200" dirty="0">
                <a:latin typeface="+mn-lt"/>
                <a:ea typeface="华文黑体_易方达" panose="02010600040101010101" pitchFamily="2" charset="-122"/>
                <a:cs typeface="Arial" panose="020B0604020202020204" pitchFamily="34" charset="0"/>
              </a:rPr>
              <a:t>E Fund Management Company Limited (hereinafter “the Company”). This report serves solely as a general introduction and does not constitute an offer or invitation to treat. </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Entrusted </a:t>
            </a:r>
            <a:r>
              <a:rPr lang="en-US" altLang="zh-CN" sz="800" b="0" kern="1200" dirty="0">
                <a:latin typeface="+mn-lt"/>
                <a:ea typeface="华文黑体_易方达" panose="02010600040101010101" pitchFamily="2" charset="-122"/>
                <a:cs typeface="Arial" panose="020B0604020202020204" pitchFamily="34" charset="0"/>
              </a:rPr>
              <a:t>assets of annuity funds and pension </a:t>
            </a:r>
            <a:r>
              <a:rPr lang="en-US" altLang="zh-CN" sz="800" b="0" kern="1200" dirty="0" smtClean="0">
                <a:latin typeface="+mn-lt"/>
                <a:ea typeface="华文黑体_易方达" panose="02010600040101010101" pitchFamily="2" charset="-122"/>
                <a:cs typeface="Arial" panose="020B0604020202020204" pitchFamily="34" charset="0"/>
              </a:rPr>
              <a:t>funds may </a:t>
            </a:r>
            <a:r>
              <a:rPr lang="en-US" altLang="zh-CN" sz="800" b="0" kern="1200" dirty="0">
                <a:latin typeface="+mn-lt"/>
                <a:ea typeface="华文黑体_易方达" panose="02010600040101010101" pitchFamily="2" charset="-122"/>
                <a:cs typeface="Arial" panose="020B0604020202020204" pitchFamily="34" charset="0"/>
              </a:rPr>
              <a:t>be exposed to various kinds of risks in the course of investment, including but not limited to: market </a:t>
            </a:r>
            <a:r>
              <a:rPr lang="en-US" altLang="zh-CN" sz="800" b="0" kern="1200" dirty="0" smtClean="0">
                <a:latin typeface="+mn-lt"/>
                <a:ea typeface="华文黑体_易方达" panose="02010600040101010101" pitchFamily="2" charset="-122"/>
                <a:cs typeface="Arial" panose="020B0604020202020204" pitchFamily="34" charset="0"/>
              </a:rPr>
              <a:t>risks</a:t>
            </a:r>
            <a:r>
              <a:rPr lang="en-US" altLang="zh-CN" sz="800" b="0" kern="1200" dirty="0">
                <a:latin typeface="+mn-lt"/>
                <a:ea typeface="华文黑体_易方达" panose="02010600040101010101" pitchFamily="2" charset="-122"/>
                <a:cs typeface="Arial" panose="020B0604020202020204" pitchFamily="34" charset="0"/>
              </a:rPr>
              <a:t>, liquidity risks, management risks, credit risks, specific risks arising from specific investment targets or specific investment methods, tax risks, and other risks. The Investor is exposed to the risks of being unable to obtain returns or even suffering loss of capital. The investor should, on the basis of a thorough understanding of the product and its risk-return characteristics, make investment decisions carefully, and shall bear investment risks and loss or damage as a result of such decisions.</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The </a:t>
            </a:r>
            <a:r>
              <a:rPr lang="en-US" altLang="zh-CN" sz="800" b="0" kern="1200" dirty="0">
                <a:latin typeface="+mn-lt"/>
                <a:ea typeface="华文黑体_易方达" panose="02010600040101010101" pitchFamily="2" charset="-122"/>
                <a:cs typeface="Arial" panose="020B0604020202020204" pitchFamily="34" charset="0"/>
              </a:rPr>
              <a:t>Company does not in any way guarantee profitability of the entrusted assets or any minimum return on those assets. The past performance and net value of the Company and entrusted assets do not foretell future performance. The contents of this report are for reference only, and the data, information and opinions contained in this report do not serve as any investment advice or any suggestion or guarantee of profit or return. Before making investments, the investor should study in detail the legal documents for the relevant product or seek professional advice. The Company shall not assume any liability for any direct or indirect loss or damage arising from the use of this report or the contents thereof by any investor.</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Unless </a:t>
            </a:r>
            <a:r>
              <a:rPr lang="en-US" altLang="zh-CN" sz="800" b="0" kern="1200" dirty="0">
                <a:latin typeface="+mn-lt"/>
                <a:ea typeface="华文黑体_易方达" panose="02010600040101010101" pitchFamily="2" charset="-122"/>
                <a:cs typeface="Arial" panose="020B0604020202020204" pitchFamily="34" charset="0"/>
              </a:rPr>
              <a:t>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p>
          <a:p>
            <a:pPr marL="85725" lvl="2" indent="-85725">
              <a:lnSpc>
                <a:spcPct val="150000"/>
              </a:lnSpc>
              <a:buFont typeface="Arial" panose="020B0604020202020204" pitchFamily="34" charset="0"/>
              <a:buChar char="•"/>
              <a:defRPr/>
            </a:pPr>
            <a:r>
              <a:rPr lang="en-US" altLang="zh-CN" sz="800" b="0" kern="1200" dirty="0" smtClean="0">
                <a:latin typeface="+mn-lt"/>
                <a:ea typeface="华文黑体_易方达" panose="02010600040101010101" pitchFamily="2" charset="-122"/>
                <a:cs typeface="Arial" panose="020B0604020202020204" pitchFamily="34" charset="0"/>
              </a:rPr>
              <a:t>Although </a:t>
            </a:r>
            <a:r>
              <a:rPr lang="en-US" altLang="zh-CN" sz="800" b="0" kern="1200" dirty="0">
                <a:latin typeface="+mn-lt"/>
                <a:ea typeface="华文黑体_易方达" panose="02010600040101010101" pitchFamily="2" charset="-122"/>
                <a:cs typeface="Arial" panose="020B0604020202020204" pitchFamily="34" charset="0"/>
              </a:rPr>
              <a:t>the sources of information contained in this report are considered reliable, the Company does not guarantee the accuracy or completeness of such information and assumes no liability whatsoever for any direct or indirect loss or damage arising from the use of the information contained in this report or for any other loss or damage in connection therewith. The opinions and predictions contained in this report reflect judgments made at specific points of time under specific circumstances, and these judgments are subject to changes. The Company is under no obligation to ensure at any time the prompt external delivery of up-to-date information, opinions or predictions.</a:t>
            </a:r>
          </a:p>
          <a:p>
            <a:pPr algn="just"/>
            <a:endParaRPr lang="zh-CN" altLang="en-US" sz="800" dirty="0">
              <a:ea typeface="华文黑体_易方达" panose="02010600040101010101" pitchFamily="2" charset="-122"/>
              <a:cs typeface="Arial" panose="020B0604020202020204" pitchFamily="34" charset="0"/>
            </a:endParaRPr>
          </a:p>
        </p:txBody>
      </p:sp>
    </p:spTree>
    <p:extLst>
      <p:ext uri="{BB962C8B-B14F-4D97-AF65-F5344CB8AC3E}">
        <p14:creationId xmlns:p14="http://schemas.microsoft.com/office/powerpoint/2010/main" val="364720536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63151" y="211632"/>
            <a:ext cx="6285075" cy="268047"/>
          </a:xfrm>
        </p:spPr>
        <p:txBody>
          <a:bodyPr/>
          <a:lstStyle/>
          <a:p>
            <a:r>
              <a:rPr lang="zh-CN" altLang="zh-CN" b="1" dirty="0">
                <a:latin typeface="华文黑体_易方达" panose="02010600040101010101" pitchFamily="2" charset="-122"/>
                <a:ea typeface="华文黑体_易方达" panose="02010600040101010101" pitchFamily="2" charset="-122"/>
              </a:rPr>
              <a:t>风险提示</a:t>
            </a:r>
            <a:r>
              <a:rPr lang="zh-CN" altLang="en-US" b="1" dirty="0">
                <a:latin typeface="华文黑体_易方达" panose="02010600040101010101" pitchFamily="2" charset="-122"/>
                <a:ea typeface="华文黑体_易方达" panose="02010600040101010101" pitchFamily="2" charset="-122"/>
              </a:rPr>
              <a:t>及免责声明</a:t>
            </a:r>
            <a:r>
              <a:rPr lang="zh-CN" altLang="en-US" sz="2000" b="1" dirty="0" smtClean="0">
                <a:latin typeface="华文黑体_易方达" panose="02010600040101010101" pitchFamily="2" charset="-122"/>
                <a:ea typeface="华文黑体_易方达" panose="02010600040101010101" pitchFamily="2" charset="-122"/>
              </a:rPr>
              <a:t>（不涉及旗下产品推介时适用）</a:t>
            </a:r>
            <a:endParaRPr lang="zh-CN" altLang="en-US" dirty="0">
              <a:latin typeface="华文黑体_易方达" panose="02010600040101010101" pitchFamily="2" charset="-122"/>
              <a:ea typeface="华文黑体_易方达" panose="02010600040101010101" pitchFamily="2" charset="-122"/>
            </a:endParaRPr>
          </a:p>
        </p:txBody>
      </p:sp>
      <p:sp>
        <p:nvSpPr>
          <p:cNvPr id="3" name="内容占位符 2"/>
          <p:cNvSpPr>
            <a:spLocks noGrp="1"/>
          </p:cNvSpPr>
          <p:nvPr>
            <p:ph idx="10"/>
          </p:nvPr>
        </p:nvSpPr>
        <p:spPr>
          <a:xfrm>
            <a:off x="360363" y="1296526"/>
            <a:ext cx="8351837" cy="2737591"/>
          </a:xfrm>
        </p:spPr>
        <p:txBody>
          <a:bodyPr/>
          <a:lstStyle/>
          <a:p>
            <a:pPr marL="203787" lvl="2" indent="-203787" algn="l">
              <a:lnSpc>
                <a:spcPct val="150000"/>
              </a:lnSpc>
              <a:buFont typeface="Arial" panose="020B0604020202020204" pitchFamily="34" charset="0"/>
              <a:buChar char="•"/>
              <a:defRPr/>
            </a:pPr>
            <a:r>
              <a:rPr lang="zh-CN" altLang="zh-CN" sz="1200" b="0" kern="1200" dirty="0">
                <a:latin typeface="华文黑体_易方达" panose="02010600040101010101" pitchFamily="2" charset="-122"/>
                <a:ea typeface="华文黑体_易方达" panose="02010600040101010101" pitchFamily="2" charset="-122"/>
                <a:cs typeface="华文黑体" panose="02010600040101010101" pitchFamily="2" charset="-122"/>
              </a:rPr>
              <a:t>本报告仅为一般性情况介绍，不构成要约或要约邀请，报告中所包含的数据信息及观点等不作为任何投资建议或收益暗示及担保。本公司（指易方达基金管理有限公司，下同）不会对任何投资者使用本报告或报告载明的内容产生的直接或间接损失承担任何责任。</a:t>
            </a:r>
          </a:p>
          <a:p>
            <a:pPr marL="203787" lvl="2" indent="-203787" algn="l">
              <a:lnSpc>
                <a:spcPct val="150000"/>
              </a:lnSpc>
              <a:buFont typeface="Arial" panose="020B0604020202020204" pitchFamily="34" charset="0"/>
              <a:buChar char="•"/>
              <a:defRPr/>
            </a:pPr>
            <a:r>
              <a:rPr lang="zh-CN" altLang="zh-CN" sz="1200" b="0" kern="1200" dirty="0">
                <a:latin typeface="华文黑体_易方达" panose="02010600040101010101" pitchFamily="2" charset="-122"/>
                <a:ea typeface="华文黑体_易方达" panose="02010600040101010101" pitchFamily="2" charset="-122"/>
                <a:cs typeface="华文黑体" panose="02010600040101010101" pitchFamily="2" charset="-122"/>
              </a:rPr>
              <a:t>未经本公司授权，本报告的任何部分均不得以任何方式制作任何形式的拷贝、复印件或复制品，或再次分发、披露给任何第三方，或以任何侵犯本公司版权的其他方式使用。任何本公司以外的机构或个人发送、披露本报告的，则由其自行承担由此产生的全部责任。</a:t>
            </a:r>
          </a:p>
          <a:p>
            <a:pPr marL="203787" lvl="2" indent="-203787" algn="l">
              <a:lnSpc>
                <a:spcPct val="150000"/>
              </a:lnSpc>
              <a:buFont typeface="Arial" panose="020B0604020202020204" pitchFamily="34" charset="0"/>
              <a:buChar char="•"/>
              <a:defRPr/>
            </a:pPr>
            <a:r>
              <a:rPr lang="zh-CN" altLang="zh-CN" sz="1200" b="0" kern="1200" dirty="0">
                <a:latin typeface="华文黑体_易方达" panose="02010600040101010101" pitchFamily="2" charset="-122"/>
                <a:ea typeface="华文黑体_易方达" panose="02010600040101010101" pitchFamily="2" charset="-122"/>
                <a:cs typeface="华文黑体" panose="02010600040101010101" pitchFamily="2" charset="-122"/>
              </a:rPr>
              <a:t>本报告所载信息的来源被认为是可靠的，但本公司不保证其准确性或完整性，且并不对使用本报告所包含的信息产生的任何直接或间接损失或与此有关的其他损失承担任何责任。本报告所载的观点、预测等信息反映的是特定时间、特定环境下的判断，这些判断存在发生变动的可能，本公司并无义务保证随时将最新资料、观点及预测及时对外传递。</a:t>
            </a:r>
          </a:p>
          <a:p>
            <a:endParaRPr lang="zh-CN" altLang="en-US" sz="1200" dirty="0">
              <a:latin typeface="华文黑体_易方达" panose="02010600040101010101" pitchFamily="2" charset="-122"/>
              <a:ea typeface="华文黑体_易方达" panose="02010600040101010101" pitchFamily="2" charset="-122"/>
            </a:endParaRPr>
          </a:p>
        </p:txBody>
      </p:sp>
      <p:sp>
        <p:nvSpPr>
          <p:cNvPr id="4" name="矩形 3"/>
          <p:cNvSpPr/>
          <p:nvPr/>
        </p:nvSpPr>
        <p:spPr bwMode="auto">
          <a:xfrm>
            <a:off x="-1290415" y="0"/>
            <a:ext cx="1200448" cy="888261"/>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eaLnBrk="0" latinLnBrk="0" hangingPunct="0">
              <a:lnSpc>
                <a:spcPct val="100000"/>
              </a:lnSpc>
              <a:buClrTx/>
              <a:buSzTx/>
              <a:buFontTx/>
              <a:buNone/>
              <a:tabLst/>
            </a:pPr>
            <a:r>
              <a:rPr lang="zh-CN" altLang="en-US" sz="10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风险提示页规则</a:t>
            </a:r>
            <a:endParaRPr lang="en-US" altLang="zh-CN" sz="1000" b="1" dirty="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p>
            <a:pPr eaLnBrk="0" hangingPunct="0"/>
            <a:r>
              <a:rPr lang="zh-CN" altLang="en-US" sz="1000" dirty="0" smtClean="0">
                <a:solidFill>
                  <a:schemeClr val="bg1"/>
                </a:solidFill>
                <a:latin typeface="华文黑体_易方达" panose="02010600040101010101" pitchFamily="2" charset="-122"/>
                <a:ea typeface="华文黑体_易方达" panose="02010600040101010101" pitchFamily="2" charset="-122"/>
                <a:cs typeface="华文黑体" panose="02010600040101010101" pitchFamily="2" charset="-122"/>
              </a:rPr>
              <a:t>本页适用于公司整体情况介绍、业务交流等非产品推介类的材料中使用</a:t>
            </a:r>
            <a:endParaRPr kumimoji="0" lang="en-US" altLang="zh-CN" sz="1000" b="0" i="0" u="none" strike="noStrike" cap="none" normalizeH="0" baseline="0" dirty="0" smtClean="0">
              <a:ln>
                <a:noFill/>
              </a:ln>
              <a:solidFill>
                <a:schemeClr val="bg1"/>
              </a:solidFill>
              <a:effectLst/>
              <a:latin typeface="华文黑体_易方达" panose="02010600040101010101" pitchFamily="2" charset="-122"/>
              <a:ea typeface="华文黑体_易方达" panose="02010600040101010101" pitchFamily="2" charset="-122"/>
              <a:cs typeface="华文黑体" panose="02010600040101010101" pitchFamily="2" charset="-122"/>
            </a:endParaRPr>
          </a:p>
        </p:txBody>
      </p:sp>
    </p:spTree>
    <p:extLst>
      <p:ext uri="{BB962C8B-B14F-4D97-AF65-F5344CB8AC3E}">
        <p14:creationId xmlns:p14="http://schemas.microsoft.com/office/powerpoint/2010/main" val="29071211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latin typeface="+mn-lt"/>
              </a:rPr>
              <a:t>Risk Reminder and Disclaimer </a:t>
            </a:r>
            <a:r>
              <a:rPr lang="en-US" altLang="zh-CN" sz="1800" b="1" dirty="0">
                <a:latin typeface="+mn-lt"/>
              </a:rPr>
              <a:t>(non-products)</a:t>
            </a:r>
            <a:endParaRPr lang="zh-CN" altLang="en-US" dirty="0">
              <a:latin typeface="+mn-lt"/>
            </a:endParaRPr>
          </a:p>
        </p:txBody>
      </p:sp>
      <p:sp>
        <p:nvSpPr>
          <p:cNvPr id="3" name="内容占位符 2"/>
          <p:cNvSpPr>
            <a:spLocks noGrp="1"/>
          </p:cNvSpPr>
          <p:nvPr>
            <p:ph idx="10"/>
          </p:nvPr>
        </p:nvSpPr>
        <p:spPr/>
        <p:txBody>
          <a:bodyPr/>
          <a:lstStyle/>
          <a:p>
            <a:pPr marL="85725" lvl="2" indent="-85725">
              <a:lnSpc>
                <a:spcPct val="150000"/>
              </a:lnSpc>
              <a:buFont typeface="Arial" panose="020B0604020202020204" pitchFamily="34" charset="0"/>
              <a:buChar char="•"/>
              <a:defRPr/>
            </a:pPr>
            <a:r>
              <a:rPr lang="en-US" altLang="zh-CN" sz="1000" b="0" kern="1200" dirty="0" smtClean="0">
                <a:latin typeface="+mn-lt"/>
                <a:ea typeface="华文黑体_易方达" panose="02010600040101010101" pitchFamily="2" charset="-122"/>
                <a:cs typeface="华文黑体" panose="02010600040101010101" pitchFamily="2" charset="-122"/>
              </a:rPr>
              <a:t>This </a:t>
            </a:r>
            <a:r>
              <a:rPr lang="en-US" altLang="zh-CN" sz="1000" b="0" kern="1200" dirty="0">
                <a:latin typeface="+mn-lt"/>
                <a:ea typeface="华文黑体_易方达" panose="02010600040101010101" pitchFamily="2" charset="-122"/>
                <a:cs typeface="华文黑体" panose="02010600040101010101" pitchFamily="2" charset="-122"/>
              </a:rPr>
              <a:t>report serves solely as a general introduction and does not constitute an offer or invitation to treat. The data, information and opinions contained in this report do not serve as any investment advice or any suggestion or guarantee of profit or return. E Fund Management Company Limited (hereinafter “the Company”) shall not assume any liability for any direct or indirect loss or damage arising from the use of this report or the contents thereof by any investor.</a:t>
            </a:r>
          </a:p>
          <a:p>
            <a:pPr marL="85725" lvl="2" indent="-85725">
              <a:lnSpc>
                <a:spcPct val="150000"/>
              </a:lnSpc>
              <a:buFont typeface="Arial" panose="020B0604020202020204" pitchFamily="34" charset="0"/>
              <a:buChar char="•"/>
              <a:defRPr/>
            </a:pPr>
            <a:r>
              <a:rPr lang="en-US" altLang="zh-CN" sz="1000" b="0" kern="1200" dirty="0" smtClean="0">
                <a:latin typeface="+mn-lt"/>
                <a:ea typeface="华文黑体_易方达" panose="02010600040101010101" pitchFamily="2" charset="-122"/>
                <a:cs typeface="华文黑体" panose="02010600040101010101" pitchFamily="2" charset="-122"/>
              </a:rPr>
              <a:t>Unless </a:t>
            </a:r>
            <a:r>
              <a:rPr lang="en-US" altLang="zh-CN" sz="1000" b="0" kern="1200" dirty="0">
                <a:latin typeface="+mn-lt"/>
                <a:ea typeface="华文黑体_易方达" panose="02010600040101010101" pitchFamily="2" charset="-122"/>
                <a:cs typeface="华文黑体" panose="02010600040101010101" pitchFamily="2" charset="-122"/>
              </a:rPr>
              <a:t>authorized by the Company, no part of this report shall by any means be copied, duplicated or replicated in any form; or be re-distributed or disclosed to any third party; or be used in any other way which infringes the copyright of the Company’s. Any institution or individual apart from the Company who distributes or discloses this report shall assume all liability arising therefrom.</a:t>
            </a:r>
          </a:p>
          <a:p>
            <a:pPr marL="85725" lvl="2" indent="-85725">
              <a:lnSpc>
                <a:spcPct val="150000"/>
              </a:lnSpc>
              <a:buFont typeface="Arial" panose="020B0604020202020204" pitchFamily="34" charset="0"/>
              <a:buChar char="•"/>
              <a:defRPr/>
            </a:pPr>
            <a:r>
              <a:rPr lang="en-US" altLang="zh-CN" sz="1000" b="0" kern="1200" dirty="0" smtClean="0">
                <a:latin typeface="+mn-lt"/>
                <a:ea typeface="华文黑体_易方达" panose="02010600040101010101" pitchFamily="2" charset="-122"/>
                <a:cs typeface="华文黑体" panose="02010600040101010101" pitchFamily="2" charset="-122"/>
              </a:rPr>
              <a:t>Although </a:t>
            </a:r>
            <a:r>
              <a:rPr lang="en-US" altLang="zh-CN" sz="1000" b="0" kern="1200" dirty="0">
                <a:latin typeface="+mn-lt"/>
                <a:ea typeface="华文黑体_易方达" panose="02010600040101010101" pitchFamily="2" charset="-122"/>
                <a:cs typeface="华文黑体" panose="02010600040101010101" pitchFamily="2" charset="-122"/>
              </a:rPr>
              <a:t>the sources of information contained in this report are considered reliable, the Company does not guarantee the accuracy or completeness of such information and assumes no liability whatsoever for any direct or indirect loss or damage arising from the use of the information contained in this report or for any other loss or damage in connection therewith. The opinions and predictions contained in this report reflect judgments made at specific points of time under specific circumstances, and these judgments are subject to changes. The Company is under no obligation to ensure at any time the prompt external delivery of up-to-date information, opinions or predictions.</a:t>
            </a:r>
          </a:p>
        </p:txBody>
      </p:sp>
    </p:spTree>
    <p:extLst>
      <p:ext uri="{BB962C8B-B14F-4D97-AF65-F5344CB8AC3E}">
        <p14:creationId xmlns:p14="http://schemas.microsoft.com/office/powerpoint/2010/main" val="129480033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363151" y="211632"/>
            <a:ext cx="3946375" cy="26804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0" tIns="0" rIns="0" bIns="4572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sz="1400" b="0" i="0" baseline="0">
                <a:solidFill>
                  <a:srgbClr val="005096"/>
                </a:solidFill>
                <a:latin typeface="Arial"/>
                <a:ea typeface="华文黑体"/>
                <a:cs typeface="华文细黑"/>
              </a:defRPr>
            </a:lvl1pPr>
            <a:lvl2pPr algn="l" rtl="0" fontAlgn="base">
              <a:spcBef>
                <a:spcPct val="0"/>
              </a:spcBef>
              <a:spcAft>
                <a:spcPct val="0"/>
              </a:spcAft>
              <a:defRPr sz="3600">
                <a:solidFill>
                  <a:schemeClr val="tx1"/>
                </a:solidFill>
                <a:latin typeface="黑体" charset="-122"/>
                <a:ea typeface="黑体" charset="0"/>
                <a:cs typeface="ＭＳ Ｐゴシック" charset="-128"/>
              </a:defRPr>
            </a:lvl2pPr>
            <a:lvl3pPr algn="l" rtl="0" fontAlgn="base">
              <a:spcBef>
                <a:spcPct val="0"/>
              </a:spcBef>
              <a:spcAft>
                <a:spcPct val="0"/>
              </a:spcAft>
              <a:defRPr sz="3600">
                <a:solidFill>
                  <a:schemeClr val="tx1"/>
                </a:solidFill>
                <a:latin typeface="黑体" charset="-122"/>
                <a:ea typeface="黑体" charset="0"/>
                <a:cs typeface="ＭＳ Ｐゴシック" charset="-128"/>
              </a:defRPr>
            </a:lvl3pPr>
            <a:lvl4pPr algn="l" rtl="0" fontAlgn="base">
              <a:spcBef>
                <a:spcPct val="0"/>
              </a:spcBef>
              <a:spcAft>
                <a:spcPct val="0"/>
              </a:spcAft>
              <a:defRPr sz="3600">
                <a:solidFill>
                  <a:schemeClr val="tx1"/>
                </a:solidFill>
                <a:latin typeface="黑体" charset="-122"/>
                <a:ea typeface="黑体" charset="0"/>
                <a:cs typeface="ＭＳ Ｐゴシック" charset="-128"/>
              </a:defRPr>
            </a:lvl4pPr>
            <a:lvl5pPr algn="l" rtl="0" fontAlgn="base">
              <a:spcBef>
                <a:spcPct val="0"/>
              </a:spcBef>
              <a:spcAft>
                <a:spcPct val="0"/>
              </a:spcAft>
              <a:defRPr sz="3600">
                <a:solidFill>
                  <a:schemeClr val="tx1"/>
                </a:solidFill>
                <a:latin typeface="黑体" charset="-122"/>
                <a:ea typeface="黑体" charset="0"/>
                <a:cs typeface="ＭＳ Ｐゴシック" charset="-128"/>
              </a:defRPr>
            </a:lvl5pPr>
            <a:lvl6pPr marL="4572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6pPr>
            <a:lvl7pPr marL="9144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7pPr>
            <a:lvl8pPr marL="13716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8pPr>
            <a:lvl9pPr marL="1828800" algn="l" rtl="0" eaLnBrk="1" fontAlgn="base" hangingPunct="1">
              <a:spcBef>
                <a:spcPct val="0"/>
              </a:spcBef>
              <a:spcAft>
                <a:spcPct val="0"/>
              </a:spcAft>
              <a:defRPr sz="3600">
                <a:solidFill>
                  <a:srgbClr val="5F294F"/>
                </a:solidFill>
                <a:latin typeface="Arial Narrow" charset="0"/>
                <a:ea typeface="ＭＳ Ｐゴシック" charset="-128"/>
                <a:cs typeface="ＭＳ Ｐゴシック" charset="-128"/>
              </a:defRPr>
            </a:lvl9pPr>
          </a:lstStyle>
          <a:p>
            <a:r>
              <a:rPr lang="zh-CN" altLang="en-US" sz="23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目录</a:t>
            </a:r>
            <a:endParaRPr lang="en-US" sz="2300" b="1" dirty="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p:txBody>
      </p:sp>
      <p:graphicFrame>
        <p:nvGraphicFramePr>
          <p:cNvPr id="5" name="表格 4"/>
          <p:cNvGraphicFramePr>
            <a:graphicFrameLocks noGrp="1"/>
          </p:cNvGraphicFramePr>
          <p:nvPr>
            <p:extLst>
              <p:ext uri="{D42A27DB-BD31-4B8C-83A1-F6EECF244321}">
                <p14:modId xmlns:p14="http://schemas.microsoft.com/office/powerpoint/2010/main" val="3360917755"/>
              </p:ext>
            </p:extLst>
          </p:nvPr>
        </p:nvGraphicFramePr>
        <p:xfrm>
          <a:off x="323850" y="1050267"/>
          <a:ext cx="8119395" cy="3627120"/>
        </p:xfrm>
        <a:graphic>
          <a:graphicData uri="http://schemas.openxmlformats.org/drawingml/2006/table">
            <a:tbl>
              <a:tblPr firstRow="1" bandRow="1">
                <a:tableStyleId>{5C22544A-7EE6-4342-B048-85BDC9FD1C3A}</a:tableStyleId>
              </a:tblPr>
              <a:tblGrid>
                <a:gridCol w="1186461">
                  <a:extLst>
                    <a:ext uri="{9D8B030D-6E8A-4147-A177-3AD203B41FA5}">
                      <a16:colId xmlns:a16="http://schemas.microsoft.com/office/drawing/2014/main" val="20000"/>
                    </a:ext>
                  </a:extLst>
                </a:gridCol>
                <a:gridCol w="6932934">
                  <a:extLst>
                    <a:ext uri="{9D8B030D-6E8A-4147-A177-3AD203B41FA5}">
                      <a16:colId xmlns:a16="http://schemas.microsoft.com/office/drawing/2014/main" val="20001"/>
                    </a:ext>
                  </a:extLst>
                </a:gridCol>
              </a:tblGrid>
              <a:tr h="509209">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01.</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1C6C8"/>
                          </a:solidFill>
                          <a:latin typeface="华文黑体_易方达" panose="02010600040101010101" pitchFamily="2" charset="-122"/>
                          <a:ea typeface="华文黑体_易方达" panose="02010600040101010101" pitchFamily="2" charset="-122"/>
                          <a:cs typeface="华文黑体" panose="02010600040101010101" pitchFamily="2" charset="-122"/>
                        </a:rPr>
                        <a:t>封面</a:t>
                      </a:r>
                      <a:endParaRPr lang="zh-CN" altLang="en-US" sz="1800" b="0" dirty="0">
                        <a:solidFill>
                          <a:srgbClr val="C1C6C8"/>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0"/>
                  </a:ext>
                </a:extLst>
              </a:tr>
              <a:tr h="509209">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02.</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目录</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1"/>
                  </a:ext>
                </a:extLst>
              </a:tr>
              <a:tr h="509209">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03.</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纯文字页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2"/>
                  </a:ext>
                </a:extLst>
              </a:tr>
              <a:tr h="509209">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04.</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文字与图表结合页</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3"/>
                  </a:ext>
                </a:extLst>
              </a:tr>
              <a:tr h="509209">
                <a:tc>
                  <a:txBody>
                    <a:bodyPr/>
                    <a:lstStyle/>
                    <a:p>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05.</a:t>
                      </a:r>
                      <a:endParaRPr lang="zh-CN" altLang="en-US" sz="2800" b="1" dirty="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图表</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4"/>
                  </a:ext>
                </a:extLst>
              </a:tr>
              <a:tr h="50920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06.</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rPr>
                        <a:t>风险提示及免责声明</a:t>
                      </a:r>
                      <a:endParaRPr lang="zh-CN" altLang="en-US" sz="1800" b="0" dirty="0">
                        <a:solidFill>
                          <a:srgbClr val="CCCCCC"/>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5"/>
                  </a:ext>
                </a:extLst>
              </a:tr>
              <a:tr h="509209">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altLang="zh-CN"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rPr>
                        <a:t>07.</a:t>
                      </a:r>
                      <a:endParaRPr lang="zh-CN" altLang="en-US" sz="2800" b="1" dirty="0" smtClean="0">
                        <a:solidFill>
                          <a:srgbClr val="1EB9E1"/>
                        </a:solidFill>
                        <a:latin typeface="Arial" panose="020B0604020202020204" pitchFamily="34" charset="0"/>
                        <a:ea typeface="华文黑体" panose="02010600040101010101" pitchFamily="2" charset="-122"/>
                        <a:cs typeface="Arial" panose="020B0604020202020204" pitchFamily="34" charset="0"/>
                      </a:endParaRPr>
                    </a:p>
                  </a:txBody>
                  <a:tcPr anchor="b">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tc>
                  <a:txBody>
                    <a:bodyPr/>
                    <a:lstStyle/>
                    <a:p>
                      <a:r>
                        <a:rPr lang="zh-CN" altLang="en-US" sz="1800" b="0" dirty="0" smtClean="0">
                          <a:solidFill>
                            <a:schemeClr val="accent1"/>
                          </a:solidFill>
                          <a:latin typeface="华文黑体_易方达" panose="02010600040101010101" pitchFamily="2" charset="-122"/>
                          <a:ea typeface="华文黑体_易方达" panose="02010600040101010101" pitchFamily="2" charset="-122"/>
                          <a:cs typeface="华文黑体" panose="02010600040101010101" pitchFamily="2" charset="-122"/>
                        </a:rPr>
                        <a:t>封底</a:t>
                      </a:r>
                      <a:endParaRPr lang="zh-CN" altLang="en-US" sz="1800" b="0" dirty="0">
                        <a:solidFill>
                          <a:schemeClr val="accent1"/>
                        </a:solidFill>
                        <a:latin typeface="华文黑体_易方达" panose="02010600040101010101" pitchFamily="2" charset="-122"/>
                        <a:ea typeface="华文黑体_易方达" panose="02010600040101010101" pitchFamily="2" charset="-122"/>
                        <a:cs typeface="华文黑体" panose="02010600040101010101" pitchFamily="2" charset="-122"/>
                      </a:endParaRPr>
                    </a:p>
                  </a:txBody>
                  <a:tcPr anchor="ctr">
                    <a:lnT w="6350" cap="flat" cmpd="sng" algn="ctr">
                      <a:solidFill>
                        <a:srgbClr val="CCCCCC"/>
                      </a:solidFill>
                      <a:prstDash val="dash"/>
                      <a:round/>
                      <a:headEnd type="none" w="med" len="med"/>
                      <a:tailEnd type="none" w="med" len="med"/>
                    </a:lnT>
                    <a:lnB w="6350" cap="flat" cmpd="sng" algn="ctr">
                      <a:solidFill>
                        <a:srgbClr val="CCCCCC"/>
                      </a:solidFill>
                      <a:prstDash val="dash"/>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89732446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347663" y="1347485"/>
            <a:ext cx="2493093" cy="1317710"/>
          </a:xfrm>
          <a:prstGeom prst="rect">
            <a:avLst/>
          </a:prstGeom>
        </p:spPr>
        <p:txBody>
          <a:bodyPr vert="horz" lIns="0" tIns="0" rIns="0" bIns="0" rtlCol="0" anchor="t" anchorCtr="0">
            <a:normAutofit/>
          </a:bodyPr>
          <a:lstStyle>
            <a:lvl1pPr marL="0" indent="0" algn="l" defTabSz="457200" rtl="0" eaLnBrk="1" latinLnBrk="0" hangingPunct="1">
              <a:lnSpc>
                <a:spcPts val="4300"/>
              </a:lnSpc>
              <a:spcBef>
                <a:spcPts val="0"/>
              </a:spcBef>
              <a:buFont typeface="Arial"/>
              <a:buNone/>
              <a:defRPr sz="3600" b="1" i="0" kern="1200">
                <a:solidFill>
                  <a:schemeClr val="bg1"/>
                </a:solidFill>
                <a:latin typeface="Arial"/>
                <a:ea typeface="+mn-ea"/>
                <a:cs typeface="Arial"/>
              </a:defRPr>
            </a:lvl1pPr>
            <a:lvl2pPr marL="0" indent="0" algn="l" defTabSz="457200" rtl="0" eaLnBrk="1" latinLnBrk="0" hangingPunct="1">
              <a:lnSpc>
                <a:spcPts val="2500"/>
              </a:lnSpc>
              <a:spcBef>
                <a:spcPts val="0"/>
              </a:spcBef>
              <a:buFont typeface="Arial"/>
              <a:buNone/>
              <a:defRPr sz="1500" kern="1200">
                <a:solidFill>
                  <a:schemeClr val="bg1"/>
                </a:solidFill>
                <a:latin typeface="Arial"/>
                <a:ea typeface="+mn-ea"/>
                <a:cs typeface="Arial"/>
              </a:defRPr>
            </a:lvl2pPr>
            <a:lvl3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3pPr>
            <a:lvl4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4pPr>
            <a:lvl5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zh-TW" altLang="en-US" sz="4500" dirty="0">
                <a:solidFill>
                  <a:srgbClr val="005096"/>
                </a:solidFill>
                <a:latin typeface="Arial" panose="020B0604020202020204" pitchFamily="34" charset="0"/>
                <a:ea typeface="华文黑体_易方达" panose="02010600040101010101" pitchFamily="2" charset="-122"/>
                <a:cs typeface="Arial" panose="020B0604020202020204" pitchFamily="34" charset="0"/>
              </a:rPr>
              <a:t>谢</a:t>
            </a:r>
            <a:r>
              <a:rPr lang="zh-TW" altLang="en-US" sz="4500" dirty="0" smtClean="0">
                <a:solidFill>
                  <a:srgbClr val="005096"/>
                </a:solidFill>
                <a:latin typeface="Arial" panose="020B0604020202020204" pitchFamily="34" charset="0"/>
                <a:ea typeface="华文黑体_易方达" panose="02010600040101010101" pitchFamily="2" charset="-122"/>
                <a:cs typeface="Arial" panose="020B0604020202020204" pitchFamily="34" charset="0"/>
              </a:rPr>
              <a:t>谢</a:t>
            </a:r>
            <a:endParaRPr lang="en-US" sz="4500" dirty="0">
              <a:solidFill>
                <a:srgbClr val="005096"/>
              </a:solidFill>
              <a:latin typeface="Arial" panose="020B0604020202020204" pitchFamily="34" charset="0"/>
              <a:ea typeface="华文黑体_易方达" panose="02010600040101010101" pitchFamily="2" charset="-122"/>
              <a:cs typeface="Arial" panose="020B0604020202020204" pitchFamily="34" charset="0"/>
            </a:endParaRPr>
          </a:p>
        </p:txBody>
      </p:sp>
      <p:sp>
        <p:nvSpPr>
          <p:cNvPr id="6" name="矩形 5"/>
          <p:cNvSpPr/>
          <p:nvPr/>
        </p:nvSpPr>
        <p:spPr bwMode="auto">
          <a:xfrm>
            <a:off x="-1778925" y="22677"/>
            <a:ext cx="1670465" cy="3604505"/>
          </a:xfrm>
          <a:prstGeom prst="rect">
            <a:avLst/>
          </a:prstGeom>
          <a:solidFill>
            <a:schemeClr val="accent5"/>
          </a:solid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zh-CN" altLang="en-US"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封底页规则</a:t>
            </a:r>
            <a:endParaRPr lang="en-US" altLang="zh-CN" sz="1000" b="1"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答谢词字体：华文黑体，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45</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号，加粗，答谢词</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内容</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可根据实际需要修改</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人</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员联系方式（非必</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须）：中文为华文黑体，</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；英文和数字字体为</a:t>
            </a:r>
            <a:r>
              <a:rPr lang="en-US" altLang="zh-CN"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Arial</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12</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号；深蓝（</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R0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G80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a:t>
            </a:r>
            <a:r>
              <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B150</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），内容可根据需要调整</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228600" indent="-228600" eaLnBrk="0" hangingPunct="0">
              <a:buFont typeface="+mj-lt"/>
              <a:buAutoNum type="arabicPeriod"/>
            </a:pP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公司信息：中文为华文黑体，</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11</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号；英文和数字字体为</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Arial</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a:t>
            </a:r>
            <a:r>
              <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11</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号，公司名称、处所等</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相</a:t>
            </a: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关</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信息可根据具体需要修改</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eaLnBrk="0" hangingPunct="0"/>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lang="zh-CN" altLang="en-US" sz="1000" dirty="0">
                <a:solidFill>
                  <a:schemeClr val="bg1"/>
                </a:solidFill>
                <a:latin typeface="Arial" panose="020B0604020202020204" pitchFamily="34" charset="0"/>
                <a:ea typeface="华文黑体_易方达" panose="02010600040101010101" pitchFamily="2" charset="-122"/>
                <a:cs typeface="Arial" panose="020B0604020202020204" pitchFamily="34" charset="0"/>
              </a:rPr>
              <a:t>封</a:t>
            </a:r>
            <a:r>
              <a:rPr lang="zh-CN" altLang="en-US"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rPr>
              <a:t>底页不得擅自添加任何图片</a:t>
            </a:r>
            <a:endParaRPr lang="en-US" altLang="zh-CN" sz="1000" dirty="0" smtClean="0">
              <a:solidFill>
                <a:schemeClr val="bg1"/>
              </a:solidFill>
              <a:latin typeface="Arial" panose="020B0604020202020204" pitchFamily="34" charset="0"/>
              <a:ea typeface="华文黑体_易方达" panose="02010600040101010101" pitchFamily="2" charset="-122"/>
              <a:cs typeface="Arial" panose="020B0604020202020204" pitchFamily="34" charset="0"/>
            </a:endParaRPr>
          </a:p>
          <a:p>
            <a:pPr marL="171450" indent="-171450" eaLnBrk="0" hangingPunct="0">
              <a:buFont typeface="Arial" panose="020B0604020202020204" pitchFamily="34" charset="0"/>
              <a:buChar char="•"/>
            </a:pPr>
            <a:r>
              <a:rPr kumimoji="0" lang="zh-CN" altLang="en-US" sz="1000" b="0" i="0" u="none" strike="noStrike" cap="none" normalizeH="0" baseline="0" dirty="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文</a:t>
            </a:r>
            <a:r>
              <a:rPr kumimoji="0" lang="zh-CN" altLang="en-US"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rPr>
              <a:t>字、颜色、位置等不得擅自变动</a:t>
            </a:r>
            <a:endParaRPr kumimoji="0" lang="en-US" altLang="zh-CN" sz="1000" b="0" i="0" u="none" strike="noStrike" cap="none" normalizeH="0" baseline="0" dirty="0" smtClean="0">
              <a:ln>
                <a:noFill/>
              </a:ln>
              <a:solidFill>
                <a:schemeClr val="bg1"/>
              </a:solidFill>
              <a:effectLst/>
              <a:latin typeface="Arial" panose="020B0604020202020204" pitchFamily="34" charset="0"/>
              <a:ea typeface="华文黑体_易方达" panose="02010600040101010101" pitchFamily="2" charset="-122"/>
              <a:cs typeface="Arial" panose="020B0604020202020204" pitchFamily="34" charset="0"/>
            </a:endParaRPr>
          </a:p>
        </p:txBody>
      </p:sp>
      <p:sp>
        <p:nvSpPr>
          <p:cNvPr id="9" name="Content Placeholder 2"/>
          <p:cNvSpPr txBox="1">
            <a:spLocks/>
          </p:cNvSpPr>
          <p:nvPr/>
        </p:nvSpPr>
        <p:spPr>
          <a:xfrm>
            <a:off x="347663" y="2475834"/>
            <a:ext cx="2718453" cy="1317710"/>
          </a:xfrm>
          <a:prstGeom prst="rect">
            <a:avLst/>
          </a:prstGeom>
        </p:spPr>
        <p:txBody>
          <a:bodyPr vert="horz" lIns="0" tIns="0" rIns="0" bIns="0" rtlCol="0" anchor="t" anchorCtr="0">
            <a:normAutofit/>
          </a:bodyPr>
          <a:lstStyle>
            <a:lvl1pPr marL="0" indent="0" algn="l" defTabSz="457200" rtl="0" eaLnBrk="1" latinLnBrk="0" hangingPunct="1">
              <a:lnSpc>
                <a:spcPts val="4300"/>
              </a:lnSpc>
              <a:spcBef>
                <a:spcPts val="0"/>
              </a:spcBef>
              <a:buFont typeface="Arial"/>
              <a:buNone/>
              <a:defRPr sz="3600" b="1" i="0" kern="1200">
                <a:solidFill>
                  <a:schemeClr val="bg1"/>
                </a:solidFill>
                <a:latin typeface="Arial"/>
                <a:ea typeface="+mn-ea"/>
                <a:cs typeface="Arial"/>
              </a:defRPr>
            </a:lvl1pPr>
            <a:lvl2pPr marL="0" indent="0" algn="l" defTabSz="457200" rtl="0" eaLnBrk="1" latinLnBrk="0" hangingPunct="1">
              <a:lnSpc>
                <a:spcPts val="2500"/>
              </a:lnSpc>
              <a:spcBef>
                <a:spcPts val="0"/>
              </a:spcBef>
              <a:buFont typeface="Arial"/>
              <a:buNone/>
              <a:defRPr sz="1500" kern="1200">
                <a:solidFill>
                  <a:schemeClr val="bg1"/>
                </a:solidFill>
                <a:latin typeface="Arial"/>
                <a:ea typeface="+mn-ea"/>
                <a:cs typeface="Arial"/>
              </a:defRPr>
            </a:lvl2pPr>
            <a:lvl3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3pPr>
            <a:lvl4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4pPr>
            <a:lvl5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nSpc>
                <a:spcPct val="170000"/>
              </a:lnSpc>
            </a:pPr>
            <a:endParaRPr lang="en-US" altLang="zh-CN" sz="1500" dirty="0" smtClean="0">
              <a:solidFill>
                <a:srgbClr val="005096"/>
              </a:solidFill>
              <a:latin typeface="+mn-ea"/>
              <a:cs typeface="Arial" panose="020B0604020202020204" pitchFamily="34" charset="0"/>
            </a:endParaRPr>
          </a:p>
          <a:p>
            <a:pPr>
              <a:lnSpc>
                <a:spcPct val="170000"/>
              </a:lnSpc>
            </a:pPr>
            <a:endParaRPr lang="en-US" sz="1400" dirty="0">
              <a:solidFill>
                <a:srgbClr val="005096"/>
              </a:solidFill>
              <a:latin typeface="+mn-ea"/>
              <a:cs typeface="Arial" panose="020B0604020202020204" pitchFamily="34" charset="0"/>
            </a:endParaRPr>
          </a:p>
        </p:txBody>
      </p:sp>
      <p:sp>
        <p:nvSpPr>
          <p:cNvPr id="3" name="矩形 2"/>
          <p:cNvSpPr/>
          <p:nvPr/>
        </p:nvSpPr>
        <p:spPr>
          <a:xfrm>
            <a:off x="244561" y="2593053"/>
            <a:ext cx="4572000" cy="1034129"/>
          </a:xfrm>
          <a:prstGeom prst="rect">
            <a:avLst/>
          </a:prstGeom>
        </p:spPr>
        <p:txBody>
          <a:bodyPr>
            <a:spAutoFit/>
          </a:bodyPr>
          <a:lstStyle/>
          <a:p>
            <a:pPr lvl="0">
              <a:lnSpc>
                <a:spcPct val="170000"/>
              </a:lnSpc>
            </a:pPr>
            <a:r>
              <a:rPr lang="zh-CN" altLang="en-US" sz="1200" dirty="0" smtClean="0">
                <a:solidFill>
                  <a:schemeClr val="accent1"/>
                </a:solidFill>
                <a:latin typeface="+mn-ea"/>
                <a:ea typeface="+mn-ea"/>
                <a:cs typeface="Arial" panose="020B0604020202020204" pitchFamily="34" charset="0"/>
              </a:rPr>
              <a:t>联系我们：</a:t>
            </a:r>
            <a:endParaRPr lang="en-US" altLang="zh-CN" sz="1200" dirty="0">
              <a:solidFill>
                <a:schemeClr val="accent1"/>
              </a:solidFill>
              <a:latin typeface="+mn-ea"/>
              <a:ea typeface="+mn-ea"/>
              <a:cs typeface="Arial" panose="020B0604020202020204" pitchFamily="34" charset="0"/>
            </a:endParaRPr>
          </a:p>
          <a:p>
            <a:pPr lvl="0">
              <a:lnSpc>
                <a:spcPct val="170000"/>
              </a:lnSpc>
            </a:pPr>
            <a:r>
              <a:rPr lang="en-US" altLang="zh-CN" sz="1200" dirty="0">
                <a:solidFill>
                  <a:schemeClr val="accent1"/>
                </a:solidFill>
                <a:latin typeface="+mn-ea"/>
                <a:ea typeface="+mn-ea"/>
                <a:cs typeface="Arial" panose="020B0604020202020204" pitchFamily="34" charset="0"/>
              </a:rPr>
              <a:t>XXX   </a:t>
            </a:r>
            <a:r>
              <a:rPr lang="en-US" altLang="zh-CN" sz="1200" dirty="0" smtClean="0">
                <a:solidFill>
                  <a:schemeClr val="accent1"/>
                </a:solidFill>
                <a:latin typeface="+mn-lt"/>
                <a:cs typeface="Arial" panose="020B0604020202020204" pitchFamily="34" charset="0"/>
              </a:rPr>
              <a:t>Tel</a:t>
            </a:r>
            <a:r>
              <a:rPr lang="zh-CN" altLang="en-US" sz="1200" dirty="0">
                <a:solidFill>
                  <a:schemeClr val="accent1"/>
                </a:solidFill>
                <a:latin typeface="+mn-lt"/>
                <a:cs typeface="Arial" panose="020B0604020202020204" pitchFamily="34" charset="0"/>
              </a:rPr>
              <a:t>：</a:t>
            </a:r>
            <a:r>
              <a:rPr lang="en-US" altLang="zh-CN" sz="1200" dirty="0">
                <a:solidFill>
                  <a:schemeClr val="accent1"/>
                </a:solidFill>
                <a:latin typeface="+mn-lt"/>
                <a:cs typeface="Arial" panose="020B0604020202020204" pitchFamily="34" charset="0"/>
              </a:rPr>
              <a:t>+</a:t>
            </a:r>
            <a:r>
              <a:rPr lang="en-US" altLang="zh-CN" sz="1200" dirty="0">
                <a:solidFill>
                  <a:schemeClr val="accent1"/>
                </a:solidFill>
                <a:latin typeface="Arial"/>
                <a:cs typeface="Arial" panose="020B0604020202020204" pitchFamily="34" charset="0"/>
              </a:rPr>
              <a:t>86(20)8510 </a:t>
            </a:r>
            <a:r>
              <a:rPr lang="en-US" altLang="zh-CN" sz="1200" dirty="0" smtClean="0">
                <a:solidFill>
                  <a:schemeClr val="accent1"/>
                </a:solidFill>
                <a:latin typeface="Arial"/>
                <a:cs typeface="Arial" panose="020B0604020202020204" pitchFamily="34" charset="0"/>
              </a:rPr>
              <a:t>----</a:t>
            </a:r>
          </a:p>
          <a:p>
            <a:pPr lvl="0">
              <a:lnSpc>
                <a:spcPct val="170000"/>
              </a:lnSpc>
            </a:pPr>
            <a:r>
              <a:rPr lang="en-US" altLang="zh-CN" sz="1200" dirty="0">
                <a:solidFill>
                  <a:schemeClr val="accent1"/>
                </a:solidFill>
                <a:latin typeface="Arial"/>
                <a:cs typeface="Arial" panose="020B0604020202020204" pitchFamily="34" charset="0"/>
              </a:rPr>
              <a:t> </a:t>
            </a:r>
            <a:r>
              <a:rPr lang="en-US" altLang="zh-CN" sz="1200" dirty="0" smtClean="0">
                <a:solidFill>
                  <a:schemeClr val="accent1"/>
                </a:solidFill>
                <a:latin typeface="Arial"/>
                <a:cs typeface="Arial" panose="020B0604020202020204" pitchFamily="34" charset="0"/>
              </a:rPr>
              <a:t>        </a:t>
            </a:r>
            <a:r>
              <a:rPr lang="en-US" altLang="zh-CN" sz="1200" dirty="0" smtClean="0">
                <a:solidFill>
                  <a:schemeClr val="accent1"/>
                </a:solidFill>
                <a:latin typeface="+mn-lt"/>
                <a:cs typeface="Arial" panose="020B0604020202020204" pitchFamily="34" charset="0"/>
              </a:rPr>
              <a:t>Email</a:t>
            </a:r>
            <a:r>
              <a:rPr lang="zh-CN" altLang="en-US" sz="1200" dirty="0" smtClean="0">
                <a:solidFill>
                  <a:schemeClr val="accent1"/>
                </a:solidFill>
                <a:latin typeface="+mn-lt"/>
                <a:cs typeface="Arial" panose="020B0604020202020204" pitchFamily="34" charset="0"/>
              </a:rPr>
              <a:t>：</a:t>
            </a:r>
            <a:r>
              <a:rPr lang="en-US" altLang="zh-CN" sz="1200" dirty="0" smtClean="0">
                <a:solidFill>
                  <a:schemeClr val="accent1"/>
                </a:solidFill>
                <a:latin typeface="+mn-lt"/>
                <a:cs typeface="Arial" panose="020B0604020202020204" pitchFamily="34" charset="0"/>
              </a:rPr>
              <a:t>XXX@efunds.com.cn</a:t>
            </a:r>
            <a:endParaRPr lang="en-US" altLang="zh-CN" sz="1200" dirty="0">
              <a:solidFill>
                <a:schemeClr val="accent1"/>
              </a:solidFill>
              <a:latin typeface="+mn-lt"/>
              <a:cs typeface="Arial" panose="020B0604020202020204" pitchFamily="34" charset="0"/>
            </a:endParaRPr>
          </a:p>
        </p:txBody>
      </p:sp>
    </p:spTree>
    <p:extLst>
      <p:ext uri="{BB962C8B-B14F-4D97-AF65-F5344CB8AC3E}">
        <p14:creationId xmlns:p14="http://schemas.microsoft.com/office/powerpoint/2010/main" val="2528031437"/>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a:xfrm>
            <a:off x="347663" y="1365165"/>
            <a:ext cx="3967963" cy="1317710"/>
          </a:xfrm>
          <a:prstGeom prst="rect">
            <a:avLst/>
          </a:prstGeom>
        </p:spPr>
        <p:txBody>
          <a:bodyPr vert="horz" lIns="0" tIns="0" rIns="0" bIns="0" rtlCol="0" anchor="t" anchorCtr="0">
            <a:normAutofit/>
          </a:bodyPr>
          <a:lstStyle>
            <a:lvl1pPr marL="0" indent="0" algn="l" defTabSz="457200" rtl="0" eaLnBrk="1" latinLnBrk="0" hangingPunct="1">
              <a:lnSpc>
                <a:spcPts val="4300"/>
              </a:lnSpc>
              <a:spcBef>
                <a:spcPts val="0"/>
              </a:spcBef>
              <a:buFont typeface="Arial"/>
              <a:buNone/>
              <a:defRPr sz="3600" b="1" i="0" kern="1200">
                <a:solidFill>
                  <a:schemeClr val="bg1"/>
                </a:solidFill>
                <a:latin typeface="Arial"/>
                <a:ea typeface="+mn-ea"/>
                <a:cs typeface="Arial"/>
              </a:defRPr>
            </a:lvl1pPr>
            <a:lvl2pPr marL="0" indent="0" algn="l" defTabSz="457200" rtl="0" eaLnBrk="1" latinLnBrk="0" hangingPunct="1">
              <a:lnSpc>
                <a:spcPts val="2500"/>
              </a:lnSpc>
              <a:spcBef>
                <a:spcPts val="0"/>
              </a:spcBef>
              <a:buFont typeface="Arial"/>
              <a:buNone/>
              <a:defRPr sz="1500" kern="1200">
                <a:solidFill>
                  <a:schemeClr val="bg1"/>
                </a:solidFill>
                <a:latin typeface="Arial"/>
                <a:ea typeface="+mn-ea"/>
                <a:cs typeface="Arial"/>
              </a:defRPr>
            </a:lvl2pPr>
            <a:lvl3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3pPr>
            <a:lvl4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4pPr>
            <a:lvl5pPr marL="0" indent="0" algn="l" defTabSz="457200" rtl="0" eaLnBrk="1" latinLnBrk="0" hangingPunct="1">
              <a:lnSpc>
                <a:spcPts val="1800"/>
              </a:lnSpc>
              <a:spcBef>
                <a:spcPts val="0"/>
              </a:spcBef>
              <a:buFont typeface="Arial"/>
              <a:buNone/>
              <a:defRPr sz="1500" kern="1200">
                <a:solidFill>
                  <a:schemeClr val="bg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zh-TW" sz="4500" dirty="0" smtClean="0">
                <a:solidFill>
                  <a:srgbClr val="005096"/>
                </a:solidFill>
                <a:latin typeface="+mn-lt"/>
                <a:ea typeface="华文黑体_易方达" panose="02010600040101010101" pitchFamily="2" charset="-122"/>
                <a:cs typeface="华文黑体" panose="02010600040101010101" pitchFamily="2" charset="-122"/>
              </a:rPr>
              <a:t>Thank You</a:t>
            </a:r>
            <a:endParaRPr lang="en-US" sz="4500" dirty="0">
              <a:solidFill>
                <a:srgbClr val="005096"/>
              </a:solidFill>
              <a:latin typeface="+mn-lt"/>
              <a:ea typeface="华文黑体_易方达" panose="02010600040101010101" pitchFamily="2" charset="-122"/>
              <a:cs typeface="华文黑体" panose="02010600040101010101" pitchFamily="2" charset="-122"/>
            </a:endParaRPr>
          </a:p>
        </p:txBody>
      </p:sp>
      <p:sp>
        <p:nvSpPr>
          <p:cNvPr id="7" name="矩形 6"/>
          <p:cNvSpPr/>
          <p:nvPr/>
        </p:nvSpPr>
        <p:spPr>
          <a:xfrm>
            <a:off x="244561" y="2593053"/>
            <a:ext cx="4572000" cy="1034129"/>
          </a:xfrm>
          <a:prstGeom prst="rect">
            <a:avLst/>
          </a:prstGeom>
        </p:spPr>
        <p:txBody>
          <a:bodyPr>
            <a:spAutoFit/>
          </a:bodyPr>
          <a:lstStyle/>
          <a:p>
            <a:pPr lvl="0">
              <a:lnSpc>
                <a:spcPct val="170000"/>
              </a:lnSpc>
            </a:pPr>
            <a:r>
              <a:rPr lang="en-US" altLang="zh-CN" sz="1200" dirty="0">
                <a:solidFill>
                  <a:schemeClr val="accent1"/>
                </a:solidFill>
                <a:latin typeface="+mn-lt"/>
                <a:ea typeface="+mn-ea"/>
                <a:cs typeface="Arial" panose="020B0604020202020204" pitchFamily="34" charset="0"/>
              </a:rPr>
              <a:t>C</a:t>
            </a:r>
            <a:r>
              <a:rPr lang="en-US" altLang="zh-CN" sz="1200" dirty="0" smtClean="0">
                <a:solidFill>
                  <a:schemeClr val="accent1"/>
                </a:solidFill>
                <a:latin typeface="+mn-lt"/>
                <a:ea typeface="+mn-ea"/>
                <a:cs typeface="Arial" panose="020B0604020202020204" pitchFamily="34" charset="0"/>
              </a:rPr>
              <a:t>ontact us</a:t>
            </a:r>
            <a:r>
              <a:rPr lang="zh-CN" altLang="en-US" sz="1200" dirty="0" smtClean="0">
                <a:solidFill>
                  <a:schemeClr val="accent1"/>
                </a:solidFill>
                <a:latin typeface="+mn-lt"/>
                <a:ea typeface="+mn-ea"/>
                <a:cs typeface="Arial" panose="020B0604020202020204" pitchFamily="34" charset="0"/>
              </a:rPr>
              <a:t>：</a:t>
            </a:r>
            <a:endParaRPr lang="en-US" altLang="zh-CN" sz="1200" dirty="0">
              <a:solidFill>
                <a:schemeClr val="accent1"/>
              </a:solidFill>
              <a:latin typeface="+mn-lt"/>
              <a:ea typeface="+mn-ea"/>
              <a:cs typeface="Arial" panose="020B0604020202020204" pitchFamily="34" charset="0"/>
            </a:endParaRPr>
          </a:p>
          <a:p>
            <a:pPr lvl="0">
              <a:lnSpc>
                <a:spcPct val="170000"/>
              </a:lnSpc>
            </a:pPr>
            <a:r>
              <a:rPr lang="en-US" altLang="zh-CN" sz="1200" dirty="0">
                <a:solidFill>
                  <a:schemeClr val="accent1"/>
                </a:solidFill>
                <a:latin typeface="+mn-lt"/>
                <a:ea typeface="+mn-ea"/>
                <a:cs typeface="Arial" panose="020B0604020202020204" pitchFamily="34" charset="0"/>
              </a:rPr>
              <a:t>XXX   </a:t>
            </a:r>
            <a:r>
              <a:rPr lang="en-US" altLang="zh-CN" sz="1200" dirty="0" smtClean="0">
                <a:solidFill>
                  <a:schemeClr val="accent1"/>
                </a:solidFill>
                <a:latin typeface="+mn-lt"/>
                <a:cs typeface="Arial" panose="020B0604020202020204" pitchFamily="34" charset="0"/>
              </a:rPr>
              <a:t>Tel</a:t>
            </a:r>
            <a:r>
              <a:rPr lang="zh-CN" altLang="en-US" sz="1200" dirty="0">
                <a:solidFill>
                  <a:schemeClr val="accent1"/>
                </a:solidFill>
                <a:latin typeface="+mn-lt"/>
                <a:cs typeface="Arial" panose="020B0604020202020204" pitchFamily="34" charset="0"/>
              </a:rPr>
              <a:t>：</a:t>
            </a:r>
            <a:r>
              <a:rPr lang="en-US" altLang="zh-CN" sz="1200" dirty="0">
                <a:solidFill>
                  <a:schemeClr val="accent1"/>
                </a:solidFill>
                <a:latin typeface="+mn-lt"/>
                <a:cs typeface="Arial" panose="020B0604020202020204" pitchFamily="34" charset="0"/>
              </a:rPr>
              <a:t>+</a:t>
            </a:r>
            <a:r>
              <a:rPr lang="en-US" altLang="zh-CN" sz="1200" dirty="0">
                <a:solidFill>
                  <a:schemeClr val="accent1"/>
                </a:solidFill>
                <a:latin typeface="Arial"/>
                <a:cs typeface="Arial" panose="020B0604020202020204" pitchFamily="34" charset="0"/>
              </a:rPr>
              <a:t>86(20)8510 </a:t>
            </a:r>
            <a:r>
              <a:rPr lang="en-US" altLang="zh-CN" sz="1200" dirty="0" smtClean="0">
                <a:solidFill>
                  <a:schemeClr val="accent1"/>
                </a:solidFill>
                <a:latin typeface="Arial"/>
                <a:cs typeface="Arial" panose="020B0604020202020204" pitchFamily="34" charset="0"/>
              </a:rPr>
              <a:t>----</a:t>
            </a:r>
          </a:p>
          <a:p>
            <a:pPr>
              <a:lnSpc>
                <a:spcPct val="170000"/>
              </a:lnSpc>
            </a:pPr>
            <a:r>
              <a:rPr lang="en-US" altLang="zh-CN" sz="1200" dirty="0">
                <a:solidFill>
                  <a:schemeClr val="accent1"/>
                </a:solidFill>
                <a:latin typeface="Arial"/>
                <a:cs typeface="Arial" panose="020B0604020202020204" pitchFamily="34" charset="0"/>
              </a:rPr>
              <a:t> </a:t>
            </a:r>
            <a:r>
              <a:rPr lang="en-US" altLang="zh-CN" sz="1200" dirty="0" smtClean="0">
                <a:solidFill>
                  <a:schemeClr val="accent1"/>
                </a:solidFill>
                <a:latin typeface="Arial"/>
                <a:cs typeface="Arial" panose="020B0604020202020204" pitchFamily="34" charset="0"/>
              </a:rPr>
              <a:t>         </a:t>
            </a:r>
            <a:r>
              <a:rPr lang="en-US" altLang="zh-CN" sz="1200" dirty="0">
                <a:solidFill>
                  <a:schemeClr val="accent1"/>
                </a:solidFill>
                <a:cs typeface="Arial" panose="020B0604020202020204" pitchFamily="34" charset="0"/>
              </a:rPr>
              <a:t>Email</a:t>
            </a:r>
            <a:r>
              <a:rPr lang="zh-CN" altLang="en-US" sz="1200" dirty="0">
                <a:solidFill>
                  <a:schemeClr val="accent1"/>
                </a:solidFill>
                <a:cs typeface="Arial" panose="020B0604020202020204" pitchFamily="34" charset="0"/>
              </a:rPr>
              <a:t>：</a:t>
            </a:r>
            <a:r>
              <a:rPr lang="en-US" altLang="zh-CN" sz="1200" dirty="0" smtClean="0">
                <a:solidFill>
                  <a:schemeClr val="accent1"/>
                </a:solidFill>
                <a:cs typeface="Arial" panose="020B0604020202020204" pitchFamily="34" charset="0"/>
              </a:rPr>
              <a:t>XXX@efunds.com.cn</a:t>
            </a:r>
            <a:endParaRPr lang="en-US" altLang="zh-CN" sz="1200" dirty="0">
              <a:solidFill>
                <a:schemeClr val="accent1"/>
              </a:solidFill>
              <a:cs typeface="Arial" panose="020B0604020202020204" pitchFamily="34" charset="0"/>
            </a:endParaRPr>
          </a:p>
        </p:txBody>
      </p:sp>
    </p:spTree>
    <p:extLst>
      <p:ext uri="{BB962C8B-B14F-4D97-AF65-F5344CB8AC3E}">
        <p14:creationId xmlns:p14="http://schemas.microsoft.com/office/powerpoint/2010/main" val="318373633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92738" y="1241425"/>
            <a:ext cx="8478318" cy="3176337"/>
          </a:xfrm>
          <a:prstGeom prst="rect">
            <a:avLst/>
          </a:prstGeom>
          <a:noFill/>
          <a:ln w="9525" cap="flat" cmpd="sng" algn="ctr">
            <a:no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defPPr>
              <a:defRPr lang="en-US"/>
            </a:defPPr>
            <a:lvl1pPr eaLnBrk="0" hangingPunct="0">
              <a:defRPr sz="1200">
                <a:solidFill>
                  <a:srgbClr val="FF0000"/>
                </a:solidFill>
                <a:latin typeface="华文黑体" panose="02010600040101010101" pitchFamily="2" charset="-122"/>
                <a:ea typeface="华文黑体" panose="02010600040101010101" pitchFamily="2" charset="-122"/>
                <a:cs typeface="华文黑体" panose="02010600040101010101" pitchFamily="2" charset="-122"/>
              </a:defRPr>
            </a:lvl1pPr>
          </a:lstStyle>
          <a:p>
            <a:r>
              <a:rPr lang="zh-CN" altLang="en-US" dirty="0">
                <a:solidFill>
                  <a:schemeClr val="accent1"/>
                </a:solidFill>
                <a:latin typeface="Arial" panose="020B0604020202020204" pitchFamily="34" charset="0"/>
                <a:ea typeface="华文黑体_易方达" panose="02010600040101010101" pitchFamily="2" charset="-122"/>
                <a:cs typeface="Arial" panose="020B0604020202020204" pitchFamily="34" charset="0"/>
              </a:rPr>
              <a:t>附注：</a:t>
            </a:r>
            <a:endParaRPr lang="en-US" altLang="zh-CN" dirty="0">
              <a:solidFill>
                <a:schemeClr val="accent1"/>
              </a:solidFill>
              <a:latin typeface="Arial" panose="020B0604020202020204" pitchFamily="34" charset="0"/>
              <a:ea typeface="华文黑体_易方达" panose="02010600040101010101" pitchFamily="2" charset="-122"/>
              <a:cs typeface="Arial" panose="020B0604020202020204" pitchFamily="34" charset="0"/>
            </a:endParaRPr>
          </a:p>
          <a:p>
            <a:endParaRPr lang="en-US" altLang="zh-CN" dirty="0">
              <a:solidFill>
                <a:schemeClr val="accent1"/>
              </a:solidFill>
              <a:latin typeface="Arial" panose="020B0604020202020204" pitchFamily="34" charset="0"/>
              <a:ea typeface="华文黑体_易方达" panose="02010600040101010101" pitchFamily="2" charset="-122"/>
              <a:cs typeface="Arial" panose="020B0604020202020204" pitchFamily="34" charset="0"/>
            </a:endParaRPr>
          </a:p>
          <a:p>
            <a:pPr marL="342900" indent="-342900">
              <a:buFont typeface="Arial" panose="020B0604020202020204" pitchFamily="34" charset="0"/>
              <a:buChar char="•"/>
            </a:pP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公司</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标准模板采用当前主流的</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16</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9</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模式，播放效果更好，当使用普通</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A4</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纸张（</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4</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3</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比例）印刷或打印时，四</a:t>
            </a:r>
            <a:r>
              <a:rPr lang="zh-CN" altLang="en-US"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周可能出现留</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白，这不会对</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效果有实质性影响</a:t>
            </a:r>
            <a:endPar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endParaRPr>
          </a:p>
          <a:p>
            <a:pPr marL="342900" indent="-342900">
              <a:buFont typeface="Arial" panose="020B0604020202020204" pitchFamily="34" charset="0"/>
              <a:buChar char="•"/>
            </a:pPr>
            <a:endPar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endParaRPr>
          </a:p>
          <a:p>
            <a:pPr marL="342900" indent="-342900">
              <a:buFont typeface="Arial" panose="020B0604020202020204" pitchFamily="34" charset="0"/>
              <a:buChar char="•"/>
            </a:pP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由于本</a:t>
            </a:r>
            <a:r>
              <a:rPr lang="en-US" altLang="zh-CN"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使用特</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殊字</a:t>
            </a:r>
            <a:r>
              <a:rPr lang="zh-CN" altLang="en-US"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体（</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华文黑体），为保证在不同电脑上播放获得一致的良好效果，建议</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制作完成后转成</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PDF</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格式，播放时在</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PDF</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中选择“视图</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全屏模式”，即可如</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一般播放。转成</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PDF</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的另外一个好处是，其他人不可随意更改您的</a:t>
            </a:r>
            <a:r>
              <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ppt</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内</a:t>
            </a:r>
            <a:r>
              <a:rPr lang="zh-CN" altLang="en-US"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容</a:t>
            </a:r>
            <a:endParaRPr lang="en-US" altLang="zh-CN"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endParaRPr>
          </a:p>
          <a:p>
            <a:pPr marL="342900" indent="-342900">
              <a:buFont typeface="Arial" panose="020B0604020202020204" pitchFamily="34" charset="0"/>
              <a:buChar char="•"/>
            </a:pPr>
            <a:endParaRPr lang="en-US" altLang="zh-CN" dirty="0">
              <a:solidFill>
                <a:schemeClr val="accent4"/>
              </a:solidFill>
              <a:latin typeface="Arial" panose="020B0604020202020204" pitchFamily="34" charset="0"/>
              <a:ea typeface="华文黑体_易方达" panose="02010600040101010101" pitchFamily="2" charset="-122"/>
              <a:cs typeface="Arial" panose="020B0604020202020204" pitchFamily="34" charset="0"/>
            </a:endParaRPr>
          </a:p>
          <a:p>
            <a:pPr marL="342900" indent="-342900">
              <a:buFont typeface="Arial" panose="020B0604020202020204" pitchFamily="34" charset="0"/>
              <a:buChar char="•"/>
            </a:pPr>
            <a:r>
              <a:rPr lang="zh-CN" altLang="en-US"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若对方</a:t>
            </a:r>
            <a:r>
              <a:rPr lang="en-US" altLang="zh-CN"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Office</a:t>
            </a:r>
            <a:r>
              <a:rPr lang="zh-CN" altLang="en-US"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版本较低，请“另存为”</a:t>
            </a:r>
            <a:r>
              <a:rPr lang="en-US" altLang="zh-CN"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a:t>
            </a:r>
            <a:r>
              <a:rPr lang="zh-CN" altLang="en-US" dirty="0">
                <a:solidFill>
                  <a:schemeClr val="accent4"/>
                </a:solidFill>
                <a:latin typeface="Arial" panose="020B0604020202020204" pitchFamily="34" charset="0"/>
                <a:ea typeface="华文黑体_易方达" panose="02010600040101010101" pitchFamily="2" charset="-122"/>
                <a:cs typeface="Arial" panose="020B0604020202020204" pitchFamily="34" charset="0"/>
              </a:rPr>
              <a:t>选</a:t>
            </a:r>
            <a:r>
              <a:rPr lang="zh-CN" altLang="en-US"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择“保存类型”</a:t>
            </a:r>
            <a:r>
              <a:rPr lang="en-US" altLang="zh-CN" dirty="0" smtClean="0">
                <a:solidFill>
                  <a:schemeClr val="accent4"/>
                </a:solidFill>
                <a:latin typeface="Arial" panose="020B0604020202020204" pitchFamily="34" charset="0"/>
                <a:ea typeface="华文黑体_易方达" panose="02010600040101010101" pitchFamily="2" charset="-122"/>
                <a:cs typeface="Arial" panose="020B0604020202020204" pitchFamily="34" charset="0"/>
              </a:rPr>
              <a:t>—</a:t>
            </a:r>
            <a:r>
              <a:rPr lang="zh-CN" altLang="en-US" dirty="0" smtClean="0">
                <a:solidFill>
                  <a:schemeClr val="accent4"/>
                </a:solidFill>
                <a:latin typeface="+mn-lt"/>
                <a:ea typeface="华文黑体_易方达" panose="02010600040101010101" pitchFamily="2" charset="-122"/>
                <a:cs typeface="Arial" panose="020B0604020202020204" pitchFamily="34" charset="0"/>
              </a:rPr>
              <a:t>“</a:t>
            </a:r>
            <a:r>
              <a:rPr lang="en-US" altLang="zh-CN" dirty="0" smtClean="0">
                <a:solidFill>
                  <a:schemeClr val="accent4"/>
                </a:solidFill>
                <a:latin typeface="+mn-lt"/>
                <a:ea typeface="华文黑体_易方达" panose="02010600040101010101" pitchFamily="2" charset="-122"/>
                <a:cs typeface="Arial" panose="020B0604020202020204" pitchFamily="34" charset="0"/>
              </a:rPr>
              <a:t>PowerPoint 1997-2003</a:t>
            </a:r>
            <a:r>
              <a:rPr lang="zh-CN" altLang="en-US" dirty="0" smtClean="0">
                <a:solidFill>
                  <a:schemeClr val="accent4"/>
                </a:solidFill>
                <a:latin typeface="+mn-lt"/>
                <a:ea typeface="华文黑体_易方达" panose="02010600040101010101" pitchFamily="2" charset="-122"/>
                <a:cs typeface="Arial" panose="020B0604020202020204" pitchFamily="34" charset="0"/>
              </a:rPr>
              <a:t>（</a:t>
            </a:r>
            <a:r>
              <a:rPr lang="en-US" altLang="zh-CN" dirty="0" smtClean="0">
                <a:solidFill>
                  <a:schemeClr val="accent4"/>
                </a:solidFill>
                <a:latin typeface="+mn-lt"/>
                <a:ea typeface="华文黑体_易方达" panose="02010600040101010101" pitchFamily="2" charset="-122"/>
                <a:cs typeface="Arial" panose="020B0604020202020204" pitchFamily="34" charset="0"/>
              </a:rPr>
              <a:t>*ppt.)”, </a:t>
            </a:r>
            <a:r>
              <a:rPr lang="zh-CN" altLang="en-US" dirty="0" smtClean="0">
                <a:solidFill>
                  <a:schemeClr val="accent4"/>
                </a:solidFill>
                <a:latin typeface="+mn-ea"/>
                <a:ea typeface="+mn-ea"/>
                <a:cs typeface="Arial" panose="020B0604020202020204" pitchFamily="34" charset="0"/>
              </a:rPr>
              <a:t>保存为此版本后再发送</a:t>
            </a:r>
            <a:endParaRPr lang="en-US" altLang="zh-CN" dirty="0" smtClean="0">
              <a:solidFill>
                <a:schemeClr val="accent4"/>
              </a:solidFill>
              <a:latin typeface="+mn-ea"/>
              <a:ea typeface="+mn-ea"/>
              <a:cs typeface="Arial" panose="020B0604020202020204" pitchFamily="34" charset="0"/>
            </a:endParaRPr>
          </a:p>
          <a:p>
            <a:pPr marL="342900" indent="-342900">
              <a:buFont typeface="Arial" panose="020B0604020202020204" pitchFamily="34" charset="0"/>
              <a:buChar char="•"/>
            </a:pPr>
            <a:endParaRPr lang="en-US" altLang="zh-CN" dirty="0">
              <a:solidFill>
                <a:schemeClr val="accent4"/>
              </a:solidFill>
              <a:latin typeface="+mn-ea"/>
              <a:ea typeface="+mn-ea"/>
              <a:cs typeface="Arial" panose="020B0604020202020204" pitchFamily="34" charset="0"/>
            </a:endParaRPr>
          </a:p>
          <a:p>
            <a:pPr marL="342900" indent="-342900">
              <a:buFont typeface="Arial" panose="020B0604020202020204" pitchFamily="34" charset="0"/>
              <a:buChar char="•"/>
            </a:pPr>
            <a:r>
              <a:rPr lang="zh-CN" altLang="en-US" dirty="0" smtClean="0">
                <a:solidFill>
                  <a:schemeClr val="accent4"/>
                </a:solidFill>
                <a:latin typeface="+mn-ea"/>
                <a:ea typeface="+mn-ea"/>
                <a:cs typeface="Arial" panose="020B0604020202020204" pitchFamily="34" charset="0"/>
              </a:rPr>
              <a:t>本模板所有字号为建议字号，制作者可以根据实际情况调整字体大小，以保证阅读性。</a:t>
            </a:r>
            <a:endParaRPr lang="en-US" altLang="zh-CN" dirty="0">
              <a:solidFill>
                <a:schemeClr val="accent4"/>
              </a:solidFill>
              <a:latin typeface="+mn-lt"/>
              <a:ea typeface="华文黑体_易方达" panose="02010600040101010101" pitchFamily="2" charset="-122"/>
              <a:cs typeface="Arial" panose="020B0604020202020204" pitchFamily="34" charset="0"/>
            </a:endParaRPr>
          </a:p>
          <a:p>
            <a:endParaRPr lang="zh-CN" altLang="en-US" dirty="0">
              <a:solidFill>
                <a:schemeClr val="accent1"/>
              </a:solidFill>
              <a:latin typeface="华文黑体_易方达" panose="02010600040101010101" pitchFamily="2" charset="-122"/>
              <a:ea typeface="华文黑体_易方达" panose="02010600040101010101" pitchFamily="2" charset="-122"/>
            </a:endParaRPr>
          </a:p>
        </p:txBody>
      </p:sp>
    </p:spTree>
    <p:extLst>
      <p:ext uri="{BB962C8B-B14F-4D97-AF65-F5344CB8AC3E}">
        <p14:creationId xmlns:p14="http://schemas.microsoft.com/office/powerpoint/2010/main" val="1070766877"/>
      </p:ext>
    </p:extLst>
  </p:cSld>
  <p:clrMapOvr>
    <a:masterClrMapping/>
  </p:clrMapOvr>
  <p:timing>
    <p:tnLst>
      <p:par>
        <p:cTn id="1" dur="indefinite" restart="never" nodeType="tmRoot"/>
      </p:par>
    </p:tnLst>
  </p:timing>
</p:sld>
</file>

<file path=ppt/theme/theme1.xml><?xml version="1.0" encoding="utf-8"?>
<a:theme xmlns:a="http://schemas.openxmlformats.org/drawingml/2006/main" name="中文 EFund_PowerPoint">
  <a:themeElements>
    <a:clrScheme name="易方达ppt色彩体系">
      <a:dk1>
        <a:srgbClr val="3C3C3C"/>
      </a:dk1>
      <a:lt1>
        <a:srgbClr val="FFFFFF"/>
      </a:lt1>
      <a:dk2>
        <a:srgbClr val="FFC819"/>
      </a:dk2>
      <a:lt2>
        <a:srgbClr val="CCCCCC"/>
      </a:lt2>
      <a:accent1>
        <a:srgbClr val="005096"/>
      </a:accent1>
      <a:accent2>
        <a:srgbClr val="0078B4"/>
      </a:accent2>
      <a:accent3>
        <a:srgbClr val="1EB9E1"/>
      </a:accent3>
      <a:accent4>
        <a:srgbClr val="3C3C3C"/>
      </a:accent4>
      <a:accent5>
        <a:srgbClr val="969696"/>
      </a:accent5>
      <a:accent6>
        <a:srgbClr val="D7D7D7"/>
      </a:accent6>
      <a:hlink>
        <a:srgbClr val="FFD71E"/>
      </a:hlink>
      <a:folHlink>
        <a:srgbClr val="FFE61E"/>
      </a:folHlink>
    </a:clrScheme>
    <a:fontScheme name="易方达">
      <a:majorFont>
        <a:latin typeface="Arial"/>
        <a:ea typeface="华文黑体_易方达"/>
        <a:cs typeface="ＭＳ Ｐゴシック"/>
      </a:majorFont>
      <a:minorFont>
        <a:latin typeface="Arial"/>
        <a:ea typeface="华文黑体_易方达"/>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lnDef>
    <a:txDef>
      <a:spPr>
        <a:noFill/>
      </a:spPr>
      <a:bodyPr wrap="square" rtlCol="0">
        <a:spAutoFit/>
      </a:bodyPr>
      <a:lstStyle>
        <a:defPPr>
          <a:defRPr sz="1200" dirty="0">
            <a:solidFill>
              <a:schemeClr val="accent4"/>
            </a:solidFill>
            <a:latin typeface="+mn-ea"/>
            <a:ea typeface="+mn-ea"/>
          </a:defRPr>
        </a:defPPr>
      </a:lstStyle>
    </a:txDef>
  </a:objectDefaults>
  <a:extraClrSchemeLst>
    <a:extraClrScheme>
      <a:clrScheme name="Ramax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Ramax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Ramax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Ramax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Ramax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Ramax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Ramaxel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Ramax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Ramax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Ramax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Ramax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Ramax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易方达PPT模板20190106.pptx" id="{1970C4C1-C0D9-407C-B69D-2DC1CAB0E3BE}" vid="{6390880A-5FF8-4824-87FC-1046BBA7BD07}"/>
    </a:ext>
  </a:extLst>
</a:theme>
</file>

<file path=ppt/theme/theme2.xml><?xml version="1.0" encoding="utf-8"?>
<a:theme xmlns:a="http://schemas.openxmlformats.org/drawingml/2006/main" name="英文_EFund_PowerPoint">
  <a:themeElements>
    <a:clrScheme name="易方达ppt色彩体系">
      <a:dk1>
        <a:srgbClr val="000000"/>
      </a:dk1>
      <a:lt1>
        <a:srgbClr val="FFFFFF"/>
      </a:lt1>
      <a:dk2>
        <a:srgbClr val="000000"/>
      </a:dk2>
      <a:lt2>
        <a:srgbClr val="FFFFFF"/>
      </a:lt2>
      <a:accent1>
        <a:srgbClr val="005096"/>
      </a:accent1>
      <a:accent2>
        <a:srgbClr val="0078B4"/>
      </a:accent2>
      <a:accent3>
        <a:srgbClr val="1EB9E1"/>
      </a:accent3>
      <a:accent4>
        <a:srgbClr val="3C3C3C"/>
      </a:accent4>
      <a:accent5>
        <a:srgbClr val="969696"/>
      </a:accent5>
      <a:accent6>
        <a:srgbClr val="C1C6C8"/>
      </a:accent6>
      <a:hlink>
        <a:srgbClr val="EEEEEE"/>
      </a:hlink>
      <a:folHlink>
        <a:srgbClr val="B3EBFF"/>
      </a:folHlink>
    </a:clrScheme>
    <a:fontScheme name="自定义 1">
      <a:majorFont>
        <a:latin typeface="Arial"/>
        <a:ea typeface="华文黑体_易方达"/>
        <a:cs typeface="ＭＳ Ｐゴシック"/>
      </a:majorFont>
      <a:minorFont>
        <a:latin typeface="Arial"/>
        <a:ea typeface="华文黑体_易方达"/>
        <a:cs typeface="ＭＳ Ｐゴシック"/>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charset="-128"/>
            <a:cs typeface="ＭＳ Ｐゴシック" charset="-128"/>
          </a:defRPr>
        </a:defPPr>
      </a:lstStyle>
    </a:lnDef>
    <a:txDef>
      <a:spPr bwMode="auto">
        <a:noFill/>
        <a:ln>
          <a:noFill/>
        </a:ln>
        <a:extLst>
          <a:ext uri="{909E8E84-426E-40dd-AFC4-6F175D3DCCD1}">
            <a14:hiddenFill xmlns:a14="http://schemas.microsoft.com/office/drawing/2010/main" xmlns="" xmlns:p="http://schemas.openxmlformats.org/presentationml/2006/main" xmlns:r="http://schemas.openxmlformats.org/officeDocument/2006/relationships">
              <a:solidFill>
                <a:srgbClr val="FFFFFF"/>
              </a:solidFill>
            </a14:hiddenFill>
          </a:ext>
          <a:ext uri="{91240B29-F687-4f45-9708-019B960494DF}">
            <a14:hiddenLine xmlns:a14="http://schemas.microsoft.com/office/drawing/2010/main" xmlns="" xmlns:p="http://schemas.openxmlformats.org/presentationml/2006/main" xmlns:r="http://schemas.openxmlformats.org/officeDocument/2006/relationships" w="9525">
              <a:solidFill>
                <a:srgbClr val="000000"/>
              </a:solidFill>
              <a:miter lim="800000"/>
              <a:headEnd/>
              <a:tailEnd/>
            </a14:hiddenLine>
          </a:ext>
          <a:ext uri="{FAA26D3D-D897-4be2-8F04-BA451C77F1D7}">
            <ma14:placeholderFlag xmlns:ma14="http://schemas.microsoft.com/office/mac/drawingml/2011/main" xmlns="" xmlns:p="http://schemas.openxmlformats.org/presentationml/2006/main" xmlns:r="http://schemas.openxmlformats.org/officeDocument/2006/relationships" val="1"/>
          </a:ext>
        </a:extLst>
      </a:spPr>
      <a:bodyPr vert="horz" wrap="square" lIns="0" tIns="0" rIns="0" bIns="45720" numCol="1" rtlCol="0" anchor="t" anchorCtr="0" compatLnSpc="1">
        <a:prstTxWarp prst="textNoShape">
          <a:avLst/>
        </a:prstTxWarp>
        <a:spAutoFit/>
      </a:bodyPr>
      <a:lstStyle>
        <a:defPPr>
          <a:defRPr sz="1200" b="1" dirty="0" smtClean="0">
            <a:solidFill>
              <a:schemeClr val="bg1"/>
            </a:solidFill>
            <a:latin typeface="+mn-lt"/>
            <a:ea typeface="华文黑体_易方达" panose="02010600040101010101" pitchFamily="2" charset="-122"/>
          </a:defRPr>
        </a:defPPr>
      </a:lstStyle>
    </a:txDef>
  </a:objectDefaults>
  <a:extraClrSchemeLst>
    <a:extraClrScheme>
      <a:clrScheme name="Ramaxel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Ramaxel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Ramaxel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Ramaxel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Ramaxel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Ramaxel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Ramaxel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Ramaxel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Ramaxel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Ramaxel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Ramaxel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Ramaxel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易方达PPT模板20190106.pptx" id="{1970C4C1-C0D9-407C-B69D-2DC1CAB0E3BE}" vid="{3C16D434-F6A5-4586-880D-E4B7B64E7ACB}"/>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mbria"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emplate>易方达PPT模板</Template>
  <TotalTime>17775</TotalTime>
  <Words>9005</Words>
  <Application>Microsoft Office PowerPoint</Application>
  <PresentationFormat>自定义</PresentationFormat>
  <Paragraphs>746</Paragraphs>
  <Slides>46</Slides>
  <Notes>9</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46</vt:i4>
      </vt:variant>
    </vt:vector>
  </HeadingPairs>
  <TitlesOfParts>
    <vt:vector size="61" baseType="lpstr">
      <vt:lpstr>ＭＳ Ｐゴシック</vt:lpstr>
      <vt:lpstr>黑体</vt:lpstr>
      <vt:lpstr>华文黑体</vt:lpstr>
      <vt:lpstr>华文黑体_易方达</vt:lpstr>
      <vt:lpstr>华文细黑</vt:lpstr>
      <vt:lpstr>宋体</vt:lpstr>
      <vt:lpstr>Arial</vt:lpstr>
      <vt:lpstr>Arial Narrow</vt:lpstr>
      <vt:lpstr>Symbol</vt:lpstr>
      <vt:lpstr>Times</vt:lpstr>
      <vt:lpstr>Times New Roman</vt:lpstr>
      <vt:lpstr>Verdana</vt:lpstr>
      <vt:lpstr>Wingdings</vt:lpstr>
      <vt:lpstr>中文 EFund_PowerPoint</vt:lpstr>
      <vt:lpstr>英文_EFund_PowerPoint</vt:lpstr>
      <vt:lpstr>！重要提醒</vt:lpstr>
      <vt:lpstr>PowerPoint 演示文稿</vt:lpstr>
      <vt:lpstr>PowerPoint 演示文稿</vt:lpstr>
      <vt:lpstr>PowerPoint 演示文稿</vt:lpstr>
      <vt:lpstr>PowerPoint 演示文稿</vt:lpstr>
      <vt:lpstr>PowerPoint 演示文稿</vt:lpstr>
      <vt:lpstr>PowerPoint 演示文稿</vt:lpstr>
      <vt:lpstr>TIPS 1：参考线的使用</vt:lpstr>
      <vt:lpstr>TIPS 2：中英文版式的切换</vt:lpstr>
      <vt:lpstr>TIPS 3：二级目录的处理</vt:lpstr>
      <vt:lpstr>无内文标题、文字较少</vt:lpstr>
      <vt:lpstr>无内文标题、文字较多</vt:lpstr>
      <vt:lpstr>有内文标题、文字较多</vt:lpstr>
      <vt:lpstr>文字的突出显示</vt:lpstr>
      <vt:lpstr>PowerPoint 演示文稿</vt:lpstr>
      <vt:lpstr>一般情况：在各自区域内，左文右图</vt:lpstr>
      <vt:lpstr>图表或文字较多时</vt:lpstr>
      <vt:lpstr>图表较长时</vt:lpstr>
      <vt:lpstr>PowerPoint 演示文稿</vt:lpstr>
      <vt:lpstr>颜色规范</vt:lpstr>
      <vt:lpstr>饼状图</vt:lpstr>
      <vt:lpstr>柱状图</vt:lpstr>
      <vt:lpstr>折线图</vt:lpstr>
      <vt:lpstr>组合图</vt:lpstr>
      <vt:lpstr>模型图</vt:lpstr>
      <vt:lpstr>图表的突出显示</vt:lpstr>
      <vt:lpstr>框架图</vt:lpstr>
      <vt:lpstr>组织架构图</vt:lpstr>
      <vt:lpstr>流程图</vt:lpstr>
      <vt:lpstr>表格</vt:lpstr>
      <vt:lpstr>表格的突出显示</vt:lpstr>
      <vt:lpstr>表格中五角星显示</vt:lpstr>
      <vt:lpstr>表格的灵活处理</vt:lpstr>
      <vt:lpstr>PowerPoint 演示文稿</vt:lpstr>
      <vt:lpstr>风险提示及免责声明（公募基金适用）</vt:lpstr>
      <vt:lpstr>Risk Reminder and Disclaimer (for mutual funds)</vt:lpstr>
      <vt:lpstr>风险提示及免责声明（专户产品适用）</vt:lpstr>
      <vt:lpstr>Risk Reminder and Disclaimer (for specific qualified investors )</vt:lpstr>
      <vt:lpstr>风险提示及免责声明（年金、养老金适用）</vt:lpstr>
      <vt:lpstr>Risk Reminder and Disclaimer (for annuity funds and pension funds)</vt:lpstr>
      <vt:lpstr>风险提示及免责声明（不涉及旗下产品推介时适用）</vt:lpstr>
      <vt:lpstr>Risk Reminder and Disclaimer (non-products)</vt:lpstr>
      <vt:lpstr>PowerPoint 演示文稿</vt:lpstr>
      <vt:lpstr>PowerPoint 演示文稿</vt:lpstr>
      <vt:lpstr>PowerPoint 演示文稿</vt:lpstr>
      <vt:lpstr>PowerPoint 演示文稿</vt:lpstr>
    </vt:vector>
  </TitlesOfParts>
  <Manager/>
  <Company>E FUND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张粒</dc:creator>
  <cp:keywords/>
  <dc:description/>
  <cp:lastModifiedBy>张粒</cp:lastModifiedBy>
  <cp:revision>18</cp:revision>
  <cp:lastPrinted>2018-07-10T10:13:57Z</cp:lastPrinted>
  <dcterms:created xsi:type="dcterms:W3CDTF">2019-03-11T02:14:10Z</dcterms:created>
  <dcterms:modified xsi:type="dcterms:W3CDTF">2025-12-17T12:02:59Z</dcterms:modified>
  <cp:category/>
</cp:coreProperties>
</file>